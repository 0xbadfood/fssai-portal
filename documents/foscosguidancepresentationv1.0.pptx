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vml" ContentType="application/vnd.openxmlformats-officedocument.vmlDrawing"/>
  <Default Extension="vsdx" ContentType="application/vnd.ms-visio.drawi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27" r:id="rId1"/>
  </p:sldMasterIdLst>
  <p:notesMasterIdLst>
    <p:notesMasterId r:id="rId41"/>
  </p:notesMasterIdLst>
  <p:handoutMasterIdLst>
    <p:handoutMasterId r:id="rId42"/>
  </p:handoutMasterIdLst>
  <p:sldIdLst>
    <p:sldId id="256" r:id="rId2"/>
    <p:sldId id="333" r:id="rId3"/>
    <p:sldId id="316" r:id="rId4"/>
    <p:sldId id="306" r:id="rId5"/>
    <p:sldId id="347" r:id="rId6"/>
    <p:sldId id="343" r:id="rId7"/>
    <p:sldId id="327" r:id="rId8"/>
    <p:sldId id="295" r:id="rId9"/>
    <p:sldId id="318" r:id="rId10"/>
    <p:sldId id="346" r:id="rId11"/>
    <p:sldId id="320" r:id="rId12"/>
    <p:sldId id="321" r:id="rId13"/>
    <p:sldId id="322" r:id="rId14"/>
    <p:sldId id="298" r:id="rId15"/>
    <p:sldId id="356" r:id="rId16"/>
    <p:sldId id="325" r:id="rId17"/>
    <p:sldId id="337" r:id="rId18"/>
    <p:sldId id="326" r:id="rId19"/>
    <p:sldId id="355" r:id="rId20"/>
    <p:sldId id="331" r:id="rId21"/>
    <p:sldId id="313" r:id="rId22"/>
    <p:sldId id="275" r:id="rId23"/>
    <p:sldId id="336" r:id="rId24"/>
    <p:sldId id="334" r:id="rId25"/>
    <p:sldId id="291" r:id="rId26"/>
    <p:sldId id="338" r:id="rId27"/>
    <p:sldId id="350" r:id="rId28"/>
    <p:sldId id="351" r:id="rId29"/>
    <p:sldId id="340" r:id="rId30"/>
    <p:sldId id="304" r:id="rId31"/>
    <p:sldId id="273" r:id="rId32"/>
    <p:sldId id="319" r:id="rId33"/>
    <p:sldId id="293" r:id="rId34"/>
    <p:sldId id="297" r:id="rId35"/>
    <p:sldId id="339" r:id="rId36"/>
    <p:sldId id="329" r:id="rId37"/>
    <p:sldId id="332" r:id="rId38"/>
    <p:sldId id="335" r:id="rId39"/>
    <p:sldId id="345" r:id="rId40"/>
  </p:sldIdLst>
  <p:sldSz cx="12192000" cy="6858000"/>
  <p:notesSz cx="6858000" cy="9144000"/>
  <p:custDataLst>
    <p:tags r:id="rId43"/>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3CA3E3E0-D558-474B-B9F8-1E915A15345E}">
          <p14:sldIdLst>
            <p14:sldId id="256"/>
            <p14:sldId id="333"/>
            <p14:sldId id="316"/>
            <p14:sldId id="306"/>
            <p14:sldId id="347"/>
            <p14:sldId id="343"/>
            <p14:sldId id="327"/>
            <p14:sldId id="295"/>
            <p14:sldId id="318"/>
            <p14:sldId id="346"/>
            <p14:sldId id="320"/>
            <p14:sldId id="321"/>
            <p14:sldId id="322"/>
            <p14:sldId id="298"/>
            <p14:sldId id="356"/>
            <p14:sldId id="325"/>
            <p14:sldId id="337"/>
            <p14:sldId id="326"/>
            <p14:sldId id="355"/>
            <p14:sldId id="331"/>
            <p14:sldId id="313"/>
            <p14:sldId id="275"/>
            <p14:sldId id="336"/>
            <p14:sldId id="334"/>
            <p14:sldId id="291"/>
            <p14:sldId id="338"/>
            <p14:sldId id="350"/>
            <p14:sldId id="351"/>
            <p14:sldId id="340"/>
            <p14:sldId id="304"/>
            <p14:sldId id="273"/>
            <p14:sldId id="319"/>
            <p14:sldId id="293"/>
            <p14:sldId id="297"/>
            <p14:sldId id="339"/>
            <p14:sldId id="329"/>
            <p14:sldId id="332"/>
            <p14:sldId id="335"/>
            <p14:sldId id="345"/>
          </p14:sldIdLst>
        </p14:section>
      </p14:sectionLst>
    </p:ext>
    <p:ext uri="{EFAFB233-063F-42B5-8137-9DF3F51BA10A}">
      <p15:sldGuideLst xmlns:p15="http://schemas.microsoft.com/office/powerpoint/2012/main">
        <p15:guide id="1" orient="horz" pos="672" userDrawn="1">
          <p15:clr>
            <a:srgbClr val="A4A3A4"/>
          </p15:clr>
        </p15:guide>
        <p15:guide id="2" pos="7272">
          <p15:clr>
            <a:srgbClr val="A4A3A4"/>
          </p15:clr>
        </p15:guide>
        <p15:guide id="3" pos="448">
          <p15:clr>
            <a:srgbClr val="A4A3A4"/>
          </p15:clr>
        </p15:guide>
        <p15:guide id="4" orient="horz" pos="3886">
          <p15:clr>
            <a:srgbClr val="A4A3A4"/>
          </p15:clr>
        </p15:guide>
        <p15:guide id="5" orient="horz" pos="98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itpal S Chhinna" initials="PSC" lastIdx="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50" autoAdjust="0"/>
    <p:restoredTop sz="93506" autoAdjust="0"/>
  </p:normalViewPr>
  <p:slideViewPr>
    <p:cSldViewPr snapToGrid="0">
      <p:cViewPr varScale="1">
        <p:scale>
          <a:sx n="64" d="100"/>
          <a:sy n="64" d="100"/>
        </p:scale>
        <p:origin x="1050" y="60"/>
      </p:cViewPr>
      <p:guideLst>
        <p:guide orient="horz" pos="672"/>
        <p:guide pos="7272"/>
        <p:guide pos="448"/>
        <p:guide orient="horz" pos="3886"/>
        <p:guide orient="horz" pos="984"/>
      </p:guideLst>
    </p:cSldViewPr>
  </p:slideViewPr>
  <p:notesTextViewPr>
    <p:cViewPr>
      <p:scale>
        <a:sx n="1" d="1"/>
        <a:sy n="1" d="1"/>
      </p:scale>
      <p:origin x="0" y="0"/>
    </p:cViewPr>
  </p:notesTextViewPr>
  <p:sorterViewPr>
    <p:cViewPr>
      <p:scale>
        <a:sx n="100" d="100"/>
        <a:sy n="100" d="100"/>
      </p:scale>
      <p:origin x="0" y="-11376"/>
    </p:cViewPr>
  </p:sorterViewPr>
  <p:notesViewPr>
    <p:cSldViewPr snapToGrid="0">
      <p:cViewPr varScale="1">
        <p:scale>
          <a:sx n="52" d="100"/>
          <a:sy n="52" d="100"/>
        </p:scale>
        <p:origin x="201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gs" Target="tags/tag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AB13AFE-1E1A-475F-96EA-2CDCF172259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98D071A8-362F-40A4-B54D-862F012D934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E3D05C-287A-4610-97E7-0751B1B0D9D6}" type="datetimeFigureOut">
              <a:rPr lang="en-GB" smtClean="0"/>
              <a:t>03/03/2020</a:t>
            </a:fld>
            <a:endParaRPr lang="en-GB"/>
          </a:p>
        </p:txBody>
      </p:sp>
      <p:sp>
        <p:nvSpPr>
          <p:cNvPr id="4" name="Footer Placeholder 3">
            <a:extLst>
              <a:ext uri="{FF2B5EF4-FFF2-40B4-BE49-F238E27FC236}">
                <a16:creationId xmlns:a16="http://schemas.microsoft.com/office/drawing/2014/main" id="{799BDC74-5A0C-41E3-B006-0AEA6A58FC1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A3CE9580-9F91-41E9-9BDF-AD713501471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94E56A0-D216-4AD1-8061-36212CCEB2FE}" type="slidenum">
              <a:rPr lang="en-GB" smtClean="0"/>
              <a:t>‹#›</a:t>
            </a:fld>
            <a:endParaRPr lang="en-GB"/>
          </a:p>
        </p:txBody>
      </p:sp>
    </p:spTree>
    <p:extLst>
      <p:ext uri="{BB962C8B-B14F-4D97-AF65-F5344CB8AC3E}">
        <p14:creationId xmlns:p14="http://schemas.microsoft.com/office/powerpoint/2010/main" val="8853330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8041929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55" name="Google Shape;65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0:notes"/>
          <p:cNvSpPr txBox="1">
            <a:spLocks noGrp="1"/>
          </p:cNvSpPr>
          <p:nvPr>
            <p:ph type="body" idx="1"/>
          </p:nvPr>
        </p:nvSpPr>
        <p:spPr>
          <a:xfrm>
            <a:off x="671830" y="4681220"/>
            <a:ext cx="5374640" cy="4434840"/>
          </a:xfrm>
          <a:prstGeom prst="rect">
            <a:avLst/>
          </a:prstGeom>
        </p:spPr>
        <p:txBody>
          <a:bodyPr spcFirstLastPara="1" wrap="square" lIns="91425" tIns="91425" rIns="91425" bIns="91425" anchor="t" anchorCtr="0">
            <a:noAutofit/>
          </a:bodyPr>
          <a:lstStyle/>
          <a:p>
            <a:pPr marL="0" lvl="0" indent="76200" algn="l" rtl="0">
              <a:spcBef>
                <a:spcPts val="0"/>
              </a:spcBef>
              <a:spcAft>
                <a:spcPts val="0"/>
              </a:spcAft>
              <a:buNone/>
            </a:pPr>
            <a:endParaRPr/>
          </a:p>
        </p:txBody>
      </p:sp>
      <p:sp>
        <p:nvSpPr>
          <p:cNvPr id="443" name="Google Shape;443;p60:notes"/>
          <p:cNvSpPr>
            <a:spLocks noGrp="1" noRot="1" noChangeAspect="1"/>
          </p:cNvSpPr>
          <p:nvPr>
            <p:ph type="sldImg" idx="2"/>
          </p:nvPr>
        </p:nvSpPr>
        <p:spPr>
          <a:xfrm>
            <a:off x="74613" y="739775"/>
            <a:ext cx="6569075" cy="3695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0:notes"/>
          <p:cNvSpPr txBox="1">
            <a:spLocks noGrp="1"/>
          </p:cNvSpPr>
          <p:nvPr>
            <p:ph type="body" idx="1"/>
          </p:nvPr>
        </p:nvSpPr>
        <p:spPr>
          <a:xfrm>
            <a:off x="671830" y="4681220"/>
            <a:ext cx="5374640" cy="4434840"/>
          </a:xfrm>
          <a:prstGeom prst="rect">
            <a:avLst/>
          </a:prstGeom>
        </p:spPr>
        <p:txBody>
          <a:bodyPr spcFirstLastPara="1" wrap="square" lIns="91425" tIns="91425" rIns="91425" bIns="91425" anchor="t" anchorCtr="0">
            <a:noAutofit/>
          </a:bodyPr>
          <a:lstStyle/>
          <a:p>
            <a:pPr marL="0" lvl="0" indent="76200" algn="l" rtl="0">
              <a:spcBef>
                <a:spcPts val="0"/>
              </a:spcBef>
              <a:spcAft>
                <a:spcPts val="0"/>
              </a:spcAft>
              <a:buNone/>
            </a:pPr>
            <a:endParaRPr/>
          </a:p>
        </p:txBody>
      </p:sp>
      <p:sp>
        <p:nvSpPr>
          <p:cNvPr id="443" name="Google Shape;443;p60:notes"/>
          <p:cNvSpPr>
            <a:spLocks noGrp="1" noRot="1" noChangeAspect="1"/>
          </p:cNvSpPr>
          <p:nvPr>
            <p:ph type="sldImg" idx="2"/>
          </p:nvPr>
        </p:nvSpPr>
        <p:spPr>
          <a:xfrm>
            <a:off x="74613" y="739775"/>
            <a:ext cx="6569075" cy="36957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2440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0:notes"/>
          <p:cNvSpPr txBox="1">
            <a:spLocks noGrp="1"/>
          </p:cNvSpPr>
          <p:nvPr>
            <p:ph type="body" idx="1"/>
          </p:nvPr>
        </p:nvSpPr>
        <p:spPr>
          <a:xfrm>
            <a:off x="671830" y="4681220"/>
            <a:ext cx="5374640" cy="4434840"/>
          </a:xfrm>
          <a:prstGeom prst="rect">
            <a:avLst/>
          </a:prstGeom>
        </p:spPr>
        <p:txBody>
          <a:bodyPr spcFirstLastPara="1" wrap="square" lIns="91425" tIns="91425" rIns="91425" bIns="91425" anchor="t" anchorCtr="0">
            <a:noAutofit/>
          </a:bodyPr>
          <a:lstStyle/>
          <a:p>
            <a:pPr marL="0" lvl="0" indent="76200" algn="l" rtl="0">
              <a:spcBef>
                <a:spcPts val="0"/>
              </a:spcBef>
              <a:spcAft>
                <a:spcPts val="0"/>
              </a:spcAft>
              <a:buNone/>
            </a:pPr>
            <a:endParaRPr/>
          </a:p>
        </p:txBody>
      </p:sp>
      <p:sp>
        <p:nvSpPr>
          <p:cNvPr id="443" name="Google Shape;443;p60:notes"/>
          <p:cNvSpPr>
            <a:spLocks noGrp="1" noRot="1" noChangeAspect="1"/>
          </p:cNvSpPr>
          <p:nvPr>
            <p:ph type="sldImg" idx="2"/>
          </p:nvPr>
        </p:nvSpPr>
        <p:spPr>
          <a:xfrm>
            <a:off x="74613" y="739775"/>
            <a:ext cx="6569075" cy="36957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43544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0:notes"/>
          <p:cNvSpPr txBox="1">
            <a:spLocks noGrp="1"/>
          </p:cNvSpPr>
          <p:nvPr>
            <p:ph type="body" idx="1"/>
          </p:nvPr>
        </p:nvSpPr>
        <p:spPr>
          <a:xfrm>
            <a:off x="671830" y="4681220"/>
            <a:ext cx="5374640" cy="4434840"/>
          </a:xfrm>
          <a:prstGeom prst="rect">
            <a:avLst/>
          </a:prstGeom>
        </p:spPr>
        <p:txBody>
          <a:bodyPr spcFirstLastPara="1" wrap="square" lIns="91425" tIns="91425" rIns="91425" bIns="91425" anchor="t" anchorCtr="0">
            <a:noAutofit/>
          </a:bodyPr>
          <a:lstStyle/>
          <a:p>
            <a:pPr marL="0" lvl="0" indent="76200" algn="l" rtl="0">
              <a:spcBef>
                <a:spcPts val="0"/>
              </a:spcBef>
              <a:spcAft>
                <a:spcPts val="0"/>
              </a:spcAft>
              <a:buNone/>
            </a:pPr>
            <a:endParaRPr/>
          </a:p>
        </p:txBody>
      </p:sp>
      <p:sp>
        <p:nvSpPr>
          <p:cNvPr id="443" name="Google Shape;443;p60:notes"/>
          <p:cNvSpPr>
            <a:spLocks noGrp="1" noRot="1" noChangeAspect="1"/>
          </p:cNvSpPr>
          <p:nvPr>
            <p:ph type="sldImg" idx="2"/>
          </p:nvPr>
        </p:nvSpPr>
        <p:spPr>
          <a:xfrm>
            <a:off x="74613" y="739775"/>
            <a:ext cx="6569075" cy="36957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06394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0:notes"/>
          <p:cNvSpPr txBox="1">
            <a:spLocks noGrp="1"/>
          </p:cNvSpPr>
          <p:nvPr>
            <p:ph type="body" idx="1"/>
          </p:nvPr>
        </p:nvSpPr>
        <p:spPr>
          <a:xfrm>
            <a:off x="671830" y="4681220"/>
            <a:ext cx="5374640" cy="4434840"/>
          </a:xfrm>
          <a:prstGeom prst="rect">
            <a:avLst/>
          </a:prstGeom>
        </p:spPr>
        <p:txBody>
          <a:bodyPr spcFirstLastPara="1" wrap="square" lIns="91425" tIns="91425" rIns="91425" bIns="91425" anchor="t" anchorCtr="0">
            <a:noAutofit/>
          </a:bodyPr>
          <a:lstStyle/>
          <a:p>
            <a:pPr marL="0" lvl="0" indent="76200" algn="l" rtl="0">
              <a:spcBef>
                <a:spcPts val="0"/>
              </a:spcBef>
              <a:spcAft>
                <a:spcPts val="0"/>
              </a:spcAft>
              <a:buNone/>
            </a:pPr>
            <a:endParaRPr/>
          </a:p>
        </p:txBody>
      </p:sp>
      <p:sp>
        <p:nvSpPr>
          <p:cNvPr id="443" name="Google Shape;443;p60:notes"/>
          <p:cNvSpPr>
            <a:spLocks noGrp="1" noRot="1" noChangeAspect="1"/>
          </p:cNvSpPr>
          <p:nvPr>
            <p:ph type="sldImg" idx="2"/>
          </p:nvPr>
        </p:nvSpPr>
        <p:spPr>
          <a:xfrm>
            <a:off x="74613" y="739775"/>
            <a:ext cx="6569075" cy="36957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99344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0:notes"/>
          <p:cNvSpPr txBox="1">
            <a:spLocks noGrp="1"/>
          </p:cNvSpPr>
          <p:nvPr>
            <p:ph type="body" idx="1"/>
          </p:nvPr>
        </p:nvSpPr>
        <p:spPr>
          <a:xfrm>
            <a:off x="671830" y="4681220"/>
            <a:ext cx="5374640" cy="4434840"/>
          </a:xfrm>
          <a:prstGeom prst="rect">
            <a:avLst/>
          </a:prstGeom>
        </p:spPr>
        <p:txBody>
          <a:bodyPr spcFirstLastPara="1" wrap="square" lIns="91425" tIns="91425" rIns="91425" bIns="91425" anchor="t" anchorCtr="0">
            <a:noAutofit/>
          </a:bodyPr>
          <a:lstStyle/>
          <a:p>
            <a:pPr marL="0" lvl="0" indent="76200" algn="l" rtl="0">
              <a:spcBef>
                <a:spcPts val="0"/>
              </a:spcBef>
              <a:spcAft>
                <a:spcPts val="0"/>
              </a:spcAft>
              <a:buNone/>
            </a:pPr>
            <a:endParaRPr/>
          </a:p>
        </p:txBody>
      </p:sp>
      <p:sp>
        <p:nvSpPr>
          <p:cNvPr id="443" name="Google Shape;443;p60:notes"/>
          <p:cNvSpPr>
            <a:spLocks noGrp="1" noRot="1" noChangeAspect="1"/>
          </p:cNvSpPr>
          <p:nvPr>
            <p:ph type="sldImg" idx="2"/>
          </p:nvPr>
        </p:nvSpPr>
        <p:spPr>
          <a:xfrm>
            <a:off x="74613" y="739775"/>
            <a:ext cx="6569075" cy="36957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17820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0:notes"/>
          <p:cNvSpPr txBox="1">
            <a:spLocks noGrp="1"/>
          </p:cNvSpPr>
          <p:nvPr>
            <p:ph type="body" idx="1"/>
          </p:nvPr>
        </p:nvSpPr>
        <p:spPr>
          <a:xfrm>
            <a:off x="671830" y="4681220"/>
            <a:ext cx="5374640" cy="4434840"/>
          </a:xfrm>
          <a:prstGeom prst="rect">
            <a:avLst/>
          </a:prstGeom>
        </p:spPr>
        <p:txBody>
          <a:bodyPr spcFirstLastPara="1" wrap="square" lIns="91425" tIns="91425" rIns="91425" bIns="91425" anchor="t" anchorCtr="0">
            <a:noAutofit/>
          </a:bodyPr>
          <a:lstStyle/>
          <a:p>
            <a:pPr marL="0" lvl="0" indent="76200" algn="l" rtl="0">
              <a:spcBef>
                <a:spcPts val="0"/>
              </a:spcBef>
              <a:spcAft>
                <a:spcPts val="0"/>
              </a:spcAft>
              <a:buNone/>
            </a:pPr>
            <a:endParaRPr/>
          </a:p>
        </p:txBody>
      </p:sp>
      <p:sp>
        <p:nvSpPr>
          <p:cNvPr id="443" name="Google Shape;443;p60:notes"/>
          <p:cNvSpPr>
            <a:spLocks noGrp="1" noRot="1" noChangeAspect="1"/>
          </p:cNvSpPr>
          <p:nvPr>
            <p:ph type="sldImg" idx="2"/>
          </p:nvPr>
        </p:nvSpPr>
        <p:spPr>
          <a:xfrm>
            <a:off x="74613" y="739775"/>
            <a:ext cx="6569075" cy="36957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90956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2"/>
        <p:cNvGrpSpPr/>
        <p:nvPr/>
      </p:nvGrpSpPr>
      <p:grpSpPr>
        <a:xfrm>
          <a:off x="0" y="0"/>
          <a:ext cx="0" cy="0"/>
          <a:chOff x="0" y="0"/>
          <a:chExt cx="0" cy="0"/>
        </a:xfrm>
      </p:grpSpPr>
      <p:sp>
        <p:nvSpPr>
          <p:cNvPr id="1113" name="Google Shape;1113;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14" name="Google Shape;111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81706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ntent: One">
  <p:cSld name="Content: One">
    <p:spTree>
      <p:nvGrpSpPr>
        <p:cNvPr id="1" name="Shape 67"/>
        <p:cNvGrpSpPr/>
        <p:nvPr/>
      </p:nvGrpSpPr>
      <p:grpSpPr>
        <a:xfrm>
          <a:off x="0" y="0"/>
          <a:ext cx="0" cy="0"/>
          <a:chOff x="0" y="0"/>
          <a:chExt cx="0" cy="0"/>
        </a:xfrm>
      </p:grpSpPr>
      <p:cxnSp>
        <p:nvCxnSpPr>
          <p:cNvPr id="68" name="Google Shape;68;p8"/>
          <p:cNvCxnSpPr/>
          <p:nvPr/>
        </p:nvCxnSpPr>
        <p:spPr>
          <a:xfrm>
            <a:off x="0" y="1021802"/>
            <a:ext cx="12192000" cy="0"/>
          </a:xfrm>
          <a:prstGeom prst="straightConnector1">
            <a:avLst/>
          </a:prstGeom>
          <a:noFill/>
          <a:ln w="41275" cap="flat" cmpd="sng">
            <a:solidFill>
              <a:srgbClr val="595959"/>
            </a:solidFill>
            <a:prstDash val="solid"/>
            <a:round/>
            <a:headEnd type="none" w="sm" len="sm"/>
            <a:tailEnd type="none" w="sm" len="sm"/>
          </a:ln>
        </p:spPr>
      </p:cxnSp>
      <p:sp>
        <p:nvSpPr>
          <p:cNvPr id="69" name="Google Shape;69;p8"/>
          <p:cNvSpPr txBox="1">
            <a:spLocks noGrp="1"/>
          </p:cNvSpPr>
          <p:nvPr>
            <p:ph type="title"/>
          </p:nvPr>
        </p:nvSpPr>
        <p:spPr>
          <a:xfrm>
            <a:off x="711201" y="132551"/>
            <a:ext cx="9654976" cy="753389"/>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1"/>
              </a:buClr>
              <a:buSzPts val="2400"/>
              <a:buFont typeface="Georgia"/>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8"/>
          <p:cNvSpPr txBox="1">
            <a:spLocks noGrp="1"/>
          </p:cNvSpPr>
          <p:nvPr>
            <p:ph type="body" idx="1"/>
          </p:nvPr>
        </p:nvSpPr>
        <p:spPr>
          <a:xfrm>
            <a:off x="711200" y="1485899"/>
            <a:ext cx="10769600" cy="468267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000"/>
              <a:buFont typeface="Georgia"/>
              <a:buNone/>
              <a:defRPr/>
            </a:lvl1pPr>
            <a:lvl2pPr marL="914400" lvl="1" indent="-342900" algn="l">
              <a:lnSpc>
                <a:spcPct val="100000"/>
              </a:lnSpc>
              <a:spcBef>
                <a:spcPts val="900"/>
              </a:spcBef>
              <a:spcAft>
                <a:spcPts val="0"/>
              </a:spcAft>
              <a:buSzPts val="1800"/>
              <a:buChar char="•"/>
              <a:defRPr/>
            </a:lvl2pPr>
            <a:lvl3pPr marL="1371600" lvl="2" indent="-342900" algn="l">
              <a:lnSpc>
                <a:spcPct val="100000"/>
              </a:lnSpc>
              <a:spcBef>
                <a:spcPts val="900"/>
              </a:spcBef>
              <a:spcAft>
                <a:spcPts val="0"/>
              </a:spcAft>
              <a:buSzPts val="1800"/>
              <a:buChar char="-"/>
              <a:defRPr/>
            </a:lvl3pPr>
            <a:lvl4pPr marL="1828800" lvl="3" indent="-342900" algn="l">
              <a:lnSpc>
                <a:spcPct val="100000"/>
              </a:lnSpc>
              <a:spcBef>
                <a:spcPts val="900"/>
              </a:spcBef>
              <a:spcAft>
                <a:spcPts val="0"/>
              </a:spcAft>
              <a:buSzPts val="1800"/>
              <a:buChar char="◦"/>
              <a:defRPr/>
            </a:lvl4pPr>
            <a:lvl5pPr marL="2286000" lvl="4" indent="-342900" algn="l">
              <a:lnSpc>
                <a:spcPct val="100000"/>
              </a:lnSpc>
              <a:spcBef>
                <a:spcPts val="900"/>
              </a:spcBef>
              <a:spcAft>
                <a:spcPts val="0"/>
              </a:spcAft>
              <a:buSzPts val="1800"/>
              <a:buChar char="›"/>
              <a:defRPr/>
            </a:lvl5pPr>
            <a:lvl6pPr marL="2743200" lvl="5" indent="-342900" algn="l">
              <a:lnSpc>
                <a:spcPct val="100000"/>
              </a:lnSpc>
              <a:spcBef>
                <a:spcPts val="900"/>
              </a:spcBef>
              <a:spcAft>
                <a:spcPts val="0"/>
              </a:spcAft>
              <a:buSzPts val="1800"/>
              <a:buAutoNum type="arabicPeriod"/>
              <a:defRPr/>
            </a:lvl6pPr>
            <a:lvl7pPr marL="3200400" lvl="6" indent="-342900" algn="l">
              <a:lnSpc>
                <a:spcPct val="100000"/>
              </a:lnSpc>
              <a:spcBef>
                <a:spcPts val="900"/>
              </a:spcBef>
              <a:spcAft>
                <a:spcPts val="0"/>
              </a:spcAft>
              <a:buClr>
                <a:schemeClr val="dk1"/>
              </a:buClr>
              <a:buSzPts val="1800"/>
              <a:buAutoNum type="alphaLcPeriod"/>
              <a:defRPr/>
            </a:lvl7pPr>
            <a:lvl8pPr marL="3657600" lvl="7" indent="-342900" algn="l">
              <a:lnSpc>
                <a:spcPct val="100000"/>
              </a:lnSpc>
              <a:spcBef>
                <a:spcPts val="900"/>
              </a:spcBef>
              <a:spcAft>
                <a:spcPts val="0"/>
              </a:spcAft>
              <a:buClr>
                <a:schemeClr val="dk1"/>
              </a:buClr>
              <a:buSzPts val="1800"/>
              <a:buAutoNum type="romanLcPeriod"/>
              <a:defRPr/>
            </a:lvl8pPr>
            <a:lvl9pPr marL="4114800" lvl="8" indent="-228600" algn="l">
              <a:lnSpc>
                <a:spcPct val="100000"/>
              </a:lnSpc>
              <a:spcBef>
                <a:spcPts val="900"/>
              </a:spcBef>
              <a:spcAft>
                <a:spcPts val="900"/>
              </a:spcAft>
              <a:buClr>
                <a:schemeClr val="dk2"/>
              </a:buClr>
              <a:buSzPts val="1800"/>
              <a:buNone/>
              <a:defRPr/>
            </a:lvl9pPr>
          </a:lstStyle>
          <a:p>
            <a:endParaRPr/>
          </a:p>
        </p:txBody>
      </p:sp>
      <p:sp>
        <p:nvSpPr>
          <p:cNvPr id="71" name="Google Shape;71;p8"/>
          <p:cNvSpPr txBox="1">
            <a:spLocks noGrp="1"/>
          </p:cNvSpPr>
          <p:nvPr>
            <p:ph type="ftr" idx="11"/>
          </p:nvPr>
        </p:nvSpPr>
        <p:spPr>
          <a:xfrm>
            <a:off x="711200" y="6324600"/>
            <a:ext cx="7010400" cy="152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10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3" name="Google Shape;73;p8"/>
          <p:cNvSpPr txBox="1">
            <a:spLocks noGrp="1"/>
          </p:cNvSpPr>
          <p:nvPr>
            <p:ph type="sldNum" idx="12"/>
          </p:nvPr>
        </p:nvSpPr>
        <p:spPr>
          <a:xfrm>
            <a:off x="9448800" y="6477000"/>
            <a:ext cx="2036064" cy="152400"/>
          </a:xfrm>
          <a:prstGeom prst="rect">
            <a:avLst/>
          </a:prstGeom>
          <a:noFill/>
          <a:ln>
            <a:noFill/>
          </a:ln>
        </p:spPr>
        <p:txBody>
          <a:bodyPr spcFirstLastPara="1" wrap="square" lIns="0" tIns="0" rIns="0" bIns="0" anchor="t" anchorCtr="0">
            <a:noAutofit/>
          </a:bodyPr>
          <a:lstStyle>
            <a:lvl1pPr marL="0" lvl="0" indent="0" algn="r">
              <a:spcBef>
                <a:spcPts val="0"/>
              </a:spcBef>
              <a:buNone/>
              <a:defRPr sz="1000">
                <a:solidFill>
                  <a:schemeClr val="dk1"/>
                </a:solidFill>
                <a:latin typeface="Arial"/>
                <a:ea typeface="Arial"/>
                <a:cs typeface="Arial"/>
                <a:sym typeface="Arial"/>
              </a:defRPr>
            </a:lvl1pPr>
            <a:lvl2pPr marL="0" lvl="1" indent="0" algn="r">
              <a:spcBef>
                <a:spcPts val="0"/>
              </a:spcBef>
              <a:buNone/>
              <a:defRPr sz="1000">
                <a:solidFill>
                  <a:schemeClr val="dk1"/>
                </a:solidFill>
                <a:latin typeface="Arial"/>
                <a:ea typeface="Arial"/>
                <a:cs typeface="Arial"/>
                <a:sym typeface="Arial"/>
              </a:defRPr>
            </a:lvl2pPr>
            <a:lvl3pPr marL="0" lvl="2" indent="0" algn="r">
              <a:spcBef>
                <a:spcPts val="0"/>
              </a:spcBef>
              <a:buNone/>
              <a:defRPr sz="1000">
                <a:solidFill>
                  <a:schemeClr val="dk1"/>
                </a:solidFill>
                <a:latin typeface="Arial"/>
                <a:ea typeface="Arial"/>
                <a:cs typeface="Arial"/>
                <a:sym typeface="Arial"/>
              </a:defRPr>
            </a:lvl3pPr>
            <a:lvl4pPr marL="0" lvl="3" indent="0" algn="r">
              <a:spcBef>
                <a:spcPts val="0"/>
              </a:spcBef>
              <a:buNone/>
              <a:defRPr sz="1000">
                <a:solidFill>
                  <a:schemeClr val="dk1"/>
                </a:solidFill>
                <a:latin typeface="Arial"/>
                <a:ea typeface="Arial"/>
                <a:cs typeface="Arial"/>
                <a:sym typeface="Arial"/>
              </a:defRPr>
            </a:lvl4pPr>
            <a:lvl5pPr marL="0" lvl="4" indent="0" algn="r">
              <a:spcBef>
                <a:spcPts val="0"/>
              </a:spcBef>
              <a:buNone/>
              <a:defRPr sz="1000">
                <a:solidFill>
                  <a:schemeClr val="dk1"/>
                </a:solidFill>
                <a:latin typeface="Arial"/>
                <a:ea typeface="Arial"/>
                <a:cs typeface="Arial"/>
                <a:sym typeface="Arial"/>
              </a:defRPr>
            </a:lvl5pPr>
            <a:lvl6pPr marL="0" lvl="5" indent="0" algn="r">
              <a:spcBef>
                <a:spcPts val="0"/>
              </a:spcBef>
              <a:buNone/>
              <a:defRPr sz="1000">
                <a:solidFill>
                  <a:schemeClr val="dk1"/>
                </a:solidFill>
                <a:latin typeface="Arial"/>
                <a:ea typeface="Arial"/>
                <a:cs typeface="Arial"/>
                <a:sym typeface="Arial"/>
              </a:defRPr>
            </a:lvl6pPr>
            <a:lvl7pPr marL="0" lvl="6" indent="0" algn="r">
              <a:spcBef>
                <a:spcPts val="0"/>
              </a:spcBef>
              <a:buNone/>
              <a:defRPr sz="1000">
                <a:solidFill>
                  <a:schemeClr val="dk1"/>
                </a:solidFill>
                <a:latin typeface="Arial"/>
                <a:ea typeface="Arial"/>
                <a:cs typeface="Arial"/>
                <a:sym typeface="Arial"/>
              </a:defRPr>
            </a:lvl7pPr>
            <a:lvl8pPr marL="0" lvl="7" indent="0" algn="r">
              <a:spcBef>
                <a:spcPts val="0"/>
              </a:spcBef>
              <a:buNone/>
              <a:defRPr sz="1000">
                <a:solidFill>
                  <a:schemeClr val="dk1"/>
                </a:solidFill>
                <a:latin typeface="Arial"/>
                <a:ea typeface="Arial"/>
                <a:cs typeface="Arial"/>
                <a:sym typeface="Arial"/>
              </a:defRPr>
            </a:lvl8pPr>
            <a:lvl9pPr marL="0" lvl="8" indent="0" algn="r">
              <a:spcBef>
                <a:spcPts val="0"/>
              </a:spcBef>
              <a:buNone/>
              <a:defRPr sz="10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74" name="Google Shape;74;p8"/>
          <p:cNvSpPr txBox="1">
            <a:spLocks noGrp="1"/>
          </p:cNvSpPr>
          <p:nvPr>
            <p:ph type="dt" idx="10"/>
          </p:nvPr>
        </p:nvSpPr>
        <p:spPr>
          <a:xfrm>
            <a:off x="9448800" y="6324600"/>
            <a:ext cx="2032000" cy="152400"/>
          </a:xfrm>
          <a:prstGeom prst="rect">
            <a:avLst/>
          </a:prstGeom>
          <a:noFill/>
          <a:ln>
            <a:noFill/>
          </a:ln>
        </p:spPr>
        <p:txBody>
          <a:bodyPr spcFirstLastPara="1" wrap="square" lIns="0" tIns="0" rIns="0" bIns="0" anchor="t" anchorCtr="0">
            <a:noAutofit/>
          </a:bodyPr>
          <a:lstStyle>
            <a:lvl1pPr lvl="0" algn="r">
              <a:spcBef>
                <a:spcPts val="0"/>
              </a:spcBef>
              <a:spcAft>
                <a:spcPts val="0"/>
              </a:spcAft>
              <a:buSzPts val="1400"/>
              <a:buNone/>
              <a:defRPr sz="10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grpSp>
        <p:nvGrpSpPr>
          <p:cNvPr id="75" name="Google Shape;75;p8"/>
          <p:cNvGrpSpPr/>
          <p:nvPr/>
        </p:nvGrpSpPr>
        <p:grpSpPr>
          <a:xfrm>
            <a:off x="56098" y="131056"/>
            <a:ext cx="566856" cy="756378"/>
            <a:chOff x="56098" y="178023"/>
            <a:chExt cx="566856" cy="756378"/>
          </a:xfrm>
        </p:grpSpPr>
        <p:sp>
          <p:nvSpPr>
            <p:cNvPr id="76" name="Google Shape;76;p8"/>
            <p:cNvSpPr/>
            <p:nvPr/>
          </p:nvSpPr>
          <p:spPr>
            <a:xfrm>
              <a:off x="56098" y="341394"/>
              <a:ext cx="455026" cy="432624"/>
            </a:xfrm>
            <a:prstGeom prst="rect">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Georgia"/>
                <a:ea typeface="Georgia"/>
                <a:cs typeface="Georgia"/>
                <a:sym typeface="Georgia"/>
              </a:endParaRPr>
            </a:p>
          </p:txBody>
        </p:sp>
        <p:sp>
          <p:nvSpPr>
            <p:cNvPr id="77" name="Google Shape;77;p8"/>
            <p:cNvSpPr/>
            <p:nvPr/>
          </p:nvSpPr>
          <p:spPr>
            <a:xfrm>
              <a:off x="577235" y="178023"/>
              <a:ext cx="45719" cy="756378"/>
            </a:xfrm>
            <a:prstGeom prst="rect">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Georgia"/>
                <a:ea typeface="Georgia"/>
                <a:cs typeface="Georgia"/>
                <a:sym typeface="Georgia"/>
              </a:endParaRPr>
            </a:p>
          </p:txBody>
        </p:sp>
      </p:grpSp>
    </p:spTree>
  </p:cSld>
  <p:clrMapOvr>
    <a:masterClrMapping/>
  </p:clrMapOvr>
  <p:extLst>
    <p:ext uri="{DCECCB84-F9BA-43D5-87BE-67443E8EF086}">
      <p15:sldGuideLst xmlns:p15="http://schemas.microsoft.com/office/powerpoint/2012/main">
        <p15:guide id="1" orient="horz" pos="3886">
          <p15:clr>
            <a:srgbClr val="FBAE40"/>
          </p15:clr>
        </p15:guide>
        <p15:guide id="2" pos="448">
          <p15:clr>
            <a:srgbClr val="FBAE40"/>
          </p15:clr>
        </p15:guide>
        <p15:guide id="3" pos="7232">
          <p15:clr>
            <a:srgbClr val="FBAE40"/>
          </p15:clr>
        </p15:guide>
        <p15:guide id="4" orient="horz" pos="936">
          <p15:clr>
            <a:srgbClr val="FBAE40"/>
          </p15:clr>
        </p15:guide>
        <p15:guide id="5" orient="horz" pos="76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Three" userDrawn="1">
  <p:cSld name="Content: Three">
    <p:spTree>
      <p:nvGrpSpPr>
        <p:cNvPr id="1" name="Shape 87"/>
        <p:cNvGrpSpPr/>
        <p:nvPr/>
      </p:nvGrpSpPr>
      <p:grpSpPr>
        <a:xfrm>
          <a:off x="0" y="0"/>
          <a:ext cx="0" cy="0"/>
          <a:chOff x="0" y="0"/>
          <a:chExt cx="0" cy="0"/>
        </a:xfrm>
      </p:grpSpPr>
      <p:sp>
        <p:nvSpPr>
          <p:cNvPr id="88" name="Google Shape;88;p10"/>
          <p:cNvSpPr txBox="1">
            <a:spLocks noGrp="1"/>
          </p:cNvSpPr>
          <p:nvPr>
            <p:ph type="title"/>
          </p:nvPr>
        </p:nvSpPr>
        <p:spPr>
          <a:xfrm>
            <a:off x="711198" y="152399"/>
            <a:ext cx="10769600" cy="914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10"/>
          <p:cNvSpPr txBox="1">
            <a:spLocks noGrp="1"/>
          </p:cNvSpPr>
          <p:nvPr>
            <p:ph type="ftr" idx="11"/>
          </p:nvPr>
        </p:nvSpPr>
        <p:spPr>
          <a:xfrm>
            <a:off x="711200" y="6324600"/>
            <a:ext cx="7010400" cy="152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10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cxnSp>
        <p:nvCxnSpPr>
          <p:cNvPr id="94" name="Google Shape;94;p10"/>
          <p:cNvCxnSpPr/>
          <p:nvPr/>
        </p:nvCxnSpPr>
        <p:spPr>
          <a:xfrm rot="10800000" flipH="1">
            <a:off x="508002" y="609600"/>
            <a:ext cx="10972800" cy="152400"/>
          </a:xfrm>
          <a:prstGeom prst="bentConnector2">
            <a:avLst/>
          </a:prstGeom>
          <a:noFill/>
          <a:ln w="12700" cap="flat" cmpd="sng">
            <a:solidFill>
              <a:schemeClr val="accent3"/>
            </a:solidFill>
            <a:prstDash val="solid"/>
            <a:round/>
            <a:headEnd type="none" w="sm" len="sm"/>
            <a:tailEnd type="none" w="sm" len="sm"/>
          </a:ln>
        </p:spPr>
      </p:cxnSp>
      <p:sp>
        <p:nvSpPr>
          <p:cNvPr id="95" name="Google Shape;95;p10"/>
          <p:cNvSpPr txBox="1">
            <a:spLocks noGrp="1"/>
          </p:cNvSpPr>
          <p:nvPr>
            <p:ph type="sldNum" idx="12"/>
          </p:nvPr>
        </p:nvSpPr>
        <p:spPr>
          <a:xfrm>
            <a:off x="9448800" y="6477000"/>
            <a:ext cx="2036064" cy="152400"/>
          </a:xfrm>
          <a:prstGeom prst="rect">
            <a:avLst/>
          </a:prstGeom>
          <a:noFill/>
          <a:ln>
            <a:noFill/>
          </a:ln>
        </p:spPr>
        <p:txBody>
          <a:bodyPr spcFirstLastPara="1" wrap="square" lIns="0" tIns="0" rIns="0" bIns="0" anchor="t" anchorCtr="0">
            <a:noAutofit/>
          </a:bodyPr>
          <a:lstStyle>
            <a:lvl1pPr marL="0" lvl="0" indent="0" algn="r">
              <a:spcBef>
                <a:spcPts val="0"/>
              </a:spcBef>
              <a:buNone/>
              <a:defRPr sz="1000">
                <a:solidFill>
                  <a:schemeClr val="dk1"/>
                </a:solidFill>
                <a:latin typeface="Arial"/>
                <a:ea typeface="Arial"/>
                <a:cs typeface="Arial"/>
                <a:sym typeface="Arial"/>
              </a:defRPr>
            </a:lvl1pPr>
            <a:lvl2pPr marL="0" lvl="1" indent="0" algn="r">
              <a:spcBef>
                <a:spcPts val="0"/>
              </a:spcBef>
              <a:buNone/>
              <a:defRPr sz="1000">
                <a:solidFill>
                  <a:schemeClr val="dk1"/>
                </a:solidFill>
                <a:latin typeface="Arial"/>
                <a:ea typeface="Arial"/>
                <a:cs typeface="Arial"/>
                <a:sym typeface="Arial"/>
              </a:defRPr>
            </a:lvl2pPr>
            <a:lvl3pPr marL="0" lvl="2" indent="0" algn="r">
              <a:spcBef>
                <a:spcPts val="0"/>
              </a:spcBef>
              <a:buNone/>
              <a:defRPr sz="1000">
                <a:solidFill>
                  <a:schemeClr val="dk1"/>
                </a:solidFill>
                <a:latin typeface="Arial"/>
                <a:ea typeface="Arial"/>
                <a:cs typeface="Arial"/>
                <a:sym typeface="Arial"/>
              </a:defRPr>
            </a:lvl3pPr>
            <a:lvl4pPr marL="0" lvl="3" indent="0" algn="r">
              <a:spcBef>
                <a:spcPts val="0"/>
              </a:spcBef>
              <a:buNone/>
              <a:defRPr sz="1000">
                <a:solidFill>
                  <a:schemeClr val="dk1"/>
                </a:solidFill>
                <a:latin typeface="Arial"/>
                <a:ea typeface="Arial"/>
                <a:cs typeface="Arial"/>
                <a:sym typeface="Arial"/>
              </a:defRPr>
            </a:lvl4pPr>
            <a:lvl5pPr marL="0" lvl="4" indent="0" algn="r">
              <a:spcBef>
                <a:spcPts val="0"/>
              </a:spcBef>
              <a:buNone/>
              <a:defRPr sz="1000">
                <a:solidFill>
                  <a:schemeClr val="dk1"/>
                </a:solidFill>
                <a:latin typeface="Arial"/>
                <a:ea typeface="Arial"/>
                <a:cs typeface="Arial"/>
                <a:sym typeface="Arial"/>
              </a:defRPr>
            </a:lvl5pPr>
            <a:lvl6pPr marL="0" lvl="5" indent="0" algn="r">
              <a:spcBef>
                <a:spcPts val="0"/>
              </a:spcBef>
              <a:buNone/>
              <a:defRPr sz="1000">
                <a:solidFill>
                  <a:schemeClr val="dk1"/>
                </a:solidFill>
                <a:latin typeface="Arial"/>
                <a:ea typeface="Arial"/>
                <a:cs typeface="Arial"/>
                <a:sym typeface="Arial"/>
              </a:defRPr>
            </a:lvl6pPr>
            <a:lvl7pPr marL="0" lvl="6" indent="0" algn="r">
              <a:spcBef>
                <a:spcPts val="0"/>
              </a:spcBef>
              <a:buNone/>
              <a:defRPr sz="1000">
                <a:solidFill>
                  <a:schemeClr val="dk1"/>
                </a:solidFill>
                <a:latin typeface="Arial"/>
                <a:ea typeface="Arial"/>
                <a:cs typeface="Arial"/>
                <a:sym typeface="Arial"/>
              </a:defRPr>
            </a:lvl7pPr>
            <a:lvl8pPr marL="0" lvl="7" indent="0" algn="r">
              <a:spcBef>
                <a:spcPts val="0"/>
              </a:spcBef>
              <a:buNone/>
              <a:defRPr sz="1000">
                <a:solidFill>
                  <a:schemeClr val="dk1"/>
                </a:solidFill>
                <a:latin typeface="Arial"/>
                <a:ea typeface="Arial"/>
                <a:cs typeface="Arial"/>
                <a:sym typeface="Arial"/>
              </a:defRPr>
            </a:lvl8pPr>
            <a:lvl9pPr marL="0" lvl="8" indent="0" algn="r">
              <a:spcBef>
                <a:spcPts val="0"/>
              </a:spcBef>
              <a:buNone/>
              <a:defRPr sz="10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96" name="Google Shape;96;p10"/>
          <p:cNvSpPr txBox="1">
            <a:spLocks noGrp="1"/>
          </p:cNvSpPr>
          <p:nvPr>
            <p:ph type="dt" idx="10"/>
          </p:nvPr>
        </p:nvSpPr>
        <p:spPr>
          <a:xfrm>
            <a:off x="9448800" y="6324600"/>
            <a:ext cx="2032000" cy="152400"/>
          </a:xfrm>
          <a:prstGeom prst="rect">
            <a:avLst/>
          </a:prstGeom>
          <a:noFill/>
          <a:ln>
            <a:noFill/>
          </a:ln>
        </p:spPr>
        <p:txBody>
          <a:bodyPr spcFirstLastPara="1" wrap="square" lIns="0" tIns="0" rIns="0" bIns="0" anchor="t" anchorCtr="0">
            <a:noAutofit/>
          </a:bodyPr>
          <a:lstStyle>
            <a:lvl1pPr lvl="0" algn="r">
              <a:spcBef>
                <a:spcPts val="0"/>
              </a:spcBef>
              <a:spcAft>
                <a:spcPts val="0"/>
              </a:spcAft>
              <a:buSzPts val="1400"/>
              <a:buNone/>
              <a:defRPr sz="10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Three" preserve="1">
  <p:cSld name="1_Content: Three">
    <p:spTree>
      <p:nvGrpSpPr>
        <p:cNvPr id="1" name="Shape 87"/>
        <p:cNvGrpSpPr/>
        <p:nvPr/>
      </p:nvGrpSpPr>
      <p:grpSpPr>
        <a:xfrm>
          <a:off x="0" y="0"/>
          <a:ext cx="0" cy="0"/>
          <a:chOff x="0" y="0"/>
          <a:chExt cx="0" cy="0"/>
        </a:xfrm>
      </p:grpSpPr>
      <p:sp>
        <p:nvSpPr>
          <p:cNvPr id="88" name="Google Shape;88;p10"/>
          <p:cNvSpPr txBox="1">
            <a:spLocks noGrp="1"/>
          </p:cNvSpPr>
          <p:nvPr>
            <p:ph type="title"/>
          </p:nvPr>
        </p:nvSpPr>
        <p:spPr>
          <a:xfrm>
            <a:off x="711198" y="152399"/>
            <a:ext cx="10769600" cy="914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0"/>
          <p:cNvSpPr txBox="1">
            <a:spLocks noGrp="1"/>
          </p:cNvSpPr>
          <p:nvPr>
            <p:ph type="body" idx="1"/>
          </p:nvPr>
        </p:nvSpPr>
        <p:spPr>
          <a:xfrm>
            <a:off x="711200" y="1752602"/>
            <a:ext cx="3454400" cy="441959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800"/>
              <a:buNone/>
              <a:defRPr/>
            </a:lvl1pPr>
            <a:lvl2pPr marL="914400" lvl="1" indent="-342900" algn="l">
              <a:lnSpc>
                <a:spcPct val="100000"/>
              </a:lnSpc>
              <a:spcBef>
                <a:spcPts val="900"/>
              </a:spcBef>
              <a:spcAft>
                <a:spcPts val="0"/>
              </a:spcAft>
              <a:buSzPts val="1800"/>
              <a:buChar char="•"/>
              <a:defRPr/>
            </a:lvl2pPr>
            <a:lvl3pPr marL="1371600" lvl="2" indent="-342900" algn="l">
              <a:lnSpc>
                <a:spcPct val="100000"/>
              </a:lnSpc>
              <a:spcBef>
                <a:spcPts val="900"/>
              </a:spcBef>
              <a:spcAft>
                <a:spcPts val="0"/>
              </a:spcAft>
              <a:buSzPts val="1800"/>
              <a:buChar char="-"/>
              <a:defRPr/>
            </a:lvl3pPr>
            <a:lvl4pPr marL="1828800" lvl="3" indent="-342900" algn="l">
              <a:lnSpc>
                <a:spcPct val="100000"/>
              </a:lnSpc>
              <a:spcBef>
                <a:spcPts val="900"/>
              </a:spcBef>
              <a:spcAft>
                <a:spcPts val="0"/>
              </a:spcAft>
              <a:buSzPts val="1800"/>
              <a:buChar char="◦"/>
              <a:defRPr/>
            </a:lvl4pPr>
            <a:lvl5pPr marL="2286000" lvl="4" indent="-342900" algn="l">
              <a:lnSpc>
                <a:spcPct val="100000"/>
              </a:lnSpc>
              <a:spcBef>
                <a:spcPts val="900"/>
              </a:spcBef>
              <a:spcAft>
                <a:spcPts val="0"/>
              </a:spcAft>
              <a:buSzPts val="1800"/>
              <a:buChar char="›"/>
              <a:defRPr/>
            </a:lvl5pPr>
            <a:lvl6pPr marL="2743200" lvl="5" indent="-342900" algn="l">
              <a:lnSpc>
                <a:spcPct val="100000"/>
              </a:lnSpc>
              <a:spcBef>
                <a:spcPts val="900"/>
              </a:spcBef>
              <a:spcAft>
                <a:spcPts val="0"/>
              </a:spcAft>
              <a:buSzPts val="1800"/>
              <a:buAutoNum type="arabicPeriod"/>
              <a:defRPr/>
            </a:lvl6pPr>
            <a:lvl7pPr marL="3200400" lvl="6" indent="-342900" algn="l">
              <a:lnSpc>
                <a:spcPct val="100000"/>
              </a:lnSpc>
              <a:spcBef>
                <a:spcPts val="900"/>
              </a:spcBef>
              <a:spcAft>
                <a:spcPts val="0"/>
              </a:spcAft>
              <a:buClr>
                <a:schemeClr val="dk1"/>
              </a:buClr>
              <a:buSzPts val="1800"/>
              <a:buAutoNum type="alphaLcPeriod"/>
              <a:defRPr/>
            </a:lvl7pPr>
            <a:lvl8pPr marL="3657600" lvl="7" indent="-342900" algn="l">
              <a:lnSpc>
                <a:spcPct val="100000"/>
              </a:lnSpc>
              <a:spcBef>
                <a:spcPts val="900"/>
              </a:spcBef>
              <a:spcAft>
                <a:spcPts val="0"/>
              </a:spcAft>
              <a:buClr>
                <a:schemeClr val="dk1"/>
              </a:buClr>
              <a:buSzPts val="1800"/>
              <a:buAutoNum type="romanLcPeriod"/>
              <a:defRPr/>
            </a:lvl8pPr>
            <a:lvl9pPr marL="4114800" lvl="8" indent="-228600" algn="l">
              <a:lnSpc>
                <a:spcPct val="100000"/>
              </a:lnSpc>
              <a:spcBef>
                <a:spcPts val="900"/>
              </a:spcBef>
              <a:spcAft>
                <a:spcPts val="900"/>
              </a:spcAft>
              <a:buClr>
                <a:schemeClr val="dk2"/>
              </a:buClr>
              <a:buSzPts val="1800"/>
              <a:buNone/>
              <a:defRPr/>
            </a:lvl9pPr>
          </a:lstStyle>
          <a:p>
            <a:endParaRPr/>
          </a:p>
        </p:txBody>
      </p:sp>
      <p:sp>
        <p:nvSpPr>
          <p:cNvPr id="90" name="Google Shape;90;p10"/>
          <p:cNvSpPr txBox="1">
            <a:spLocks noGrp="1"/>
          </p:cNvSpPr>
          <p:nvPr>
            <p:ph type="body" idx="2"/>
          </p:nvPr>
        </p:nvSpPr>
        <p:spPr>
          <a:xfrm>
            <a:off x="4368802" y="1752602"/>
            <a:ext cx="3454399" cy="441959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800"/>
              <a:buNone/>
              <a:defRPr/>
            </a:lvl1pPr>
            <a:lvl2pPr marL="914400" lvl="1" indent="-342900" algn="l">
              <a:lnSpc>
                <a:spcPct val="100000"/>
              </a:lnSpc>
              <a:spcBef>
                <a:spcPts val="900"/>
              </a:spcBef>
              <a:spcAft>
                <a:spcPts val="0"/>
              </a:spcAft>
              <a:buSzPts val="1800"/>
              <a:buChar char="•"/>
              <a:defRPr/>
            </a:lvl2pPr>
            <a:lvl3pPr marL="1371600" lvl="2" indent="-342900" algn="l">
              <a:lnSpc>
                <a:spcPct val="100000"/>
              </a:lnSpc>
              <a:spcBef>
                <a:spcPts val="900"/>
              </a:spcBef>
              <a:spcAft>
                <a:spcPts val="0"/>
              </a:spcAft>
              <a:buSzPts val="1800"/>
              <a:buChar char="-"/>
              <a:defRPr/>
            </a:lvl3pPr>
            <a:lvl4pPr marL="1828800" lvl="3" indent="-342900" algn="l">
              <a:lnSpc>
                <a:spcPct val="100000"/>
              </a:lnSpc>
              <a:spcBef>
                <a:spcPts val="900"/>
              </a:spcBef>
              <a:spcAft>
                <a:spcPts val="0"/>
              </a:spcAft>
              <a:buSzPts val="1800"/>
              <a:buChar char="◦"/>
              <a:defRPr/>
            </a:lvl4pPr>
            <a:lvl5pPr marL="2286000" lvl="4" indent="-342900" algn="l">
              <a:lnSpc>
                <a:spcPct val="100000"/>
              </a:lnSpc>
              <a:spcBef>
                <a:spcPts val="900"/>
              </a:spcBef>
              <a:spcAft>
                <a:spcPts val="0"/>
              </a:spcAft>
              <a:buSzPts val="1800"/>
              <a:buChar char="›"/>
              <a:defRPr/>
            </a:lvl5pPr>
            <a:lvl6pPr marL="2743200" lvl="5" indent="-342900" algn="l">
              <a:lnSpc>
                <a:spcPct val="100000"/>
              </a:lnSpc>
              <a:spcBef>
                <a:spcPts val="900"/>
              </a:spcBef>
              <a:spcAft>
                <a:spcPts val="0"/>
              </a:spcAft>
              <a:buSzPts val="1800"/>
              <a:buAutoNum type="arabicPeriod"/>
              <a:defRPr/>
            </a:lvl6pPr>
            <a:lvl7pPr marL="3200400" lvl="6" indent="-342900" algn="l">
              <a:lnSpc>
                <a:spcPct val="100000"/>
              </a:lnSpc>
              <a:spcBef>
                <a:spcPts val="900"/>
              </a:spcBef>
              <a:spcAft>
                <a:spcPts val="0"/>
              </a:spcAft>
              <a:buClr>
                <a:schemeClr val="dk1"/>
              </a:buClr>
              <a:buSzPts val="1800"/>
              <a:buAutoNum type="alphaLcPeriod"/>
              <a:defRPr/>
            </a:lvl7pPr>
            <a:lvl8pPr marL="3657600" lvl="7" indent="-342900" algn="l">
              <a:lnSpc>
                <a:spcPct val="100000"/>
              </a:lnSpc>
              <a:spcBef>
                <a:spcPts val="900"/>
              </a:spcBef>
              <a:spcAft>
                <a:spcPts val="0"/>
              </a:spcAft>
              <a:buClr>
                <a:schemeClr val="dk1"/>
              </a:buClr>
              <a:buSzPts val="1800"/>
              <a:buAutoNum type="romanLcPeriod"/>
              <a:defRPr/>
            </a:lvl8pPr>
            <a:lvl9pPr marL="4114800" lvl="8" indent="-228600" algn="l">
              <a:lnSpc>
                <a:spcPct val="100000"/>
              </a:lnSpc>
              <a:spcBef>
                <a:spcPts val="900"/>
              </a:spcBef>
              <a:spcAft>
                <a:spcPts val="900"/>
              </a:spcAft>
              <a:buClr>
                <a:schemeClr val="dk2"/>
              </a:buClr>
              <a:buSzPts val="1800"/>
              <a:buNone/>
              <a:defRPr/>
            </a:lvl9pPr>
          </a:lstStyle>
          <a:p>
            <a:endParaRPr/>
          </a:p>
        </p:txBody>
      </p:sp>
      <p:sp>
        <p:nvSpPr>
          <p:cNvPr id="91" name="Google Shape;91;p10"/>
          <p:cNvSpPr txBox="1">
            <a:spLocks noGrp="1"/>
          </p:cNvSpPr>
          <p:nvPr>
            <p:ph type="body" idx="3"/>
          </p:nvPr>
        </p:nvSpPr>
        <p:spPr>
          <a:xfrm>
            <a:off x="8026400" y="1752602"/>
            <a:ext cx="3454400" cy="441959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800"/>
              <a:buNone/>
              <a:defRPr/>
            </a:lvl1pPr>
            <a:lvl2pPr marL="914400" lvl="1" indent="-342900" algn="l">
              <a:lnSpc>
                <a:spcPct val="100000"/>
              </a:lnSpc>
              <a:spcBef>
                <a:spcPts val="900"/>
              </a:spcBef>
              <a:spcAft>
                <a:spcPts val="0"/>
              </a:spcAft>
              <a:buSzPts val="1800"/>
              <a:buChar char="•"/>
              <a:defRPr/>
            </a:lvl2pPr>
            <a:lvl3pPr marL="1371600" lvl="2" indent="-342900" algn="l">
              <a:lnSpc>
                <a:spcPct val="100000"/>
              </a:lnSpc>
              <a:spcBef>
                <a:spcPts val="900"/>
              </a:spcBef>
              <a:spcAft>
                <a:spcPts val="0"/>
              </a:spcAft>
              <a:buSzPts val="1800"/>
              <a:buChar char="-"/>
              <a:defRPr/>
            </a:lvl3pPr>
            <a:lvl4pPr marL="1828800" lvl="3" indent="-342900" algn="l">
              <a:lnSpc>
                <a:spcPct val="100000"/>
              </a:lnSpc>
              <a:spcBef>
                <a:spcPts val="900"/>
              </a:spcBef>
              <a:spcAft>
                <a:spcPts val="0"/>
              </a:spcAft>
              <a:buSzPts val="1800"/>
              <a:buChar char="◦"/>
              <a:defRPr/>
            </a:lvl4pPr>
            <a:lvl5pPr marL="2286000" lvl="4" indent="-342900" algn="l">
              <a:lnSpc>
                <a:spcPct val="100000"/>
              </a:lnSpc>
              <a:spcBef>
                <a:spcPts val="900"/>
              </a:spcBef>
              <a:spcAft>
                <a:spcPts val="0"/>
              </a:spcAft>
              <a:buSzPts val="1800"/>
              <a:buChar char="›"/>
              <a:defRPr/>
            </a:lvl5pPr>
            <a:lvl6pPr marL="2743200" lvl="5" indent="-342900" algn="l">
              <a:lnSpc>
                <a:spcPct val="100000"/>
              </a:lnSpc>
              <a:spcBef>
                <a:spcPts val="900"/>
              </a:spcBef>
              <a:spcAft>
                <a:spcPts val="0"/>
              </a:spcAft>
              <a:buSzPts val="1800"/>
              <a:buAutoNum type="arabicPeriod"/>
              <a:defRPr/>
            </a:lvl6pPr>
            <a:lvl7pPr marL="3200400" lvl="6" indent="-342900" algn="l">
              <a:lnSpc>
                <a:spcPct val="100000"/>
              </a:lnSpc>
              <a:spcBef>
                <a:spcPts val="900"/>
              </a:spcBef>
              <a:spcAft>
                <a:spcPts val="0"/>
              </a:spcAft>
              <a:buClr>
                <a:schemeClr val="dk1"/>
              </a:buClr>
              <a:buSzPts val="1800"/>
              <a:buAutoNum type="alphaLcPeriod"/>
              <a:defRPr/>
            </a:lvl7pPr>
            <a:lvl8pPr marL="3657600" lvl="7" indent="-342900" algn="l">
              <a:lnSpc>
                <a:spcPct val="100000"/>
              </a:lnSpc>
              <a:spcBef>
                <a:spcPts val="900"/>
              </a:spcBef>
              <a:spcAft>
                <a:spcPts val="0"/>
              </a:spcAft>
              <a:buClr>
                <a:schemeClr val="dk1"/>
              </a:buClr>
              <a:buSzPts val="1800"/>
              <a:buAutoNum type="romanLcPeriod"/>
              <a:defRPr/>
            </a:lvl8pPr>
            <a:lvl9pPr marL="4114800" lvl="8" indent="-228600" algn="l">
              <a:lnSpc>
                <a:spcPct val="100000"/>
              </a:lnSpc>
              <a:spcBef>
                <a:spcPts val="900"/>
              </a:spcBef>
              <a:spcAft>
                <a:spcPts val="900"/>
              </a:spcAft>
              <a:buClr>
                <a:schemeClr val="dk2"/>
              </a:buClr>
              <a:buSzPts val="1800"/>
              <a:buNone/>
              <a:defRPr/>
            </a:lvl9pPr>
          </a:lstStyle>
          <a:p>
            <a:endParaRPr/>
          </a:p>
        </p:txBody>
      </p:sp>
      <p:sp>
        <p:nvSpPr>
          <p:cNvPr id="92" name="Google Shape;92;p10"/>
          <p:cNvSpPr txBox="1">
            <a:spLocks noGrp="1"/>
          </p:cNvSpPr>
          <p:nvPr>
            <p:ph type="ftr" idx="11"/>
          </p:nvPr>
        </p:nvSpPr>
        <p:spPr>
          <a:xfrm>
            <a:off x="711200" y="6324600"/>
            <a:ext cx="7010400" cy="152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10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cxnSp>
        <p:nvCxnSpPr>
          <p:cNvPr id="94" name="Google Shape;94;p10"/>
          <p:cNvCxnSpPr/>
          <p:nvPr/>
        </p:nvCxnSpPr>
        <p:spPr>
          <a:xfrm rot="10800000" flipH="1">
            <a:off x="508002" y="609600"/>
            <a:ext cx="10972800" cy="152400"/>
          </a:xfrm>
          <a:prstGeom prst="bentConnector2">
            <a:avLst/>
          </a:prstGeom>
          <a:noFill/>
          <a:ln w="12700" cap="flat" cmpd="sng">
            <a:solidFill>
              <a:schemeClr val="dk2"/>
            </a:solidFill>
            <a:prstDash val="solid"/>
            <a:round/>
            <a:headEnd type="none" w="sm" len="sm"/>
            <a:tailEnd type="none" w="sm" len="sm"/>
          </a:ln>
        </p:spPr>
      </p:cxnSp>
      <p:sp>
        <p:nvSpPr>
          <p:cNvPr id="95" name="Google Shape;95;p10"/>
          <p:cNvSpPr txBox="1">
            <a:spLocks noGrp="1"/>
          </p:cNvSpPr>
          <p:nvPr>
            <p:ph type="sldNum" idx="12"/>
          </p:nvPr>
        </p:nvSpPr>
        <p:spPr>
          <a:xfrm>
            <a:off x="9448800" y="6477000"/>
            <a:ext cx="2036064" cy="152400"/>
          </a:xfrm>
          <a:prstGeom prst="rect">
            <a:avLst/>
          </a:prstGeom>
          <a:noFill/>
          <a:ln>
            <a:noFill/>
          </a:ln>
        </p:spPr>
        <p:txBody>
          <a:bodyPr spcFirstLastPara="1" wrap="square" lIns="0" tIns="0" rIns="0" bIns="0" anchor="t" anchorCtr="0">
            <a:noAutofit/>
          </a:bodyPr>
          <a:lstStyle>
            <a:lvl1pPr marL="0" lvl="0" indent="0" algn="r">
              <a:spcBef>
                <a:spcPts val="0"/>
              </a:spcBef>
              <a:buNone/>
              <a:defRPr sz="1000">
                <a:solidFill>
                  <a:schemeClr val="dk1"/>
                </a:solidFill>
                <a:latin typeface="Arial"/>
                <a:ea typeface="Arial"/>
                <a:cs typeface="Arial"/>
                <a:sym typeface="Arial"/>
              </a:defRPr>
            </a:lvl1pPr>
            <a:lvl2pPr marL="0" lvl="1" indent="0" algn="r">
              <a:spcBef>
                <a:spcPts val="0"/>
              </a:spcBef>
              <a:buNone/>
              <a:defRPr sz="1000">
                <a:solidFill>
                  <a:schemeClr val="dk1"/>
                </a:solidFill>
                <a:latin typeface="Arial"/>
                <a:ea typeface="Arial"/>
                <a:cs typeface="Arial"/>
                <a:sym typeface="Arial"/>
              </a:defRPr>
            </a:lvl2pPr>
            <a:lvl3pPr marL="0" lvl="2" indent="0" algn="r">
              <a:spcBef>
                <a:spcPts val="0"/>
              </a:spcBef>
              <a:buNone/>
              <a:defRPr sz="1000">
                <a:solidFill>
                  <a:schemeClr val="dk1"/>
                </a:solidFill>
                <a:latin typeface="Arial"/>
                <a:ea typeface="Arial"/>
                <a:cs typeface="Arial"/>
                <a:sym typeface="Arial"/>
              </a:defRPr>
            </a:lvl3pPr>
            <a:lvl4pPr marL="0" lvl="3" indent="0" algn="r">
              <a:spcBef>
                <a:spcPts val="0"/>
              </a:spcBef>
              <a:buNone/>
              <a:defRPr sz="1000">
                <a:solidFill>
                  <a:schemeClr val="dk1"/>
                </a:solidFill>
                <a:latin typeface="Arial"/>
                <a:ea typeface="Arial"/>
                <a:cs typeface="Arial"/>
                <a:sym typeface="Arial"/>
              </a:defRPr>
            </a:lvl4pPr>
            <a:lvl5pPr marL="0" lvl="4" indent="0" algn="r">
              <a:spcBef>
                <a:spcPts val="0"/>
              </a:spcBef>
              <a:buNone/>
              <a:defRPr sz="1000">
                <a:solidFill>
                  <a:schemeClr val="dk1"/>
                </a:solidFill>
                <a:latin typeface="Arial"/>
                <a:ea typeface="Arial"/>
                <a:cs typeface="Arial"/>
                <a:sym typeface="Arial"/>
              </a:defRPr>
            </a:lvl5pPr>
            <a:lvl6pPr marL="0" lvl="5" indent="0" algn="r">
              <a:spcBef>
                <a:spcPts val="0"/>
              </a:spcBef>
              <a:buNone/>
              <a:defRPr sz="1000">
                <a:solidFill>
                  <a:schemeClr val="dk1"/>
                </a:solidFill>
                <a:latin typeface="Arial"/>
                <a:ea typeface="Arial"/>
                <a:cs typeface="Arial"/>
                <a:sym typeface="Arial"/>
              </a:defRPr>
            </a:lvl6pPr>
            <a:lvl7pPr marL="0" lvl="6" indent="0" algn="r">
              <a:spcBef>
                <a:spcPts val="0"/>
              </a:spcBef>
              <a:buNone/>
              <a:defRPr sz="1000">
                <a:solidFill>
                  <a:schemeClr val="dk1"/>
                </a:solidFill>
                <a:latin typeface="Arial"/>
                <a:ea typeface="Arial"/>
                <a:cs typeface="Arial"/>
                <a:sym typeface="Arial"/>
              </a:defRPr>
            </a:lvl7pPr>
            <a:lvl8pPr marL="0" lvl="7" indent="0" algn="r">
              <a:spcBef>
                <a:spcPts val="0"/>
              </a:spcBef>
              <a:buNone/>
              <a:defRPr sz="1000">
                <a:solidFill>
                  <a:schemeClr val="dk1"/>
                </a:solidFill>
                <a:latin typeface="Arial"/>
                <a:ea typeface="Arial"/>
                <a:cs typeface="Arial"/>
                <a:sym typeface="Arial"/>
              </a:defRPr>
            </a:lvl8pPr>
            <a:lvl9pPr marL="0" lvl="8" indent="0" algn="r">
              <a:spcBef>
                <a:spcPts val="0"/>
              </a:spcBef>
              <a:buNone/>
              <a:defRPr sz="10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96" name="Google Shape;96;p10"/>
          <p:cNvSpPr txBox="1">
            <a:spLocks noGrp="1"/>
          </p:cNvSpPr>
          <p:nvPr>
            <p:ph type="dt" idx="10"/>
          </p:nvPr>
        </p:nvSpPr>
        <p:spPr>
          <a:xfrm>
            <a:off x="9448800" y="6324600"/>
            <a:ext cx="2032000" cy="152400"/>
          </a:xfrm>
          <a:prstGeom prst="rect">
            <a:avLst/>
          </a:prstGeom>
          <a:noFill/>
          <a:ln>
            <a:noFill/>
          </a:ln>
        </p:spPr>
        <p:txBody>
          <a:bodyPr spcFirstLastPara="1" wrap="square" lIns="0" tIns="0" rIns="0" bIns="0" anchor="t" anchorCtr="0">
            <a:noAutofit/>
          </a:bodyPr>
          <a:lstStyle>
            <a:lvl1pPr lvl="0" algn="r">
              <a:spcBef>
                <a:spcPts val="0"/>
              </a:spcBef>
              <a:spcAft>
                <a:spcPts val="0"/>
              </a:spcAft>
              <a:buSzPts val="1400"/>
              <a:buNone/>
              <a:defRPr sz="10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Tree>
    <p:extLst>
      <p:ext uri="{BB962C8B-B14F-4D97-AF65-F5344CB8AC3E}">
        <p14:creationId xmlns:p14="http://schemas.microsoft.com/office/powerpoint/2010/main" val="4033033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Three" preserve="1">
  <p:cSld name="1_Content: Three">
    <p:spTree>
      <p:nvGrpSpPr>
        <p:cNvPr id="1" name="Shape 87"/>
        <p:cNvGrpSpPr/>
        <p:nvPr/>
      </p:nvGrpSpPr>
      <p:grpSpPr>
        <a:xfrm>
          <a:off x="0" y="0"/>
          <a:ext cx="0" cy="0"/>
          <a:chOff x="0" y="0"/>
          <a:chExt cx="0" cy="0"/>
        </a:xfrm>
      </p:grpSpPr>
      <p:sp>
        <p:nvSpPr>
          <p:cNvPr id="88" name="Google Shape;88;p10"/>
          <p:cNvSpPr txBox="1">
            <a:spLocks noGrp="1"/>
          </p:cNvSpPr>
          <p:nvPr>
            <p:ph type="title"/>
          </p:nvPr>
        </p:nvSpPr>
        <p:spPr>
          <a:xfrm>
            <a:off x="711198" y="152399"/>
            <a:ext cx="10769600" cy="914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0"/>
          <p:cNvSpPr txBox="1">
            <a:spLocks noGrp="1"/>
          </p:cNvSpPr>
          <p:nvPr>
            <p:ph type="body" idx="1"/>
          </p:nvPr>
        </p:nvSpPr>
        <p:spPr>
          <a:xfrm>
            <a:off x="711200" y="1752602"/>
            <a:ext cx="3454400" cy="441959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800"/>
              <a:buNone/>
              <a:defRPr/>
            </a:lvl1pPr>
            <a:lvl2pPr marL="914400" lvl="1" indent="-342900" algn="l">
              <a:lnSpc>
                <a:spcPct val="100000"/>
              </a:lnSpc>
              <a:spcBef>
                <a:spcPts val="900"/>
              </a:spcBef>
              <a:spcAft>
                <a:spcPts val="0"/>
              </a:spcAft>
              <a:buSzPts val="1800"/>
              <a:buChar char="•"/>
              <a:defRPr/>
            </a:lvl2pPr>
            <a:lvl3pPr marL="1371600" lvl="2" indent="-342900" algn="l">
              <a:lnSpc>
                <a:spcPct val="100000"/>
              </a:lnSpc>
              <a:spcBef>
                <a:spcPts val="900"/>
              </a:spcBef>
              <a:spcAft>
                <a:spcPts val="0"/>
              </a:spcAft>
              <a:buSzPts val="1800"/>
              <a:buChar char="-"/>
              <a:defRPr/>
            </a:lvl3pPr>
            <a:lvl4pPr marL="1828800" lvl="3" indent="-342900" algn="l">
              <a:lnSpc>
                <a:spcPct val="100000"/>
              </a:lnSpc>
              <a:spcBef>
                <a:spcPts val="900"/>
              </a:spcBef>
              <a:spcAft>
                <a:spcPts val="0"/>
              </a:spcAft>
              <a:buSzPts val="1800"/>
              <a:buChar char="◦"/>
              <a:defRPr/>
            </a:lvl4pPr>
            <a:lvl5pPr marL="2286000" lvl="4" indent="-342900" algn="l">
              <a:lnSpc>
                <a:spcPct val="100000"/>
              </a:lnSpc>
              <a:spcBef>
                <a:spcPts val="900"/>
              </a:spcBef>
              <a:spcAft>
                <a:spcPts val="0"/>
              </a:spcAft>
              <a:buSzPts val="1800"/>
              <a:buChar char="›"/>
              <a:defRPr/>
            </a:lvl5pPr>
            <a:lvl6pPr marL="2743200" lvl="5" indent="-342900" algn="l">
              <a:lnSpc>
                <a:spcPct val="100000"/>
              </a:lnSpc>
              <a:spcBef>
                <a:spcPts val="900"/>
              </a:spcBef>
              <a:spcAft>
                <a:spcPts val="0"/>
              </a:spcAft>
              <a:buSzPts val="1800"/>
              <a:buAutoNum type="arabicPeriod"/>
              <a:defRPr/>
            </a:lvl6pPr>
            <a:lvl7pPr marL="3200400" lvl="6" indent="-342900" algn="l">
              <a:lnSpc>
                <a:spcPct val="100000"/>
              </a:lnSpc>
              <a:spcBef>
                <a:spcPts val="900"/>
              </a:spcBef>
              <a:spcAft>
                <a:spcPts val="0"/>
              </a:spcAft>
              <a:buClr>
                <a:schemeClr val="dk1"/>
              </a:buClr>
              <a:buSzPts val="1800"/>
              <a:buAutoNum type="alphaLcPeriod"/>
              <a:defRPr/>
            </a:lvl7pPr>
            <a:lvl8pPr marL="3657600" lvl="7" indent="-342900" algn="l">
              <a:lnSpc>
                <a:spcPct val="100000"/>
              </a:lnSpc>
              <a:spcBef>
                <a:spcPts val="900"/>
              </a:spcBef>
              <a:spcAft>
                <a:spcPts val="0"/>
              </a:spcAft>
              <a:buClr>
                <a:schemeClr val="dk1"/>
              </a:buClr>
              <a:buSzPts val="1800"/>
              <a:buAutoNum type="romanLcPeriod"/>
              <a:defRPr/>
            </a:lvl8pPr>
            <a:lvl9pPr marL="4114800" lvl="8" indent="-228600" algn="l">
              <a:lnSpc>
                <a:spcPct val="100000"/>
              </a:lnSpc>
              <a:spcBef>
                <a:spcPts val="900"/>
              </a:spcBef>
              <a:spcAft>
                <a:spcPts val="900"/>
              </a:spcAft>
              <a:buClr>
                <a:schemeClr val="dk2"/>
              </a:buClr>
              <a:buSzPts val="1800"/>
              <a:buNone/>
              <a:defRPr/>
            </a:lvl9pPr>
          </a:lstStyle>
          <a:p>
            <a:endParaRPr/>
          </a:p>
        </p:txBody>
      </p:sp>
      <p:sp>
        <p:nvSpPr>
          <p:cNvPr id="90" name="Google Shape;90;p10"/>
          <p:cNvSpPr txBox="1">
            <a:spLocks noGrp="1"/>
          </p:cNvSpPr>
          <p:nvPr>
            <p:ph type="body" idx="2"/>
          </p:nvPr>
        </p:nvSpPr>
        <p:spPr>
          <a:xfrm>
            <a:off x="4368802" y="1752602"/>
            <a:ext cx="3454399" cy="441959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800"/>
              <a:buNone/>
              <a:defRPr/>
            </a:lvl1pPr>
            <a:lvl2pPr marL="914400" lvl="1" indent="-342900" algn="l">
              <a:lnSpc>
                <a:spcPct val="100000"/>
              </a:lnSpc>
              <a:spcBef>
                <a:spcPts val="900"/>
              </a:spcBef>
              <a:spcAft>
                <a:spcPts val="0"/>
              </a:spcAft>
              <a:buSzPts val="1800"/>
              <a:buChar char="•"/>
              <a:defRPr/>
            </a:lvl2pPr>
            <a:lvl3pPr marL="1371600" lvl="2" indent="-342900" algn="l">
              <a:lnSpc>
                <a:spcPct val="100000"/>
              </a:lnSpc>
              <a:spcBef>
                <a:spcPts val="900"/>
              </a:spcBef>
              <a:spcAft>
                <a:spcPts val="0"/>
              </a:spcAft>
              <a:buSzPts val="1800"/>
              <a:buChar char="-"/>
              <a:defRPr/>
            </a:lvl3pPr>
            <a:lvl4pPr marL="1828800" lvl="3" indent="-342900" algn="l">
              <a:lnSpc>
                <a:spcPct val="100000"/>
              </a:lnSpc>
              <a:spcBef>
                <a:spcPts val="900"/>
              </a:spcBef>
              <a:spcAft>
                <a:spcPts val="0"/>
              </a:spcAft>
              <a:buSzPts val="1800"/>
              <a:buChar char="◦"/>
              <a:defRPr/>
            </a:lvl4pPr>
            <a:lvl5pPr marL="2286000" lvl="4" indent="-342900" algn="l">
              <a:lnSpc>
                <a:spcPct val="100000"/>
              </a:lnSpc>
              <a:spcBef>
                <a:spcPts val="900"/>
              </a:spcBef>
              <a:spcAft>
                <a:spcPts val="0"/>
              </a:spcAft>
              <a:buSzPts val="1800"/>
              <a:buChar char="›"/>
              <a:defRPr/>
            </a:lvl5pPr>
            <a:lvl6pPr marL="2743200" lvl="5" indent="-342900" algn="l">
              <a:lnSpc>
                <a:spcPct val="100000"/>
              </a:lnSpc>
              <a:spcBef>
                <a:spcPts val="900"/>
              </a:spcBef>
              <a:spcAft>
                <a:spcPts val="0"/>
              </a:spcAft>
              <a:buSzPts val="1800"/>
              <a:buAutoNum type="arabicPeriod"/>
              <a:defRPr/>
            </a:lvl6pPr>
            <a:lvl7pPr marL="3200400" lvl="6" indent="-342900" algn="l">
              <a:lnSpc>
                <a:spcPct val="100000"/>
              </a:lnSpc>
              <a:spcBef>
                <a:spcPts val="900"/>
              </a:spcBef>
              <a:spcAft>
                <a:spcPts val="0"/>
              </a:spcAft>
              <a:buClr>
                <a:schemeClr val="dk1"/>
              </a:buClr>
              <a:buSzPts val="1800"/>
              <a:buAutoNum type="alphaLcPeriod"/>
              <a:defRPr/>
            </a:lvl7pPr>
            <a:lvl8pPr marL="3657600" lvl="7" indent="-342900" algn="l">
              <a:lnSpc>
                <a:spcPct val="100000"/>
              </a:lnSpc>
              <a:spcBef>
                <a:spcPts val="900"/>
              </a:spcBef>
              <a:spcAft>
                <a:spcPts val="0"/>
              </a:spcAft>
              <a:buClr>
                <a:schemeClr val="dk1"/>
              </a:buClr>
              <a:buSzPts val="1800"/>
              <a:buAutoNum type="romanLcPeriod"/>
              <a:defRPr/>
            </a:lvl8pPr>
            <a:lvl9pPr marL="4114800" lvl="8" indent="-228600" algn="l">
              <a:lnSpc>
                <a:spcPct val="100000"/>
              </a:lnSpc>
              <a:spcBef>
                <a:spcPts val="900"/>
              </a:spcBef>
              <a:spcAft>
                <a:spcPts val="900"/>
              </a:spcAft>
              <a:buClr>
                <a:schemeClr val="dk2"/>
              </a:buClr>
              <a:buSzPts val="1800"/>
              <a:buNone/>
              <a:defRPr/>
            </a:lvl9pPr>
          </a:lstStyle>
          <a:p>
            <a:endParaRPr/>
          </a:p>
        </p:txBody>
      </p:sp>
      <p:sp>
        <p:nvSpPr>
          <p:cNvPr id="91" name="Google Shape;91;p10"/>
          <p:cNvSpPr txBox="1">
            <a:spLocks noGrp="1"/>
          </p:cNvSpPr>
          <p:nvPr>
            <p:ph type="body" idx="3"/>
          </p:nvPr>
        </p:nvSpPr>
        <p:spPr>
          <a:xfrm>
            <a:off x="8026400" y="1752602"/>
            <a:ext cx="3454400" cy="441959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800"/>
              <a:buNone/>
              <a:defRPr/>
            </a:lvl1pPr>
            <a:lvl2pPr marL="914400" lvl="1" indent="-342900" algn="l">
              <a:lnSpc>
                <a:spcPct val="100000"/>
              </a:lnSpc>
              <a:spcBef>
                <a:spcPts val="900"/>
              </a:spcBef>
              <a:spcAft>
                <a:spcPts val="0"/>
              </a:spcAft>
              <a:buSzPts val="1800"/>
              <a:buChar char="•"/>
              <a:defRPr/>
            </a:lvl2pPr>
            <a:lvl3pPr marL="1371600" lvl="2" indent="-342900" algn="l">
              <a:lnSpc>
                <a:spcPct val="100000"/>
              </a:lnSpc>
              <a:spcBef>
                <a:spcPts val="900"/>
              </a:spcBef>
              <a:spcAft>
                <a:spcPts val="0"/>
              </a:spcAft>
              <a:buSzPts val="1800"/>
              <a:buChar char="-"/>
              <a:defRPr/>
            </a:lvl3pPr>
            <a:lvl4pPr marL="1828800" lvl="3" indent="-342900" algn="l">
              <a:lnSpc>
                <a:spcPct val="100000"/>
              </a:lnSpc>
              <a:spcBef>
                <a:spcPts val="900"/>
              </a:spcBef>
              <a:spcAft>
                <a:spcPts val="0"/>
              </a:spcAft>
              <a:buSzPts val="1800"/>
              <a:buChar char="◦"/>
              <a:defRPr/>
            </a:lvl4pPr>
            <a:lvl5pPr marL="2286000" lvl="4" indent="-342900" algn="l">
              <a:lnSpc>
                <a:spcPct val="100000"/>
              </a:lnSpc>
              <a:spcBef>
                <a:spcPts val="900"/>
              </a:spcBef>
              <a:spcAft>
                <a:spcPts val="0"/>
              </a:spcAft>
              <a:buSzPts val="1800"/>
              <a:buChar char="›"/>
              <a:defRPr/>
            </a:lvl5pPr>
            <a:lvl6pPr marL="2743200" lvl="5" indent="-342900" algn="l">
              <a:lnSpc>
                <a:spcPct val="100000"/>
              </a:lnSpc>
              <a:spcBef>
                <a:spcPts val="900"/>
              </a:spcBef>
              <a:spcAft>
                <a:spcPts val="0"/>
              </a:spcAft>
              <a:buSzPts val="1800"/>
              <a:buAutoNum type="arabicPeriod"/>
              <a:defRPr/>
            </a:lvl6pPr>
            <a:lvl7pPr marL="3200400" lvl="6" indent="-342900" algn="l">
              <a:lnSpc>
                <a:spcPct val="100000"/>
              </a:lnSpc>
              <a:spcBef>
                <a:spcPts val="900"/>
              </a:spcBef>
              <a:spcAft>
                <a:spcPts val="0"/>
              </a:spcAft>
              <a:buClr>
                <a:schemeClr val="dk1"/>
              </a:buClr>
              <a:buSzPts val="1800"/>
              <a:buAutoNum type="alphaLcPeriod"/>
              <a:defRPr/>
            </a:lvl7pPr>
            <a:lvl8pPr marL="3657600" lvl="7" indent="-342900" algn="l">
              <a:lnSpc>
                <a:spcPct val="100000"/>
              </a:lnSpc>
              <a:spcBef>
                <a:spcPts val="900"/>
              </a:spcBef>
              <a:spcAft>
                <a:spcPts val="0"/>
              </a:spcAft>
              <a:buClr>
                <a:schemeClr val="dk1"/>
              </a:buClr>
              <a:buSzPts val="1800"/>
              <a:buAutoNum type="romanLcPeriod"/>
              <a:defRPr/>
            </a:lvl8pPr>
            <a:lvl9pPr marL="4114800" lvl="8" indent="-228600" algn="l">
              <a:lnSpc>
                <a:spcPct val="100000"/>
              </a:lnSpc>
              <a:spcBef>
                <a:spcPts val="900"/>
              </a:spcBef>
              <a:spcAft>
                <a:spcPts val="900"/>
              </a:spcAft>
              <a:buClr>
                <a:schemeClr val="dk2"/>
              </a:buClr>
              <a:buSzPts val="1800"/>
              <a:buNone/>
              <a:defRPr/>
            </a:lvl9pPr>
          </a:lstStyle>
          <a:p>
            <a:endParaRPr/>
          </a:p>
        </p:txBody>
      </p:sp>
      <p:sp>
        <p:nvSpPr>
          <p:cNvPr id="92" name="Google Shape;92;p10"/>
          <p:cNvSpPr txBox="1">
            <a:spLocks noGrp="1"/>
          </p:cNvSpPr>
          <p:nvPr>
            <p:ph type="ftr" idx="11"/>
          </p:nvPr>
        </p:nvSpPr>
        <p:spPr>
          <a:xfrm>
            <a:off x="711200" y="6324600"/>
            <a:ext cx="7010400" cy="152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10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cxnSp>
        <p:nvCxnSpPr>
          <p:cNvPr id="94" name="Google Shape;94;p10"/>
          <p:cNvCxnSpPr/>
          <p:nvPr/>
        </p:nvCxnSpPr>
        <p:spPr>
          <a:xfrm rot="10800000" flipH="1">
            <a:off x="508002" y="609600"/>
            <a:ext cx="10972800" cy="152400"/>
          </a:xfrm>
          <a:prstGeom prst="bentConnector2">
            <a:avLst/>
          </a:prstGeom>
          <a:noFill/>
          <a:ln w="12700" cap="flat" cmpd="sng">
            <a:solidFill>
              <a:schemeClr val="dk2"/>
            </a:solidFill>
            <a:prstDash val="solid"/>
            <a:round/>
            <a:headEnd type="none" w="sm" len="sm"/>
            <a:tailEnd type="none" w="sm" len="sm"/>
          </a:ln>
        </p:spPr>
      </p:cxnSp>
      <p:sp>
        <p:nvSpPr>
          <p:cNvPr id="95" name="Google Shape;95;p10"/>
          <p:cNvSpPr txBox="1">
            <a:spLocks noGrp="1"/>
          </p:cNvSpPr>
          <p:nvPr>
            <p:ph type="sldNum" idx="12"/>
          </p:nvPr>
        </p:nvSpPr>
        <p:spPr>
          <a:xfrm>
            <a:off x="9448800" y="6477000"/>
            <a:ext cx="2036064" cy="152400"/>
          </a:xfrm>
          <a:prstGeom prst="rect">
            <a:avLst/>
          </a:prstGeom>
          <a:noFill/>
          <a:ln>
            <a:noFill/>
          </a:ln>
        </p:spPr>
        <p:txBody>
          <a:bodyPr spcFirstLastPara="1" wrap="square" lIns="0" tIns="0" rIns="0" bIns="0" anchor="t" anchorCtr="0">
            <a:noAutofit/>
          </a:bodyPr>
          <a:lstStyle>
            <a:lvl1pPr marL="0" lvl="0" indent="0" algn="r">
              <a:spcBef>
                <a:spcPts val="0"/>
              </a:spcBef>
              <a:buNone/>
              <a:defRPr sz="1000">
                <a:solidFill>
                  <a:schemeClr val="dk1"/>
                </a:solidFill>
                <a:latin typeface="Arial"/>
                <a:ea typeface="Arial"/>
                <a:cs typeface="Arial"/>
                <a:sym typeface="Arial"/>
              </a:defRPr>
            </a:lvl1pPr>
            <a:lvl2pPr marL="0" lvl="1" indent="0" algn="r">
              <a:spcBef>
                <a:spcPts val="0"/>
              </a:spcBef>
              <a:buNone/>
              <a:defRPr sz="1000">
                <a:solidFill>
                  <a:schemeClr val="dk1"/>
                </a:solidFill>
                <a:latin typeface="Arial"/>
                <a:ea typeface="Arial"/>
                <a:cs typeface="Arial"/>
                <a:sym typeface="Arial"/>
              </a:defRPr>
            </a:lvl2pPr>
            <a:lvl3pPr marL="0" lvl="2" indent="0" algn="r">
              <a:spcBef>
                <a:spcPts val="0"/>
              </a:spcBef>
              <a:buNone/>
              <a:defRPr sz="1000">
                <a:solidFill>
                  <a:schemeClr val="dk1"/>
                </a:solidFill>
                <a:latin typeface="Arial"/>
                <a:ea typeface="Arial"/>
                <a:cs typeface="Arial"/>
                <a:sym typeface="Arial"/>
              </a:defRPr>
            </a:lvl3pPr>
            <a:lvl4pPr marL="0" lvl="3" indent="0" algn="r">
              <a:spcBef>
                <a:spcPts val="0"/>
              </a:spcBef>
              <a:buNone/>
              <a:defRPr sz="1000">
                <a:solidFill>
                  <a:schemeClr val="dk1"/>
                </a:solidFill>
                <a:latin typeface="Arial"/>
                <a:ea typeface="Arial"/>
                <a:cs typeface="Arial"/>
                <a:sym typeface="Arial"/>
              </a:defRPr>
            </a:lvl4pPr>
            <a:lvl5pPr marL="0" lvl="4" indent="0" algn="r">
              <a:spcBef>
                <a:spcPts val="0"/>
              </a:spcBef>
              <a:buNone/>
              <a:defRPr sz="1000">
                <a:solidFill>
                  <a:schemeClr val="dk1"/>
                </a:solidFill>
                <a:latin typeface="Arial"/>
                <a:ea typeface="Arial"/>
                <a:cs typeface="Arial"/>
                <a:sym typeface="Arial"/>
              </a:defRPr>
            </a:lvl5pPr>
            <a:lvl6pPr marL="0" lvl="5" indent="0" algn="r">
              <a:spcBef>
                <a:spcPts val="0"/>
              </a:spcBef>
              <a:buNone/>
              <a:defRPr sz="1000">
                <a:solidFill>
                  <a:schemeClr val="dk1"/>
                </a:solidFill>
                <a:latin typeface="Arial"/>
                <a:ea typeface="Arial"/>
                <a:cs typeface="Arial"/>
                <a:sym typeface="Arial"/>
              </a:defRPr>
            </a:lvl6pPr>
            <a:lvl7pPr marL="0" lvl="6" indent="0" algn="r">
              <a:spcBef>
                <a:spcPts val="0"/>
              </a:spcBef>
              <a:buNone/>
              <a:defRPr sz="1000">
                <a:solidFill>
                  <a:schemeClr val="dk1"/>
                </a:solidFill>
                <a:latin typeface="Arial"/>
                <a:ea typeface="Arial"/>
                <a:cs typeface="Arial"/>
                <a:sym typeface="Arial"/>
              </a:defRPr>
            </a:lvl7pPr>
            <a:lvl8pPr marL="0" lvl="7" indent="0" algn="r">
              <a:spcBef>
                <a:spcPts val="0"/>
              </a:spcBef>
              <a:buNone/>
              <a:defRPr sz="1000">
                <a:solidFill>
                  <a:schemeClr val="dk1"/>
                </a:solidFill>
                <a:latin typeface="Arial"/>
                <a:ea typeface="Arial"/>
                <a:cs typeface="Arial"/>
                <a:sym typeface="Arial"/>
              </a:defRPr>
            </a:lvl8pPr>
            <a:lvl9pPr marL="0" lvl="8" indent="0" algn="r">
              <a:spcBef>
                <a:spcPts val="0"/>
              </a:spcBef>
              <a:buNone/>
              <a:defRPr sz="10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96" name="Google Shape;96;p10"/>
          <p:cNvSpPr txBox="1">
            <a:spLocks noGrp="1"/>
          </p:cNvSpPr>
          <p:nvPr>
            <p:ph type="dt" idx="10"/>
          </p:nvPr>
        </p:nvSpPr>
        <p:spPr>
          <a:xfrm>
            <a:off x="9448800" y="6324600"/>
            <a:ext cx="2032000" cy="152400"/>
          </a:xfrm>
          <a:prstGeom prst="rect">
            <a:avLst/>
          </a:prstGeom>
          <a:noFill/>
          <a:ln>
            <a:noFill/>
          </a:ln>
        </p:spPr>
        <p:txBody>
          <a:bodyPr spcFirstLastPara="1" wrap="square" lIns="0" tIns="0" rIns="0" bIns="0" anchor="t" anchorCtr="0">
            <a:noAutofit/>
          </a:bodyPr>
          <a:lstStyle>
            <a:lvl1pPr lvl="0" algn="r">
              <a:spcBef>
                <a:spcPts val="0"/>
              </a:spcBef>
              <a:spcAft>
                <a:spcPts val="0"/>
              </a:spcAft>
              <a:buSzPts val="1400"/>
              <a:buNone/>
              <a:defRPr sz="10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Tree>
    <p:extLst>
      <p:ext uri="{BB962C8B-B14F-4D97-AF65-F5344CB8AC3E}">
        <p14:creationId xmlns:p14="http://schemas.microsoft.com/office/powerpoint/2010/main" val="3087600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Two under Text">
  <p:cSld name="Content: Two under Text">
    <p:spTree>
      <p:nvGrpSpPr>
        <p:cNvPr id="1" name="Shape 97"/>
        <p:cNvGrpSpPr/>
        <p:nvPr/>
      </p:nvGrpSpPr>
      <p:grpSpPr>
        <a:xfrm>
          <a:off x="0" y="0"/>
          <a:ext cx="0" cy="0"/>
          <a:chOff x="0" y="0"/>
          <a:chExt cx="0" cy="0"/>
        </a:xfrm>
      </p:grpSpPr>
      <p:sp>
        <p:nvSpPr>
          <p:cNvPr id="98" name="Google Shape;98;p11"/>
          <p:cNvSpPr txBox="1">
            <a:spLocks noGrp="1"/>
          </p:cNvSpPr>
          <p:nvPr>
            <p:ph type="title"/>
          </p:nvPr>
        </p:nvSpPr>
        <p:spPr>
          <a:xfrm>
            <a:off x="609600" y="235529"/>
            <a:ext cx="10769600" cy="914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11"/>
          <p:cNvSpPr txBox="1">
            <a:spLocks noGrp="1"/>
          </p:cNvSpPr>
          <p:nvPr>
            <p:ph type="body" idx="1"/>
          </p:nvPr>
        </p:nvSpPr>
        <p:spPr>
          <a:xfrm>
            <a:off x="711200" y="3352800"/>
            <a:ext cx="5283200" cy="2819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800"/>
              <a:buNone/>
              <a:defRPr/>
            </a:lvl1pPr>
            <a:lvl2pPr marL="914400" lvl="1" indent="-342900" algn="l">
              <a:lnSpc>
                <a:spcPct val="100000"/>
              </a:lnSpc>
              <a:spcBef>
                <a:spcPts val="900"/>
              </a:spcBef>
              <a:spcAft>
                <a:spcPts val="0"/>
              </a:spcAft>
              <a:buSzPts val="1800"/>
              <a:buChar char="•"/>
              <a:defRPr/>
            </a:lvl2pPr>
            <a:lvl3pPr marL="1371600" lvl="2" indent="-342900" algn="l">
              <a:lnSpc>
                <a:spcPct val="100000"/>
              </a:lnSpc>
              <a:spcBef>
                <a:spcPts val="900"/>
              </a:spcBef>
              <a:spcAft>
                <a:spcPts val="0"/>
              </a:spcAft>
              <a:buSzPts val="1800"/>
              <a:buChar char="-"/>
              <a:defRPr/>
            </a:lvl3pPr>
            <a:lvl4pPr marL="1828800" lvl="3" indent="-342900" algn="l">
              <a:lnSpc>
                <a:spcPct val="100000"/>
              </a:lnSpc>
              <a:spcBef>
                <a:spcPts val="900"/>
              </a:spcBef>
              <a:spcAft>
                <a:spcPts val="0"/>
              </a:spcAft>
              <a:buSzPts val="1800"/>
              <a:buChar char="◦"/>
              <a:defRPr/>
            </a:lvl4pPr>
            <a:lvl5pPr marL="2286000" lvl="4" indent="-342900" algn="l">
              <a:lnSpc>
                <a:spcPct val="100000"/>
              </a:lnSpc>
              <a:spcBef>
                <a:spcPts val="900"/>
              </a:spcBef>
              <a:spcAft>
                <a:spcPts val="0"/>
              </a:spcAft>
              <a:buSzPts val="1800"/>
              <a:buChar char="›"/>
              <a:defRPr/>
            </a:lvl5pPr>
            <a:lvl6pPr marL="2743200" lvl="5" indent="-342900" algn="l">
              <a:lnSpc>
                <a:spcPct val="100000"/>
              </a:lnSpc>
              <a:spcBef>
                <a:spcPts val="900"/>
              </a:spcBef>
              <a:spcAft>
                <a:spcPts val="0"/>
              </a:spcAft>
              <a:buSzPts val="1800"/>
              <a:buAutoNum type="arabicPeriod"/>
              <a:defRPr/>
            </a:lvl6pPr>
            <a:lvl7pPr marL="3200400" lvl="6" indent="-342900" algn="l">
              <a:lnSpc>
                <a:spcPct val="100000"/>
              </a:lnSpc>
              <a:spcBef>
                <a:spcPts val="900"/>
              </a:spcBef>
              <a:spcAft>
                <a:spcPts val="0"/>
              </a:spcAft>
              <a:buClr>
                <a:schemeClr val="dk1"/>
              </a:buClr>
              <a:buSzPts val="1800"/>
              <a:buAutoNum type="alphaLcPeriod"/>
              <a:defRPr/>
            </a:lvl7pPr>
            <a:lvl8pPr marL="3657600" lvl="7" indent="-342900" algn="l">
              <a:lnSpc>
                <a:spcPct val="100000"/>
              </a:lnSpc>
              <a:spcBef>
                <a:spcPts val="900"/>
              </a:spcBef>
              <a:spcAft>
                <a:spcPts val="0"/>
              </a:spcAft>
              <a:buClr>
                <a:schemeClr val="dk1"/>
              </a:buClr>
              <a:buSzPts val="1800"/>
              <a:buAutoNum type="romanLcPeriod"/>
              <a:defRPr/>
            </a:lvl8pPr>
            <a:lvl9pPr marL="4114800" lvl="8" indent="-228600" algn="l">
              <a:lnSpc>
                <a:spcPct val="100000"/>
              </a:lnSpc>
              <a:spcBef>
                <a:spcPts val="900"/>
              </a:spcBef>
              <a:spcAft>
                <a:spcPts val="900"/>
              </a:spcAft>
              <a:buClr>
                <a:schemeClr val="dk2"/>
              </a:buClr>
              <a:buSzPts val="1800"/>
              <a:buNone/>
              <a:defRPr/>
            </a:lvl9pPr>
          </a:lstStyle>
          <a:p>
            <a:endParaRPr/>
          </a:p>
        </p:txBody>
      </p:sp>
      <p:sp>
        <p:nvSpPr>
          <p:cNvPr id="100" name="Google Shape;100;p11"/>
          <p:cNvSpPr txBox="1">
            <a:spLocks noGrp="1"/>
          </p:cNvSpPr>
          <p:nvPr>
            <p:ph type="body" idx="2"/>
          </p:nvPr>
        </p:nvSpPr>
        <p:spPr>
          <a:xfrm>
            <a:off x="6197600" y="3352800"/>
            <a:ext cx="5283201" cy="2819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800"/>
              <a:buNone/>
              <a:defRPr/>
            </a:lvl1pPr>
            <a:lvl2pPr marL="914400" lvl="1" indent="-342900" algn="l">
              <a:lnSpc>
                <a:spcPct val="100000"/>
              </a:lnSpc>
              <a:spcBef>
                <a:spcPts val="900"/>
              </a:spcBef>
              <a:spcAft>
                <a:spcPts val="0"/>
              </a:spcAft>
              <a:buSzPts val="1800"/>
              <a:buChar char="•"/>
              <a:defRPr/>
            </a:lvl2pPr>
            <a:lvl3pPr marL="1371600" lvl="2" indent="-342900" algn="l">
              <a:lnSpc>
                <a:spcPct val="100000"/>
              </a:lnSpc>
              <a:spcBef>
                <a:spcPts val="900"/>
              </a:spcBef>
              <a:spcAft>
                <a:spcPts val="0"/>
              </a:spcAft>
              <a:buSzPts val="1800"/>
              <a:buChar char="-"/>
              <a:defRPr/>
            </a:lvl3pPr>
            <a:lvl4pPr marL="1828800" lvl="3" indent="-342900" algn="l">
              <a:lnSpc>
                <a:spcPct val="100000"/>
              </a:lnSpc>
              <a:spcBef>
                <a:spcPts val="900"/>
              </a:spcBef>
              <a:spcAft>
                <a:spcPts val="0"/>
              </a:spcAft>
              <a:buSzPts val="1800"/>
              <a:buChar char="◦"/>
              <a:defRPr/>
            </a:lvl4pPr>
            <a:lvl5pPr marL="2286000" lvl="4" indent="-342900" algn="l">
              <a:lnSpc>
                <a:spcPct val="100000"/>
              </a:lnSpc>
              <a:spcBef>
                <a:spcPts val="900"/>
              </a:spcBef>
              <a:spcAft>
                <a:spcPts val="0"/>
              </a:spcAft>
              <a:buSzPts val="1800"/>
              <a:buChar char="›"/>
              <a:defRPr/>
            </a:lvl5pPr>
            <a:lvl6pPr marL="2743200" lvl="5" indent="-342900" algn="l">
              <a:lnSpc>
                <a:spcPct val="100000"/>
              </a:lnSpc>
              <a:spcBef>
                <a:spcPts val="900"/>
              </a:spcBef>
              <a:spcAft>
                <a:spcPts val="0"/>
              </a:spcAft>
              <a:buSzPts val="1800"/>
              <a:buAutoNum type="arabicPeriod"/>
              <a:defRPr/>
            </a:lvl6pPr>
            <a:lvl7pPr marL="3200400" lvl="6" indent="-342900" algn="l">
              <a:lnSpc>
                <a:spcPct val="100000"/>
              </a:lnSpc>
              <a:spcBef>
                <a:spcPts val="900"/>
              </a:spcBef>
              <a:spcAft>
                <a:spcPts val="0"/>
              </a:spcAft>
              <a:buClr>
                <a:schemeClr val="dk1"/>
              </a:buClr>
              <a:buSzPts val="1800"/>
              <a:buAutoNum type="alphaLcPeriod"/>
              <a:defRPr/>
            </a:lvl7pPr>
            <a:lvl8pPr marL="3657600" lvl="7" indent="-342900" algn="l">
              <a:lnSpc>
                <a:spcPct val="100000"/>
              </a:lnSpc>
              <a:spcBef>
                <a:spcPts val="900"/>
              </a:spcBef>
              <a:spcAft>
                <a:spcPts val="0"/>
              </a:spcAft>
              <a:buClr>
                <a:schemeClr val="dk1"/>
              </a:buClr>
              <a:buSzPts val="1800"/>
              <a:buAutoNum type="romanLcPeriod"/>
              <a:defRPr/>
            </a:lvl8pPr>
            <a:lvl9pPr marL="4114800" lvl="8" indent="-228600" algn="l">
              <a:lnSpc>
                <a:spcPct val="100000"/>
              </a:lnSpc>
              <a:spcBef>
                <a:spcPts val="900"/>
              </a:spcBef>
              <a:spcAft>
                <a:spcPts val="900"/>
              </a:spcAft>
              <a:buClr>
                <a:schemeClr val="dk2"/>
              </a:buClr>
              <a:buSzPts val="1800"/>
              <a:buNone/>
              <a:defRPr/>
            </a:lvl9pPr>
          </a:lstStyle>
          <a:p>
            <a:endParaRPr/>
          </a:p>
        </p:txBody>
      </p:sp>
      <p:sp>
        <p:nvSpPr>
          <p:cNvPr id="101" name="Google Shape;101;p11"/>
          <p:cNvSpPr txBox="1">
            <a:spLocks noGrp="1"/>
          </p:cNvSpPr>
          <p:nvPr>
            <p:ph type="ftr" idx="11"/>
          </p:nvPr>
        </p:nvSpPr>
        <p:spPr>
          <a:xfrm>
            <a:off x="711200" y="6324600"/>
            <a:ext cx="7010400" cy="152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10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03" name="Google Shape;103;p11"/>
          <p:cNvSpPr txBox="1">
            <a:spLocks noGrp="1"/>
          </p:cNvSpPr>
          <p:nvPr>
            <p:ph type="body" idx="3"/>
          </p:nvPr>
        </p:nvSpPr>
        <p:spPr>
          <a:xfrm>
            <a:off x="711200" y="1752600"/>
            <a:ext cx="10769600" cy="14478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800"/>
              <a:buNone/>
              <a:defRPr/>
            </a:lvl1pPr>
            <a:lvl2pPr marL="914400" lvl="1" indent="-342900" algn="l">
              <a:lnSpc>
                <a:spcPct val="100000"/>
              </a:lnSpc>
              <a:spcBef>
                <a:spcPts val="900"/>
              </a:spcBef>
              <a:spcAft>
                <a:spcPts val="0"/>
              </a:spcAft>
              <a:buSzPts val="1800"/>
              <a:buChar char="•"/>
              <a:defRPr/>
            </a:lvl2pPr>
            <a:lvl3pPr marL="1371600" lvl="2" indent="-342900" algn="l">
              <a:lnSpc>
                <a:spcPct val="100000"/>
              </a:lnSpc>
              <a:spcBef>
                <a:spcPts val="900"/>
              </a:spcBef>
              <a:spcAft>
                <a:spcPts val="0"/>
              </a:spcAft>
              <a:buSzPts val="1800"/>
              <a:buChar char="-"/>
              <a:defRPr/>
            </a:lvl3pPr>
            <a:lvl4pPr marL="1828800" lvl="3" indent="-342900" algn="l">
              <a:lnSpc>
                <a:spcPct val="100000"/>
              </a:lnSpc>
              <a:spcBef>
                <a:spcPts val="900"/>
              </a:spcBef>
              <a:spcAft>
                <a:spcPts val="0"/>
              </a:spcAft>
              <a:buSzPts val="1800"/>
              <a:buChar char="◦"/>
              <a:defRPr/>
            </a:lvl4pPr>
            <a:lvl5pPr marL="2286000" lvl="4" indent="-342900" algn="l">
              <a:lnSpc>
                <a:spcPct val="100000"/>
              </a:lnSpc>
              <a:spcBef>
                <a:spcPts val="900"/>
              </a:spcBef>
              <a:spcAft>
                <a:spcPts val="0"/>
              </a:spcAft>
              <a:buSzPts val="1800"/>
              <a:buChar char="›"/>
              <a:defRPr/>
            </a:lvl5pPr>
            <a:lvl6pPr marL="2743200" lvl="5" indent="-342900" algn="l">
              <a:lnSpc>
                <a:spcPct val="100000"/>
              </a:lnSpc>
              <a:spcBef>
                <a:spcPts val="900"/>
              </a:spcBef>
              <a:spcAft>
                <a:spcPts val="0"/>
              </a:spcAft>
              <a:buSzPts val="1800"/>
              <a:buAutoNum type="arabicPeriod"/>
              <a:defRPr/>
            </a:lvl6pPr>
            <a:lvl7pPr marL="3200400" lvl="6" indent="-342900" algn="l">
              <a:lnSpc>
                <a:spcPct val="100000"/>
              </a:lnSpc>
              <a:spcBef>
                <a:spcPts val="900"/>
              </a:spcBef>
              <a:spcAft>
                <a:spcPts val="0"/>
              </a:spcAft>
              <a:buClr>
                <a:schemeClr val="dk1"/>
              </a:buClr>
              <a:buSzPts val="1800"/>
              <a:buAutoNum type="alphaLcPeriod"/>
              <a:defRPr/>
            </a:lvl7pPr>
            <a:lvl8pPr marL="3657600" lvl="7" indent="-342900" algn="l">
              <a:lnSpc>
                <a:spcPct val="100000"/>
              </a:lnSpc>
              <a:spcBef>
                <a:spcPts val="900"/>
              </a:spcBef>
              <a:spcAft>
                <a:spcPts val="0"/>
              </a:spcAft>
              <a:buClr>
                <a:schemeClr val="dk1"/>
              </a:buClr>
              <a:buSzPts val="1800"/>
              <a:buAutoNum type="romanLcPeriod"/>
              <a:defRPr/>
            </a:lvl8pPr>
            <a:lvl9pPr marL="4114800" lvl="8" indent="-228600" algn="l">
              <a:lnSpc>
                <a:spcPct val="100000"/>
              </a:lnSpc>
              <a:spcBef>
                <a:spcPts val="900"/>
              </a:spcBef>
              <a:spcAft>
                <a:spcPts val="900"/>
              </a:spcAft>
              <a:buClr>
                <a:schemeClr val="dk2"/>
              </a:buClr>
              <a:buSzPts val="1800"/>
              <a:buNone/>
              <a:defRPr/>
            </a:lvl9pPr>
          </a:lstStyle>
          <a:p>
            <a:endParaRPr/>
          </a:p>
        </p:txBody>
      </p:sp>
      <p:cxnSp>
        <p:nvCxnSpPr>
          <p:cNvPr id="104" name="Google Shape;104;p11"/>
          <p:cNvCxnSpPr/>
          <p:nvPr/>
        </p:nvCxnSpPr>
        <p:spPr>
          <a:xfrm rot="10800000" flipH="1">
            <a:off x="508002" y="609600"/>
            <a:ext cx="10972800" cy="152400"/>
          </a:xfrm>
          <a:prstGeom prst="bentConnector2">
            <a:avLst/>
          </a:prstGeom>
          <a:noFill/>
          <a:ln w="12700" cap="flat" cmpd="sng">
            <a:solidFill>
              <a:schemeClr val="dk2"/>
            </a:solidFill>
            <a:prstDash val="solid"/>
            <a:round/>
            <a:headEnd type="none" w="sm" len="sm"/>
            <a:tailEnd type="none" w="sm" len="sm"/>
          </a:ln>
        </p:spPr>
      </p:cxnSp>
      <p:sp>
        <p:nvSpPr>
          <p:cNvPr id="105" name="Google Shape;105;p11"/>
          <p:cNvSpPr txBox="1">
            <a:spLocks noGrp="1"/>
          </p:cNvSpPr>
          <p:nvPr>
            <p:ph type="sldNum" idx="12"/>
          </p:nvPr>
        </p:nvSpPr>
        <p:spPr>
          <a:xfrm>
            <a:off x="9448800" y="6477000"/>
            <a:ext cx="2036064" cy="152400"/>
          </a:xfrm>
          <a:prstGeom prst="rect">
            <a:avLst/>
          </a:prstGeom>
          <a:noFill/>
          <a:ln>
            <a:noFill/>
          </a:ln>
        </p:spPr>
        <p:txBody>
          <a:bodyPr spcFirstLastPara="1" wrap="square" lIns="0" tIns="0" rIns="0" bIns="0" anchor="t" anchorCtr="0">
            <a:noAutofit/>
          </a:bodyPr>
          <a:lstStyle>
            <a:lvl1pPr marL="0" lvl="0" indent="0" algn="r">
              <a:spcBef>
                <a:spcPts val="0"/>
              </a:spcBef>
              <a:buNone/>
              <a:defRPr sz="1000">
                <a:solidFill>
                  <a:schemeClr val="dk1"/>
                </a:solidFill>
                <a:latin typeface="Arial"/>
                <a:ea typeface="Arial"/>
                <a:cs typeface="Arial"/>
                <a:sym typeface="Arial"/>
              </a:defRPr>
            </a:lvl1pPr>
            <a:lvl2pPr marL="0" lvl="1" indent="0" algn="r">
              <a:spcBef>
                <a:spcPts val="0"/>
              </a:spcBef>
              <a:buNone/>
              <a:defRPr sz="1000">
                <a:solidFill>
                  <a:schemeClr val="dk1"/>
                </a:solidFill>
                <a:latin typeface="Arial"/>
                <a:ea typeface="Arial"/>
                <a:cs typeface="Arial"/>
                <a:sym typeface="Arial"/>
              </a:defRPr>
            </a:lvl2pPr>
            <a:lvl3pPr marL="0" lvl="2" indent="0" algn="r">
              <a:spcBef>
                <a:spcPts val="0"/>
              </a:spcBef>
              <a:buNone/>
              <a:defRPr sz="1000">
                <a:solidFill>
                  <a:schemeClr val="dk1"/>
                </a:solidFill>
                <a:latin typeface="Arial"/>
                <a:ea typeface="Arial"/>
                <a:cs typeface="Arial"/>
                <a:sym typeface="Arial"/>
              </a:defRPr>
            </a:lvl3pPr>
            <a:lvl4pPr marL="0" lvl="3" indent="0" algn="r">
              <a:spcBef>
                <a:spcPts val="0"/>
              </a:spcBef>
              <a:buNone/>
              <a:defRPr sz="1000">
                <a:solidFill>
                  <a:schemeClr val="dk1"/>
                </a:solidFill>
                <a:latin typeface="Arial"/>
                <a:ea typeface="Arial"/>
                <a:cs typeface="Arial"/>
                <a:sym typeface="Arial"/>
              </a:defRPr>
            </a:lvl4pPr>
            <a:lvl5pPr marL="0" lvl="4" indent="0" algn="r">
              <a:spcBef>
                <a:spcPts val="0"/>
              </a:spcBef>
              <a:buNone/>
              <a:defRPr sz="1000">
                <a:solidFill>
                  <a:schemeClr val="dk1"/>
                </a:solidFill>
                <a:latin typeface="Arial"/>
                <a:ea typeface="Arial"/>
                <a:cs typeface="Arial"/>
                <a:sym typeface="Arial"/>
              </a:defRPr>
            </a:lvl5pPr>
            <a:lvl6pPr marL="0" lvl="5" indent="0" algn="r">
              <a:spcBef>
                <a:spcPts val="0"/>
              </a:spcBef>
              <a:buNone/>
              <a:defRPr sz="1000">
                <a:solidFill>
                  <a:schemeClr val="dk1"/>
                </a:solidFill>
                <a:latin typeface="Arial"/>
                <a:ea typeface="Arial"/>
                <a:cs typeface="Arial"/>
                <a:sym typeface="Arial"/>
              </a:defRPr>
            </a:lvl6pPr>
            <a:lvl7pPr marL="0" lvl="6" indent="0" algn="r">
              <a:spcBef>
                <a:spcPts val="0"/>
              </a:spcBef>
              <a:buNone/>
              <a:defRPr sz="1000">
                <a:solidFill>
                  <a:schemeClr val="dk1"/>
                </a:solidFill>
                <a:latin typeface="Arial"/>
                <a:ea typeface="Arial"/>
                <a:cs typeface="Arial"/>
                <a:sym typeface="Arial"/>
              </a:defRPr>
            </a:lvl7pPr>
            <a:lvl8pPr marL="0" lvl="7" indent="0" algn="r">
              <a:spcBef>
                <a:spcPts val="0"/>
              </a:spcBef>
              <a:buNone/>
              <a:defRPr sz="1000">
                <a:solidFill>
                  <a:schemeClr val="dk1"/>
                </a:solidFill>
                <a:latin typeface="Arial"/>
                <a:ea typeface="Arial"/>
                <a:cs typeface="Arial"/>
                <a:sym typeface="Arial"/>
              </a:defRPr>
            </a:lvl8pPr>
            <a:lvl9pPr marL="0" lvl="8" indent="0" algn="r">
              <a:spcBef>
                <a:spcPts val="0"/>
              </a:spcBef>
              <a:buNone/>
              <a:defRPr sz="10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106" name="Google Shape;106;p11"/>
          <p:cNvSpPr txBox="1">
            <a:spLocks noGrp="1"/>
          </p:cNvSpPr>
          <p:nvPr>
            <p:ph type="dt" idx="10"/>
          </p:nvPr>
        </p:nvSpPr>
        <p:spPr>
          <a:xfrm>
            <a:off x="9448800" y="6324600"/>
            <a:ext cx="2032000" cy="152400"/>
          </a:xfrm>
          <a:prstGeom prst="rect">
            <a:avLst/>
          </a:prstGeom>
          <a:noFill/>
          <a:ln>
            <a:noFill/>
          </a:ln>
        </p:spPr>
        <p:txBody>
          <a:bodyPr spcFirstLastPara="1" wrap="square" lIns="0" tIns="0" rIns="0" bIns="0" anchor="t" anchorCtr="0">
            <a:noAutofit/>
          </a:bodyPr>
          <a:lstStyle>
            <a:lvl1pPr lvl="0" algn="r">
              <a:spcBef>
                <a:spcPts val="0"/>
              </a:spcBef>
              <a:spcAft>
                <a:spcPts val="0"/>
              </a:spcAft>
              <a:buSzPts val="1400"/>
              <a:buNone/>
              <a:defRPr sz="10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Two and Left Text">
  <p:cSld name="Content: Two and Left Text">
    <p:spTree>
      <p:nvGrpSpPr>
        <p:cNvPr id="1" name="Shape 107"/>
        <p:cNvGrpSpPr/>
        <p:nvPr/>
      </p:nvGrpSpPr>
      <p:grpSpPr>
        <a:xfrm>
          <a:off x="0" y="0"/>
          <a:ext cx="0" cy="0"/>
          <a:chOff x="0" y="0"/>
          <a:chExt cx="0" cy="0"/>
        </a:xfrm>
      </p:grpSpPr>
      <p:sp>
        <p:nvSpPr>
          <p:cNvPr id="108" name="Google Shape;108;p12"/>
          <p:cNvSpPr txBox="1">
            <a:spLocks noGrp="1"/>
          </p:cNvSpPr>
          <p:nvPr>
            <p:ph type="title"/>
          </p:nvPr>
        </p:nvSpPr>
        <p:spPr>
          <a:xfrm>
            <a:off x="711200" y="256307"/>
            <a:ext cx="10769600" cy="914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 name="Google Shape;109;p12"/>
          <p:cNvSpPr txBox="1">
            <a:spLocks noGrp="1"/>
          </p:cNvSpPr>
          <p:nvPr>
            <p:ph type="body" idx="1"/>
          </p:nvPr>
        </p:nvSpPr>
        <p:spPr>
          <a:xfrm>
            <a:off x="8026400" y="1752600"/>
            <a:ext cx="3454400" cy="2133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800"/>
              <a:buNone/>
              <a:defRPr/>
            </a:lvl1pPr>
            <a:lvl2pPr marL="914400" lvl="1" indent="-342900" algn="l">
              <a:lnSpc>
                <a:spcPct val="100000"/>
              </a:lnSpc>
              <a:spcBef>
                <a:spcPts val="900"/>
              </a:spcBef>
              <a:spcAft>
                <a:spcPts val="0"/>
              </a:spcAft>
              <a:buSzPts val="1800"/>
              <a:buChar char="•"/>
              <a:defRPr/>
            </a:lvl2pPr>
            <a:lvl3pPr marL="1371600" lvl="2" indent="-342900" algn="l">
              <a:lnSpc>
                <a:spcPct val="100000"/>
              </a:lnSpc>
              <a:spcBef>
                <a:spcPts val="900"/>
              </a:spcBef>
              <a:spcAft>
                <a:spcPts val="0"/>
              </a:spcAft>
              <a:buSzPts val="1800"/>
              <a:buChar char="-"/>
              <a:defRPr/>
            </a:lvl3pPr>
            <a:lvl4pPr marL="1828800" lvl="3" indent="-342900" algn="l">
              <a:lnSpc>
                <a:spcPct val="100000"/>
              </a:lnSpc>
              <a:spcBef>
                <a:spcPts val="900"/>
              </a:spcBef>
              <a:spcAft>
                <a:spcPts val="0"/>
              </a:spcAft>
              <a:buSzPts val="1800"/>
              <a:buChar char="◦"/>
              <a:defRPr/>
            </a:lvl4pPr>
            <a:lvl5pPr marL="2286000" lvl="4" indent="-342900" algn="l">
              <a:lnSpc>
                <a:spcPct val="100000"/>
              </a:lnSpc>
              <a:spcBef>
                <a:spcPts val="900"/>
              </a:spcBef>
              <a:spcAft>
                <a:spcPts val="0"/>
              </a:spcAft>
              <a:buSzPts val="1800"/>
              <a:buChar char="›"/>
              <a:defRPr/>
            </a:lvl5pPr>
            <a:lvl6pPr marL="2743200" lvl="5" indent="-342900" algn="l">
              <a:lnSpc>
                <a:spcPct val="100000"/>
              </a:lnSpc>
              <a:spcBef>
                <a:spcPts val="900"/>
              </a:spcBef>
              <a:spcAft>
                <a:spcPts val="0"/>
              </a:spcAft>
              <a:buSzPts val="1800"/>
              <a:buAutoNum type="arabicPeriod"/>
              <a:defRPr/>
            </a:lvl6pPr>
            <a:lvl7pPr marL="3200400" lvl="6" indent="-342900" algn="l">
              <a:lnSpc>
                <a:spcPct val="100000"/>
              </a:lnSpc>
              <a:spcBef>
                <a:spcPts val="900"/>
              </a:spcBef>
              <a:spcAft>
                <a:spcPts val="0"/>
              </a:spcAft>
              <a:buClr>
                <a:schemeClr val="dk1"/>
              </a:buClr>
              <a:buSzPts val="1800"/>
              <a:buAutoNum type="alphaLcPeriod"/>
              <a:defRPr/>
            </a:lvl7pPr>
            <a:lvl8pPr marL="3657600" lvl="7" indent="-342900" algn="l">
              <a:lnSpc>
                <a:spcPct val="100000"/>
              </a:lnSpc>
              <a:spcBef>
                <a:spcPts val="900"/>
              </a:spcBef>
              <a:spcAft>
                <a:spcPts val="0"/>
              </a:spcAft>
              <a:buClr>
                <a:schemeClr val="dk1"/>
              </a:buClr>
              <a:buSzPts val="1800"/>
              <a:buAutoNum type="romanLcPeriod"/>
              <a:defRPr/>
            </a:lvl8pPr>
            <a:lvl9pPr marL="4114800" lvl="8" indent="-228600" algn="l">
              <a:lnSpc>
                <a:spcPct val="100000"/>
              </a:lnSpc>
              <a:spcBef>
                <a:spcPts val="900"/>
              </a:spcBef>
              <a:spcAft>
                <a:spcPts val="900"/>
              </a:spcAft>
              <a:buClr>
                <a:schemeClr val="dk2"/>
              </a:buClr>
              <a:buSzPts val="1800"/>
              <a:buNone/>
              <a:defRPr/>
            </a:lvl9pPr>
          </a:lstStyle>
          <a:p>
            <a:endParaRPr/>
          </a:p>
        </p:txBody>
      </p:sp>
      <p:sp>
        <p:nvSpPr>
          <p:cNvPr id="110" name="Google Shape;110;p12"/>
          <p:cNvSpPr txBox="1">
            <a:spLocks noGrp="1"/>
          </p:cNvSpPr>
          <p:nvPr>
            <p:ph type="body" idx="2"/>
          </p:nvPr>
        </p:nvSpPr>
        <p:spPr>
          <a:xfrm>
            <a:off x="8026400" y="4038600"/>
            <a:ext cx="3454400" cy="2133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800"/>
              <a:buNone/>
              <a:defRPr/>
            </a:lvl1pPr>
            <a:lvl2pPr marL="914400" lvl="1" indent="-342900" algn="l">
              <a:lnSpc>
                <a:spcPct val="100000"/>
              </a:lnSpc>
              <a:spcBef>
                <a:spcPts val="900"/>
              </a:spcBef>
              <a:spcAft>
                <a:spcPts val="0"/>
              </a:spcAft>
              <a:buSzPts val="1800"/>
              <a:buChar char="•"/>
              <a:defRPr/>
            </a:lvl2pPr>
            <a:lvl3pPr marL="1371600" lvl="2" indent="-342900" algn="l">
              <a:lnSpc>
                <a:spcPct val="100000"/>
              </a:lnSpc>
              <a:spcBef>
                <a:spcPts val="900"/>
              </a:spcBef>
              <a:spcAft>
                <a:spcPts val="0"/>
              </a:spcAft>
              <a:buSzPts val="1800"/>
              <a:buChar char="-"/>
              <a:defRPr/>
            </a:lvl3pPr>
            <a:lvl4pPr marL="1828800" lvl="3" indent="-342900" algn="l">
              <a:lnSpc>
                <a:spcPct val="100000"/>
              </a:lnSpc>
              <a:spcBef>
                <a:spcPts val="900"/>
              </a:spcBef>
              <a:spcAft>
                <a:spcPts val="0"/>
              </a:spcAft>
              <a:buSzPts val="1800"/>
              <a:buChar char="◦"/>
              <a:defRPr/>
            </a:lvl4pPr>
            <a:lvl5pPr marL="2286000" lvl="4" indent="-342900" algn="l">
              <a:lnSpc>
                <a:spcPct val="100000"/>
              </a:lnSpc>
              <a:spcBef>
                <a:spcPts val="900"/>
              </a:spcBef>
              <a:spcAft>
                <a:spcPts val="0"/>
              </a:spcAft>
              <a:buSzPts val="1800"/>
              <a:buChar char="›"/>
              <a:defRPr/>
            </a:lvl5pPr>
            <a:lvl6pPr marL="2743200" lvl="5" indent="-342900" algn="l">
              <a:lnSpc>
                <a:spcPct val="100000"/>
              </a:lnSpc>
              <a:spcBef>
                <a:spcPts val="900"/>
              </a:spcBef>
              <a:spcAft>
                <a:spcPts val="0"/>
              </a:spcAft>
              <a:buSzPts val="1800"/>
              <a:buAutoNum type="arabicPeriod"/>
              <a:defRPr/>
            </a:lvl6pPr>
            <a:lvl7pPr marL="3200400" lvl="6" indent="-342900" algn="l">
              <a:lnSpc>
                <a:spcPct val="100000"/>
              </a:lnSpc>
              <a:spcBef>
                <a:spcPts val="900"/>
              </a:spcBef>
              <a:spcAft>
                <a:spcPts val="0"/>
              </a:spcAft>
              <a:buClr>
                <a:schemeClr val="dk1"/>
              </a:buClr>
              <a:buSzPts val="1800"/>
              <a:buAutoNum type="alphaLcPeriod"/>
              <a:defRPr/>
            </a:lvl7pPr>
            <a:lvl8pPr marL="3657600" lvl="7" indent="-342900" algn="l">
              <a:lnSpc>
                <a:spcPct val="100000"/>
              </a:lnSpc>
              <a:spcBef>
                <a:spcPts val="900"/>
              </a:spcBef>
              <a:spcAft>
                <a:spcPts val="0"/>
              </a:spcAft>
              <a:buClr>
                <a:schemeClr val="dk1"/>
              </a:buClr>
              <a:buSzPts val="1800"/>
              <a:buAutoNum type="romanLcPeriod"/>
              <a:defRPr/>
            </a:lvl8pPr>
            <a:lvl9pPr marL="4114800" lvl="8" indent="-228600" algn="l">
              <a:lnSpc>
                <a:spcPct val="100000"/>
              </a:lnSpc>
              <a:spcBef>
                <a:spcPts val="900"/>
              </a:spcBef>
              <a:spcAft>
                <a:spcPts val="900"/>
              </a:spcAft>
              <a:buClr>
                <a:schemeClr val="dk2"/>
              </a:buClr>
              <a:buSzPts val="1800"/>
              <a:buNone/>
              <a:defRPr/>
            </a:lvl9pPr>
          </a:lstStyle>
          <a:p>
            <a:endParaRPr/>
          </a:p>
        </p:txBody>
      </p:sp>
      <p:sp>
        <p:nvSpPr>
          <p:cNvPr id="111" name="Google Shape;111;p12"/>
          <p:cNvSpPr txBox="1">
            <a:spLocks noGrp="1"/>
          </p:cNvSpPr>
          <p:nvPr>
            <p:ph type="body" idx="3"/>
          </p:nvPr>
        </p:nvSpPr>
        <p:spPr>
          <a:xfrm>
            <a:off x="711200" y="1752600"/>
            <a:ext cx="7112000" cy="4419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800"/>
              <a:buNone/>
              <a:defRPr/>
            </a:lvl1pPr>
            <a:lvl2pPr marL="914400" lvl="1" indent="-342900" algn="l">
              <a:lnSpc>
                <a:spcPct val="100000"/>
              </a:lnSpc>
              <a:spcBef>
                <a:spcPts val="900"/>
              </a:spcBef>
              <a:spcAft>
                <a:spcPts val="0"/>
              </a:spcAft>
              <a:buSzPts val="1800"/>
              <a:buChar char="•"/>
              <a:defRPr/>
            </a:lvl2pPr>
            <a:lvl3pPr marL="1371600" lvl="2" indent="-342900" algn="l">
              <a:lnSpc>
                <a:spcPct val="100000"/>
              </a:lnSpc>
              <a:spcBef>
                <a:spcPts val="900"/>
              </a:spcBef>
              <a:spcAft>
                <a:spcPts val="0"/>
              </a:spcAft>
              <a:buSzPts val="1800"/>
              <a:buChar char="-"/>
              <a:defRPr/>
            </a:lvl3pPr>
            <a:lvl4pPr marL="1828800" lvl="3" indent="-342900" algn="l">
              <a:lnSpc>
                <a:spcPct val="100000"/>
              </a:lnSpc>
              <a:spcBef>
                <a:spcPts val="900"/>
              </a:spcBef>
              <a:spcAft>
                <a:spcPts val="0"/>
              </a:spcAft>
              <a:buSzPts val="1800"/>
              <a:buChar char="◦"/>
              <a:defRPr/>
            </a:lvl4pPr>
            <a:lvl5pPr marL="2286000" lvl="4" indent="-342900" algn="l">
              <a:lnSpc>
                <a:spcPct val="100000"/>
              </a:lnSpc>
              <a:spcBef>
                <a:spcPts val="900"/>
              </a:spcBef>
              <a:spcAft>
                <a:spcPts val="0"/>
              </a:spcAft>
              <a:buSzPts val="1800"/>
              <a:buChar char="›"/>
              <a:defRPr/>
            </a:lvl5pPr>
            <a:lvl6pPr marL="2743200" lvl="5" indent="-342900" algn="l">
              <a:lnSpc>
                <a:spcPct val="100000"/>
              </a:lnSpc>
              <a:spcBef>
                <a:spcPts val="900"/>
              </a:spcBef>
              <a:spcAft>
                <a:spcPts val="0"/>
              </a:spcAft>
              <a:buSzPts val="1800"/>
              <a:buAutoNum type="arabicPeriod"/>
              <a:defRPr/>
            </a:lvl6pPr>
            <a:lvl7pPr marL="3200400" lvl="6" indent="-342900" algn="l">
              <a:lnSpc>
                <a:spcPct val="100000"/>
              </a:lnSpc>
              <a:spcBef>
                <a:spcPts val="900"/>
              </a:spcBef>
              <a:spcAft>
                <a:spcPts val="0"/>
              </a:spcAft>
              <a:buClr>
                <a:schemeClr val="dk1"/>
              </a:buClr>
              <a:buSzPts val="1800"/>
              <a:buAutoNum type="alphaLcPeriod"/>
              <a:defRPr/>
            </a:lvl7pPr>
            <a:lvl8pPr marL="3657600" lvl="7" indent="-342900" algn="l">
              <a:lnSpc>
                <a:spcPct val="100000"/>
              </a:lnSpc>
              <a:spcBef>
                <a:spcPts val="900"/>
              </a:spcBef>
              <a:spcAft>
                <a:spcPts val="0"/>
              </a:spcAft>
              <a:buClr>
                <a:schemeClr val="dk1"/>
              </a:buClr>
              <a:buSzPts val="1800"/>
              <a:buAutoNum type="romanLcPeriod"/>
              <a:defRPr/>
            </a:lvl8pPr>
            <a:lvl9pPr marL="4114800" lvl="8" indent="-228600" algn="l">
              <a:lnSpc>
                <a:spcPct val="100000"/>
              </a:lnSpc>
              <a:spcBef>
                <a:spcPts val="900"/>
              </a:spcBef>
              <a:spcAft>
                <a:spcPts val="900"/>
              </a:spcAft>
              <a:buClr>
                <a:schemeClr val="dk2"/>
              </a:buClr>
              <a:buSzPts val="1800"/>
              <a:buNone/>
              <a:defRPr/>
            </a:lvl9pPr>
          </a:lstStyle>
          <a:p>
            <a:endParaRPr/>
          </a:p>
        </p:txBody>
      </p:sp>
      <p:sp>
        <p:nvSpPr>
          <p:cNvPr id="112" name="Google Shape;112;p12"/>
          <p:cNvSpPr txBox="1">
            <a:spLocks noGrp="1"/>
          </p:cNvSpPr>
          <p:nvPr>
            <p:ph type="ftr" idx="11"/>
          </p:nvPr>
        </p:nvSpPr>
        <p:spPr>
          <a:xfrm>
            <a:off x="711200" y="6324600"/>
            <a:ext cx="7010400" cy="152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10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cxnSp>
        <p:nvCxnSpPr>
          <p:cNvPr id="114" name="Google Shape;114;p12"/>
          <p:cNvCxnSpPr/>
          <p:nvPr/>
        </p:nvCxnSpPr>
        <p:spPr>
          <a:xfrm rot="10800000" flipH="1">
            <a:off x="508002" y="609600"/>
            <a:ext cx="10972800" cy="152400"/>
          </a:xfrm>
          <a:prstGeom prst="bentConnector2">
            <a:avLst/>
          </a:prstGeom>
          <a:noFill/>
          <a:ln w="12700" cap="flat" cmpd="sng">
            <a:solidFill>
              <a:schemeClr val="dk2"/>
            </a:solidFill>
            <a:prstDash val="solid"/>
            <a:round/>
            <a:headEnd type="none" w="sm" len="sm"/>
            <a:tailEnd type="none" w="sm" len="sm"/>
          </a:ln>
        </p:spPr>
      </p:cxnSp>
      <p:sp>
        <p:nvSpPr>
          <p:cNvPr id="115" name="Google Shape;115;p12"/>
          <p:cNvSpPr txBox="1">
            <a:spLocks noGrp="1"/>
          </p:cNvSpPr>
          <p:nvPr>
            <p:ph type="sldNum" idx="12"/>
          </p:nvPr>
        </p:nvSpPr>
        <p:spPr>
          <a:xfrm>
            <a:off x="9448800" y="6477000"/>
            <a:ext cx="2036064" cy="152400"/>
          </a:xfrm>
          <a:prstGeom prst="rect">
            <a:avLst/>
          </a:prstGeom>
          <a:noFill/>
          <a:ln>
            <a:noFill/>
          </a:ln>
        </p:spPr>
        <p:txBody>
          <a:bodyPr spcFirstLastPara="1" wrap="square" lIns="0" tIns="0" rIns="0" bIns="0" anchor="t" anchorCtr="0">
            <a:noAutofit/>
          </a:bodyPr>
          <a:lstStyle>
            <a:lvl1pPr marL="0" lvl="0" indent="0" algn="r">
              <a:spcBef>
                <a:spcPts val="0"/>
              </a:spcBef>
              <a:buNone/>
              <a:defRPr sz="1000">
                <a:solidFill>
                  <a:schemeClr val="dk1"/>
                </a:solidFill>
                <a:latin typeface="Arial"/>
                <a:ea typeface="Arial"/>
                <a:cs typeface="Arial"/>
                <a:sym typeface="Arial"/>
              </a:defRPr>
            </a:lvl1pPr>
            <a:lvl2pPr marL="0" lvl="1" indent="0" algn="r">
              <a:spcBef>
                <a:spcPts val="0"/>
              </a:spcBef>
              <a:buNone/>
              <a:defRPr sz="1000">
                <a:solidFill>
                  <a:schemeClr val="dk1"/>
                </a:solidFill>
                <a:latin typeface="Arial"/>
                <a:ea typeface="Arial"/>
                <a:cs typeface="Arial"/>
                <a:sym typeface="Arial"/>
              </a:defRPr>
            </a:lvl2pPr>
            <a:lvl3pPr marL="0" lvl="2" indent="0" algn="r">
              <a:spcBef>
                <a:spcPts val="0"/>
              </a:spcBef>
              <a:buNone/>
              <a:defRPr sz="1000">
                <a:solidFill>
                  <a:schemeClr val="dk1"/>
                </a:solidFill>
                <a:latin typeface="Arial"/>
                <a:ea typeface="Arial"/>
                <a:cs typeface="Arial"/>
                <a:sym typeface="Arial"/>
              </a:defRPr>
            </a:lvl3pPr>
            <a:lvl4pPr marL="0" lvl="3" indent="0" algn="r">
              <a:spcBef>
                <a:spcPts val="0"/>
              </a:spcBef>
              <a:buNone/>
              <a:defRPr sz="1000">
                <a:solidFill>
                  <a:schemeClr val="dk1"/>
                </a:solidFill>
                <a:latin typeface="Arial"/>
                <a:ea typeface="Arial"/>
                <a:cs typeface="Arial"/>
                <a:sym typeface="Arial"/>
              </a:defRPr>
            </a:lvl4pPr>
            <a:lvl5pPr marL="0" lvl="4" indent="0" algn="r">
              <a:spcBef>
                <a:spcPts val="0"/>
              </a:spcBef>
              <a:buNone/>
              <a:defRPr sz="1000">
                <a:solidFill>
                  <a:schemeClr val="dk1"/>
                </a:solidFill>
                <a:latin typeface="Arial"/>
                <a:ea typeface="Arial"/>
                <a:cs typeface="Arial"/>
                <a:sym typeface="Arial"/>
              </a:defRPr>
            </a:lvl5pPr>
            <a:lvl6pPr marL="0" lvl="5" indent="0" algn="r">
              <a:spcBef>
                <a:spcPts val="0"/>
              </a:spcBef>
              <a:buNone/>
              <a:defRPr sz="1000">
                <a:solidFill>
                  <a:schemeClr val="dk1"/>
                </a:solidFill>
                <a:latin typeface="Arial"/>
                <a:ea typeface="Arial"/>
                <a:cs typeface="Arial"/>
                <a:sym typeface="Arial"/>
              </a:defRPr>
            </a:lvl6pPr>
            <a:lvl7pPr marL="0" lvl="6" indent="0" algn="r">
              <a:spcBef>
                <a:spcPts val="0"/>
              </a:spcBef>
              <a:buNone/>
              <a:defRPr sz="1000">
                <a:solidFill>
                  <a:schemeClr val="dk1"/>
                </a:solidFill>
                <a:latin typeface="Arial"/>
                <a:ea typeface="Arial"/>
                <a:cs typeface="Arial"/>
                <a:sym typeface="Arial"/>
              </a:defRPr>
            </a:lvl7pPr>
            <a:lvl8pPr marL="0" lvl="7" indent="0" algn="r">
              <a:spcBef>
                <a:spcPts val="0"/>
              </a:spcBef>
              <a:buNone/>
              <a:defRPr sz="1000">
                <a:solidFill>
                  <a:schemeClr val="dk1"/>
                </a:solidFill>
                <a:latin typeface="Arial"/>
                <a:ea typeface="Arial"/>
                <a:cs typeface="Arial"/>
                <a:sym typeface="Arial"/>
              </a:defRPr>
            </a:lvl8pPr>
            <a:lvl9pPr marL="0" lvl="8" indent="0" algn="r">
              <a:spcBef>
                <a:spcPts val="0"/>
              </a:spcBef>
              <a:buNone/>
              <a:defRPr sz="10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116" name="Google Shape;116;p12"/>
          <p:cNvSpPr txBox="1">
            <a:spLocks noGrp="1"/>
          </p:cNvSpPr>
          <p:nvPr>
            <p:ph type="dt" idx="10"/>
          </p:nvPr>
        </p:nvSpPr>
        <p:spPr>
          <a:xfrm>
            <a:off x="9448800" y="6324600"/>
            <a:ext cx="2032000" cy="152400"/>
          </a:xfrm>
          <a:prstGeom prst="rect">
            <a:avLst/>
          </a:prstGeom>
          <a:noFill/>
          <a:ln>
            <a:noFill/>
          </a:ln>
        </p:spPr>
        <p:txBody>
          <a:bodyPr spcFirstLastPara="1" wrap="square" lIns="0" tIns="0" rIns="0" bIns="0" anchor="t" anchorCtr="0">
            <a:noAutofit/>
          </a:bodyPr>
          <a:lstStyle>
            <a:lvl1pPr lvl="0" algn="r">
              <a:spcBef>
                <a:spcPts val="0"/>
              </a:spcBef>
              <a:spcAft>
                <a:spcPts val="0"/>
              </a:spcAft>
              <a:buSzPts val="1400"/>
              <a:buNone/>
              <a:defRPr sz="10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Two and Right Text">
  <p:cSld name="Content: Two and Right Text">
    <p:spTree>
      <p:nvGrpSpPr>
        <p:cNvPr id="1" name="Shape 117"/>
        <p:cNvGrpSpPr/>
        <p:nvPr/>
      </p:nvGrpSpPr>
      <p:grpSpPr>
        <a:xfrm>
          <a:off x="0" y="0"/>
          <a:ext cx="0" cy="0"/>
          <a:chOff x="0" y="0"/>
          <a:chExt cx="0" cy="0"/>
        </a:xfrm>
      </p:grpSpPr>
      <p:sp>
        <p:nvSpPr>
          <p:cNvPr id="118" name="Google Shape;118;p13"/>
          <p:cNvSpPr txBox="1">
            <a:spLocks noGrp="1"/>
          </p:cNvSpPr>
          <p:nvPr>
            <p:ph type="body" idx="1"/>
          </p:nvPr>
        </p:nvSpPr>
        <p:spPr>
          <a:xfrm>
            <a:off x="711200" y="1752600"/>
            <a:ext cx="3454400" cy="2133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800"/>
              <a:buNone/>
              <a:defRPr/>
            </a:lvl1pPr>
            <a:lvl2pPr marL="914400" lvl="1" indent="-342900" algn="l">
              <a:lnSpc>
                <a:spcPct val="100000"/>
              </a:lnSpc>
              <a:spcBef>
                <a:spcPts val="900"/>
              </a:spcBef>
              <a:spcAft>
                <a:spcPts val="0"/>
              </a:spcAft>
              <a:buSzPts val="1800"/>
              <a:buChar char="•"/>
              <a:defRPr/>
            </a:lvl2pPr>
            <a:lvl3pPr marL="1371600" lvl="2" indent="-342900" algn="l">
              <a:lnSpc>
                <a:spcPct val="100000"/>
              </a:lnSpc>
              <a:spcBef>
                <a:spcPts val="900"/>
              </a:spcBef>
              <a:spcAft>
                <a:spcPts val="0"/>
              </a:spcAft>
              <a:buSzPts val="1800"/>
              <a:buChar char="-"/>
              <a:defRPr/>
            </a:lvl3pPr>
            <a:lvl4pPr marL="1828800" lvl="3" indent="-342900" algn="l">
              <a:lnSpc>
                <a:spcPct val="100000"/>
              </a:lnSpc>
              <a:spcBef>
                <a:spcPts val="900"/>
              </a:spcBef>
              <a:spcAft>
                <a:spcPts val="0"/>
              </a:spcAft>
              <a:buSzPts val="1800"/>
              <a:buChar char="◦"/>
              <a:defRPr/>
            </a:lvl4pPr>
            <a:lvl5pPr marL="2286000" lvl="4" indent="-342900" algn="l">
              <a:lnSpc>
                <a:spcPct val="100000"/>
              </a:lnSpc>
              <a:spcBef>
                <a:spcPts val="900"/>
              </a:spcBef>
              <a:spcAft>
                <a:spcPts val="0"/>
              </a:spcAft>
              <a:buSzPts val="1800"/>
              <a:buChar char="›"/>
              <a:defRPr/>
            </a:lvl5pPr>
            <a:lvl6pPr marL="2743200" lvl="5" indent="-342900" algn="l">
              <a:lnSpc>
                <a:spcPct val="100000"/>
              </a:lnSpc>
              <a:spcBef>
                <a:spcPts val="900"/>
              </a:spcBef>
              <a:spcAft>
                <a:spcPts val="0"/>
              </a:spcAft>
              <a:buSzPts val="1800"/>
              <a:buAutoNum type="arabicPeriod"/>
              <a:defRPr/>
            </a:lvl6pPr>
            <a:lvl7pPr marL="3200400" lvl="6" indent="-342900" algn="l">
              <a:lnSpc>
                <a:spcPct val="100000"/>
              </a:lnSpc>
              <a:spcBef>
                <a:spcPts val="900"/>
              </a:spcBef>
              <a:spcAft>
                <a:spcPts val="0"/>
              </a:spcAft>
              <a:buClr>
                <a:schemeClr val="dk1"/>
              </a:buClr>
              <a:buSzPts val="1800"/>
              <a:buAutoNum type="alphaLcPeriod"/>
              <a:defRPr/>
            </a:lvl7pPr>
            <a:lvl8pPr marL="3657600" lvl="7" indent="-342900" algn="l">
              <a:lnSpc>
                <a:spcPct val="100000"/>
              </a:lnSpc>
              <a:spcBef>
                <a:spcPts val="900"/>
              </a:spcBef>
              <a:spcAft>
                <a:spcPts val="0"/>
              </a:spcAft>
              <a:buClr>
                <a:schemeClr val="dk1"/>
              </a:buClr>
              <a:buSzPts val="1800"/>
              <a:buAutoNum type="romanLcPeriod"/>
              <a:defRPr/>
            </a:lvl8pPr>
            <a:lvl9pPr marL="4114800" lvl="8" indent="-228600" algn="l">
              <a:lnSpc>
                <a:spcPct val="100000"/>
              </a:lnSpc>
              <a:spcBef>
                <a:spcPts val="900"/>
              </a:spcBef>
              <a:spcAft>
                <a:spcPts val="900"/>
              </a:spcAft>
              <a:buClr>
                <a:schemeClr val="dk2"/>
              </a:buClr>
              <a:buSzPts val="1800"/>
              <a:buNone/>
              <a:defRPr/>
            </a:lvl9pPr>
          </a:lstStyle>
          <a:p>
            <a:endParaRPr/>
          </a:p>
        </p:txBody>
      </p:sp>
      <p:sp>
        <p:nvSpPr>
          <p:cNvPr id="119" name="Google Shape;119;p13"/>
          <p:cNvSpPr txBox="1">
            <a:spLocks noGrp="1"/>
          </p:cNvSpPr>
          <p:nvPr>
            <p:ph type="title"/>
          </p:nvPr>
        </p:nvSpPr>
        <p:spPr>
          <a:xfrm>
            <a:off x="711200" y="117763"/>
            <a:ext cx="10769600" cy="914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20" name="Google Shape;120;p13"/>
          <p:cNvSpPr txBox="1">
            <a:spLocks noGrp="1"/>
          </p:cNvSpPr>
          <p:nvPr>
            <p:ph type="body" idx="2"/>
          </p:nvPr>
        </p:nvSpPr>
        <p:spPr>
          <a:xfrm>
            <a:off x="711200" y="4038600"/>
            <a:ext cx="3454400" cy="2133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800"/>
              <a:buNone/>
              <a:defRPr/>
            </a:lvl1pPr>
            <a:lvl2pPr marL="914400" lvl="1" indent="-342900" algn="l">
              <a:lnSpc>
                <a:spcPct val="100000"/>
              </a:lnSpc>
              <a:spcBef>
                <a:spcPts val="900"/>
              </a:spcBef>
              <a:spcAft>
                <a:spcPts val="0"/>
              </a:spcAft>
              <a:buSzPts val="1800"/>
              <a:buChar char="•"/>
              <a:defRPr/>
            </a:lvl2pPr>
            <a:lvl3pPr marL="1371600" lvl="2" indent="-342900" algn="l">
              <a:lnSpc>
                <a:spcPct val="100000"/>
              </a:lnSpc>
              <a:spcBef>
                <a:spcPts val="900"/>
              </a:spcBef>
              <a:spcAft>
                <a:spcPts val="0"/>
              </a:spcAft>
              <a:buSzPts val="1800"/>
              <a:buChar char="-"/>
              <a:defRPr/>
            </a:lvl3pPr>
            <a:lvl4pPr marL="1828800" lvl="3" indent="-342900" algn="l">
              <a:lnSpc>
                <a:spcPct val="100000"/>
              </a:lnSpc>
              <a:spcBef>
                <a:spcPts val="900"/>
              </a:spcBef>
              <a:spcAft>
                <a:spcPts val="0"/>
              </a:spcAft>
              <a:buSzPts val="1800"/>
              <a:buChar char="◦"/>
              <a:defRPr/>
            </a:lvl4pPr>
            <a:lvl5pPr marL="2286000" lvl="4" indent="-342900" algn="l">
              <a:lnSpc>
                <a:spcPct val="100000"/>
              </a:lnSpc>
              <a:spcBef>
                <a:spcPts val="900"/>
              </a:spcBef>
              <a:spcAft>
                <a:spcPts val="0"/>
              </a:spcAft>
              <a:buSzPts val="1800"/>
              <a:buChar char="›"/>
              <a:defRPr/>
            </a:lvl5pPr>
            <a:lvl6pPr marL="2743200" lvl="5" indent="-342900" algn="l">
              <a:lnSpc>
                <a:spcPct val="100000"/>
              </a:lnSpc>
              <a:spcBef>
                <a:spcPts val="900"/>
              </a:spcBef>
              <a:spcAft>
                <a:spcPts val="0"/>
              </a:spcAft>
              <a:buSzPts val="1800"/>
              <a:buAutoNum type="arabicPeriod"/>
              <a:defRPr/>
            </a:lvl6pPr>
            <a:lvl7pPr marL="3200400" lvl="6" indent="-342900" algn="l">
              <a:lnSpc>
                <a:spcPct val="100000"/>
              </a:lnSpc>
              <a:spcBef>
                <a:spcPts val="900"/>
              </a:spcBef>
              <a:spcAft>
                <a:spcPts val="0"/>
              </a:spcAft>
              <a:buClr>
                <a:schemeClr val="dk1"/>
              </a:buClr>
              <a:buSzPts val="1800"/>
              <a:buAutoNum type="alphaLcPeriod"/>
              <a:defRPr/>
            </a:lvl7pPr>
            <a:lvl8pPr marL="3657600" lvl="7" indent="-342900" algn="l">
              <a:lnSpc>
                <a:spcPct val="100000"/>
              </a:lnSpc>
              <a:spcBef>
                <a:spcPts val="900"/>
              </a:spcBef>
              <a:spcAft>
                <a:spcPts val="0"/>
              </a:spcAft>
              <a:buClr>
                <a:schemeClr val="dk1"/>
              </a:buClr>
              <a:buSzPts val="1800"/>
              <a:buAutoNum type="romanLcPeriod"/>
              <a:defRPr/>
            </a:lvl8pPr>
            <a:lvl9pPr marL="4114800" lvl="8" indent="-228600" algn="l">
              <a:lnSpc>
                <a:spcPct val="100000"/>
              </a:lnSpc>
              <a:spcBef>
                <a:spcPts val="900"/>
              </a:spcBef>
              <a:spcAft>
                <a:spcPts val="900"/>
              </a:spcAft>
              <a:buClr>
                <a:schemeClr val="dk2"/>
              </a:buClr>
              <a:buSzPts val="1800"/>
              <a:buNone/>
              <a:defRPr/>
            </a:lvl9pPr>
          </a:lstStyle>
          <a:p>
            <a:endParaRPr/>
          </a:p>
        </p:txBody>
      </p:sp>
      <p:sp>
        <p:nvSpPr>
          <p:cNvPr id="121" name="Google Shape;121;p13"/>
          <p:cNvSpPr txBox="1">
            <a:spLocks noGrp="1"/>
          </p:cNvSpPr>
          <p:nvPr>
            <p:ph type="body" idx="3"/>
          </p:nvPr>
        </p:nvSpPr>
        <p:spPr>
          <a:xfrm>
            <a:off x="4368800" y="1752600"/>
            <a:ext cx="7112000" cy="4419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800"/>
              <a:buNone/>
              <a:defRPr/>
            </a:lvl1pPr>
            <a:lvl2pPr marL="914400" lvl="1" indent="-342900" algn="l">
              <a:lnSpc>
                <a:spcPct val="100000"/>
              </a:lnSpc>
              <a:spcBef>
                <a:spcPts val="900"/>
              </a:spcBef>
              <a:spcAft>
                <a:spcPts val="0"/>
              </a:spcAft>
              <a:buSzPts val="1800"/>
              <a:buChar char="•"/>
              <a:defRPr/>
            </a:lvl2pPr>
            <a:lvl3pPr marL="1371600" lvl="2" indent="-342900" algn="l">
              <a:lnSpc>
                <a:spcPct val="100000"/>
              </a:lnSpc>
              <a:spcBef>
                <a:spcPts val="900"/>
              </a:spcBef>
              <a:spcAft>
                <a:spcPts val="0"/>
              </a:spcAft>
              <a:buSzPts val="1800"/>
              <a:buChar char="-"/>
              <a:defRPr/>
            </a:lvl3pPr>
            <a:lvl4pPr marL="1828800" lvl="3" indent="-342900" algn="l">
              <a:lnSpc>
                <a:spcPct val="100000"/>
              </a:lnSpc>
              <a:spcBef>
                <a:spcPts val="900"/>
              </a:spcBef>
              <a:spcAft>
                <a:spcPts val="0"/>
              </a:spcAft>
              <a:buSzPts val="1800"/>
              <a:buChar char="◦"/>
              <a:defRPr/>
            </a:lvl4pPr>
            <a:lvl5pPr marL="2286000" lvl="4" indent="-342900" algn="l">
              <a:lnSpc>
                <a:spcPct val="100000"/>
              </a:lnSpc>
              <a:spcBef>
                <a:spcPts val="900"/>
              </a:spcBef>
              <a:spcAft>
                <a:spcPts val="0"/>
              </a:spcAft>
              <a:buSzPts val="1800"/>
              <a:buChar char="›"/>
              <a:defRPr/>
            </a:lvl5pPr>
            <a:lvl6pPr marL="2743200" lvl="5" indent="-342900" algn="l">
              <a:lnSpc>
                <a:spcPct val="100000"/>
              </a:lnSpc>
              <a:spcBef>
                <a:spcPts val="900"/>
              </a:spcBef>
              <a:spcAft>
                <a:spcPts val="0"/>
              </a:spcAft>
              <a:buSzPts val="1800"/>
              <a:buAutoNum type="arabicPeriod"/>
              <a:defRPr/>
            </a:lvl6pPr>
            <a:lvl7pPr marL="3200400" lvl="6" indent="-342900" algn="l">
              <a:lnSpc>
                <a:spcPct val="100000"/>
              </a:lnSpc>
              <a:spcBef>
                <a:spcPts val="900"/>
              </a:spcBef>
              <a:spcAft>
                <a:spcPts val="0"/>
              </a:spcAft>
              <a:buClr>
                <a:schemeClr val="dk1"/>
              </a:buClr>
              <a:buSzPts val="1800"/>
              <a:buAutoNum type="alphaLcPeriod"/>
              <a:defRPr/>
            </a:lvl7pPr>
            <a:lvl8pPr marL="3657600" lvl="7" indent="-342900" algn="l">
              <a:lnSpc>
                <a:spcPct val="100000"/>
              </a:lnSpc>
              <a:spcBef>
                <a:spcPts val="900"/>
              </a:spcBef>
              <a:spcAft>
                <a:spcPts val="0"/>
              </a:spcAft>
              <a:buClr>
                <a:schemeClr val="dk1"/>
              </a:buClr>
              <a:buSzPts val="1800"/>
              <a:buAutoNum type="romanLcPeriod"/>
              <a:defRPr/>
            </a:lvl8pPr>
            <a:lvl9pPr marL="4114800" lvl="8" indent="-228600" algn="l">
              <a:lnSpc>
                <a:spcPct val="100000"/>
              </a:lnSpc>
              <a:spcBef>
                <a:spcPts val="900"/>
              </a:spcBef>
              <a:spcAft>
                <a:spcPts val="900"/>
              </a:spcAft>
              <a:buClr>
                <a:schemeClr val="dk2"/>
              </a:buClr>
              <a:buSzPts val="1800"/>
              <a:buNone/>
              <a:defRPr/>
            </a:lvl9pPr>
          </a:lstStyle>
          <a:p>
            <a:endParaRPr/>
          </a:p>
        </p:txBody>
      </p:sp>
      <p:sp>
        <p:nvSpPr>
          <p:cNvPr id="122" name="Google Shape;122;p13"/>
          <p:cNvSpPr txBox="1">
            <a:spLocks noGrp="1"/>
          </p:cNvSpPr>
          <p:nvPr>
            <p:ph type="ftr" idx="11"/>
          </p:nvPr>
        </p:nvSpPr>
        <p:spPr>
          <a:xfrm>
            <a:off x="711200" y="6324600"/>
            <a:ext cx="7010400" cy="152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10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cxnSp>
        <p:nvCxnSpPr>
          <p:cNvPr id="124" name="Google Shape;124;p13"/>
          <p:cNvCxnSpPr/>
          <p:nvPr/>
        </p:nvCxnSpPr>
        <p:spPr>
          <a:xfrm rot="10800000" flipH="1">
            <a:off x="508002" y="767257"/>
            <a:ext cx="10972800" cy="152400"/>
          </a:xfrm>
          <a:prstGeom prst="bentConnector2">
            <a:avLst/>
          </a:prstGeom>
          <a:noFill/>
          <a:ln w="12700" cap="flat" cmpd="sng">
            <a:solidFill>
              <a:schemeClr val="accent3"/>
            </a:solidFill>
            <a:prstDash val="solid"/>
            <a:round/>
            <a:headEnd type="none" w="sm" len="sm"/>
            <a:tailEnd type="none" w="sm" len="sm"/>
          </a:ln>
        </p:spPr>
      </p:cxnSp>
      <p:sp>
        <p:nvSpPr>
          <p:cNvPr id="125" name="Google Shape;125;p13"/>
          <p:cNvSpPr txBox="1">
            <a:spLocks noGrp="1"/>
          </p:cNvSpPr>
          <p:nvPr>
            <p:ph type="sldNum" idx="12"/>
          </p:nvPr>
        </p:nvSpPr>
        <p:spPr>
          <a:xfrm>
            <a:off x="9448800" y="6477000"/>
            <a:ext cx="2036064" cy="152400"/>
          </a:xfrm>
          <a:prstGeom prst="rect">
            <a:avLst/>
          </a:prstGeom>
          <a:noFill/>
          <a:ln>
            <a:noFill/>
          </a:ln>
        </p:spPr>
        <p:txBody>
          <a:bodyPr spcFirstLastPara="1" wrap="square" lIns="0" tIns="0" rIns="0" bIns="0" anchor="t" anchorCtr="0">
            <a:noAutofit/>
          </a:bodyPr>
          <a:lstStyle>
            <a:lvl1pPr marL="0" lvl="0" indent="0" algn="r">
              <a:spcBef>
                <a:spcPts val="0"/>
              </a:spcBef>
              <a:buNone/>
              <a:defRPr sz="1000">
                <a:solidFill>
                  <a:schemeClr val="dk1"/>
                </a:solidFill>
                <a:latin typeface="Arial"/>
                <a:ea typeface="Arial"/>
                <a:cs typeface="Arial"/>
                <a:sym typeface="Arial"/>
              </a:defRPr>
            </a:lvl1pPr>
            <a:lvl2pPr marL="0" lvl="1" indent="0" algn="r">
              <a:spcBef>
                <a:spcPts val="0"/>
              </a:spcBef>
              <a:buNone/>
              <a:defRPr sz="1000">
                <a:solidFill>
                  <a:schemeClr val="dk1"/>
                </a:solidFill>
                <a:latin typeface="Arial"/>
                <a:ea typeface="Arial"/>
                <a:cs typeface="Arial"/>
                <a:sym typeface="Arial"/>
              </a:defRPr>
            </a:lvl2pPr>
            <a:lvl3pPr marL="0" lvl="2" indent="0" algn="r">
              <a:spcBef>
                <a:spcPts val="0"/>
              </a:spcBef>
              <a:buNone/>
              <a:defRPr sz="1000">
                <a:solidFill>
                  <a:schemeClr val="dk1"/>
                </a:solidFill>
                <a:latin typeface="Arial"/>
                <a:ea typeface="Arial"/>
                <a:cs typeface="Arial"/>
                <a:sym typeface="Arial"/>
              </a:defRPr>
            </a:lvl3pPr>
            <a:lvl4pPr marL="0" lvl="3" indent="0" algn="r">
              <a:spcBef>
                <a:spcPts val="0"/>
              </a:spcBef>
              <a:buNone/>
              <a:defRPr sz="1000">
                <a:solidFill>
                  <a:schemeClr val="dk1"/>
                </a:solidFill>
                <a:latin typeface="Arial"/>
                <a:ea typeface="Arial"/>
                <a:cs typeface="Arial"/>
                <a:sym typeface="Arial"/>
              </a:defRPr>
            </a:lvl4pPr>
            <a:lvl5pPr marL="0" lvl="4" indent="0" algn="r">
              <a:spcBef>
                <a:spcPts val="0"/>
              </a:spcBef>
              <a:buNone/>
              <a:defRPr sz="1000">
                <a:solidFill>
                  <a:schemeClr val="dk1"/>
                </a:solidFill>
                <a:latin typeface="Arial"/>
                <a:ea typeface="Arial"/>
                <a:cs typeface="Arial"/>
                <a:sym typeface="Arial"/>
              </a:defRPr>
            </a:lvl5pPr>
            <a:lvl6pPr marL="0" lvl="5" indent="0" algn="r">
              <a:spcBef>
                <a:spcPts val="0"/>
              </a:spcBef>
              <a:buNone/>
              <a:defRPr sz="1000">
                <a:solidFill>
                  <a:schemeClr val="dk1"/>
                </a:solidFill>
                <a:latin typeface="Arial"/>
                <a:ea typeface="Arial"/>
                <a:cs typeface="Arial"/>
                <a:sym typeface="Arial"/>
              </a:defRPr>
            </a:lvl6pPr>
            <a:lvl7pPr marL="0" lvl="6" indent="0" algn="r">
              <a:spcBef>
                <a:spcPts val="0"/>
              </a:spcBef>
              <a:buNone/>
              <a:defRPr sz="1000">
                <a:solidFill>
                  <a:schemeClr val="dk1"/>
                </a:solidFill>
                <a:latin typeface="Arial"/>
                <a:ea typeface="Arial"/>
                <a:cs typeface="Arial"/>
                <a:sym typeface="Arial"/>
              </a:defRPr>
            </a:lvl7pPr>
            <a:lvl8pPr marL="0" lvl="7" indent="0" algn="r">
              <a:spcBef>
                <a:spcPts val="0"/>
              </a:spcBef>
              <a:buNone/>
              <a:defRPr sz="1000">
                <a:solidFill>
                  <a:schemeClr val="dk1"/>
                </a:solidFill>
                <a:latin typeface="Arial"/>
                <a:ea typeface="Arial"/>
                <a:cs typeface="Arial"/>
                <a:sym typeface="Arial"/>
              </a:defRPr>
            </a:lvl8pPr>
            <a:lvl9pPr marL="0" lvl="8" indent="0" algn="r">
              <a:spcBef>
                <a:spcPts val="0"/>
              </a:spcBef>
              <a:buNone/>
              <a:defRPr sz="10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126" name="Google Shape;126;p13"/>
          <p:cNvSpPr txBox="1">
            <a:spLocks noGrp="1"/>
          </p:cNvSpPr>
          <p:nvPr>
            <p:ph type="dt" idx="10"/>
          </p:nvPr>
        </p:nvSpPr>
        <p:spPr>
          <a:xfrm>
            <a:off x="9448800" y="6324600"/>
            <a:ext cx="2032000" cy="152400"/>
          </a:xfrm>
          <a:prstGeom prst="rect">
            <a:avLst/>
          </a:prstGeom>
          <a:noFill/>
          <a:ln>
            <a:noFill/>
          </a:ln>
        </p:spPr>
        <p:txBody>
          <a:bodyPr spcFirstLastPara="1" wrap="square" lIns="0" tIns="0" rIns="0" bIns="0" anchor="t" anchorCtr="0">
            <a:noAutofit/>
          </a:bodyPr>
          <a:lstStyle>
            <a:lvl1pPr lvl="0" algn="r">
              <a:spcBef>
                <a:spcPts val="0"/>
              </a:spcBef>
              <a:spcAft>
                <a:spcPts val="0"/>
              </a:spcAft>
              <a:buSzPts val="1400"/>
              <a:buNone/>
              <a:defRPr sz="10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One with Impact">
  <p:cSld name="Content: One with Impact">
    <p:spTree>
      <p:nvGrpSpPr>
        <p:cNvPr id="1" name="Shape 127"/>
        <p:cNvGrpSpPr/>
        <p:nvPr/>
      </p:nvGrpSpPr>
      <p:grpSpPr>
        <a:xfrm>
          <a:off x="0" y="0"/>
          <a:ext cx="0" cy="0"/>
          <a:chOff x="0" y="0"/>
          <a:chExt cx="0" cy="0"/>
        </a:xfrm>
      </p:grpSpPr>
      <p:sp>
        <p:nvSpPr>
          <p:cNvPr id="128" name="Google Shape;128;p14"/>
          <p:cNvSpPr txBox="1">
            <a:spLocks noGrp="1"/>
          </p:cNvSpPr>
          <p:nvPr>
            <p:ph type="title"/>
          </p:nvPr>
        </p:nvSpPr>
        <p:spPr>
          <a:xfrm>
            <a:off x="4368800" y="685800"/>
            <a:ext cx="7112000" cy="914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400"/>
              <a:buFont typeface="Georgi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9" name="Google Shape;129;p14"/>
          <p:cNvSpPr txBox="1">
            <a:spLocks noGrp="1"/>
          </p:cNvSpPr>
          <p:nvPr>
            <p:ph type="body" idx="1"/>
          </p:nvPr>
        </p:nvSpPr>
        <p:spPr>
          <a:xfrm>
            <a:off x="4368800" y="1752600"/>
            <a:ext cx="7112000" cy="4419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000"/>
              <a:buFont typeface="Georgia"/>
              <a:buNone/>
              <a:defRPr/>
            </a:lvl1pPr>
            <a:lvl2pPr marL="914400" lvl="1" indent="-342900" algn="l">
              <a:lnSpc>
                <a:spcPct val="100000"/>
              </a:lnSpc>
              <a:spcBef>
                <a:spcPts val="900"/>
              </a:spcBef>
              <a:spcAft>
                <a:spcPts val="0"/>
              </a:spcAft>
              <a:buSzPts val="1800"/>
              <a:buChar char="•"/>
              <a:defRPr/>
            </a:lvl2pPr>
            <a:lvl3pPr marL="1371600" lvl="2" indent="-342900" algn="l">
              <a:lnSpc>
                <a:spcPct val="100000"/>
              </a:lnSpc>
              <a:spcBef>
                <a:spcPts val="900"/>
              </a:spcBef>
              <a:spcAft>
                <a:spcPts val="0"/>
              </a:spcAft>
              <a:buSzPts val="1800"/>
              <a:buChar char="-"/>
              <a:defRPr/>
            </a:lvl3pPr>
            <a:lvl4pPr marL="1828800" lvl="3" indent="-342900" algn="l">
              <a:lnSpc>
                <a:spcPct val="100000"/>
              </a:lnSpc>
              <a:spcBef>
                <a:spcPts val="900"/>
              </a:spcBef>
              <a:spcAft>
                <a:spcPts val="0"/>
              </a:spcAft>
              <a:buSzPts val="1800"/>
              <a:buChar char="◦"/>
              <a:defRPr/>
            </a:lvl4pPr>
            <a:lvl5pPr marL="2286000" lvl="4" indent="-342900" algn="l">
              <a:lnSpc>
                <a:spcPct val="100000"/>
              </a:lnSpc>
              <a:spcBef>
                <a:spcPts val="900"/>
              </a:spcBef>
              <a:spcAft>
                <a:spcPts val="0"/>
              </a:spcAft>
              <a:buSzPts val="1800"/>
              <a:buChar char="›"/>
              <a:defRPr/>
            </a:lvl5pPr>
            <a:lvl6pPr marL="2743200" lvl="5" indent="-342900" algn="l">
              <a:lnSpc>
                <a:spcPct val="100000"/>
              </a:lnSpc>
              <a:spcBef>
                <a:spcPts val="900"/>
              </a:spcBef>
              <a:spcAft>
                <a:spcPts val="0"/>
              </a:spcAft>
              <a:buSzPts val="1800"/>
              <a:buAutoNum type="arabicPeriod"/>
              <a:defRPr/>
            </a:lvl6pPr>
            <a:lvl7pPr marL="3200400" lvl="6" indent="-342900" algn="l">
              <a:lnSpc>
                <a:spcPct val="100000"/>
              </a:lnSpc>
              <a:spcBef>
                <a:spcPts val="900"/>
              </a:spcBef>
              <a:spcAft>
                <a:spcPts val="0"/>
              </a:spcAft>
              <a:buClr>
                <a:schemeClr val="dk1"/>
              </a:buClr>
              <a:buSzPts val="1800"/>
              <a:buAutoNum type="alphaLcPeriod"/>
              <a:defRPr/>
            </a:lvl7pPr>
            <a:lvl8pPr marL="3657600" lvl="7" indent="-342900" algn="l">
              <a:lnSpc>
                <a:spcPct val="100000"/>
              </a:lnSpc>
              <a:spcBef>
                <a:spcPts val="900"/>
              </a:spcBef>
              <a:spcAft>
                <a:spcPts val="0"/>
              </a:spcAft>
              <a:buClr>
                <a:schemeClr val="dk1"/>
              </a:buClr>
              <a:buSzPts val="1800"/>
              <a:buAutoNum type="romanLcPeriod"/>
              <a:defRPr/>
            </a:lvl8pPr>
            <a:lvl9pPr marL="4114800" lvl="8" indent="-228600" algn="l">
              <a:lnSpc>
                <a:spcPct val="100000"/>
              </a:lnSpc>
              <a:spcBef>
                <a:spcPts val="900"/>
              </a:spcBef>
              <a:spcAft>
                <a:spcPts val="900"/>
              </a:spcAft>
              <a:buClr>
                <a:schemeClr val="dk2"/>
              </a:buClr>
              <a:buSzPts val="1800"/>
              <a:buNone/>
              <a:defRPr/>
            </a:lvl9pPr>
          </a:lstStyle>
          <a:p>
            <a:endParaRPr/>
          </a:p>
        </p:txBody>
      </p:sp>
      <p:sp>
        <p:nvSpPr>
          <p:cNvPr id="130" name="Google Shape;130;p14"/>
          <p:cNvSpPr txBox="1">
            <a:spLocks noGrp="1"/>
          </p:cNvSpPr>
          <p:nvPr>
            <p:ph type="body" idx="2"/>
          </p:nvPr>
        </p:nvSpPr>
        <p:spPr>
          <a:xfrm>
            <a:off x="711200" y="1752600"/>
            <a:ext cx="3454400" cy="213055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400"/>
              <a:buFont typeface="Georgia"/>
              <a:buNone/>
              <a:defRPr sz="2400" b="1" i="1">
                <a:solidFill>
                  <a:schemeClr val="dk2"/>
                </a:solidFill>
              </a:defRPr>
            </a:lvl1pPr>
            <a:lvl2pPr marL="914400" lvl="1" indent="-342900" algn="l">
              <a:lnSpc>
                <a:spcPct val="100000"/>
              </a:lnSpc>
              <a:spcBef>
                <a:spcPts val="900"/>
              </a:spcBef>
              <a:spcAft>
                <a:spcPts val="0"/>
              </a:spcAft>
              <a:buSzPts val="1800"/>
              <a:buChar char="•"/>
              <a:defRPr/>
            </a:lvl2pPr>
            <a:lvl3pPr marL="1371600" lvl="2" indent="-342900" algn="l">
              <a:lnSpc>
                <a:spcPct val="100000"/>
              </a:lnSpc>
              <a:spcBef>
                <a:spcPts val="900"/>
              </a:spcBef>
              <a:spcAft>
                <a:spcPts val="0"/>
              </a:spcAft>
              <a:buSzPts val="1800"/>
              <a:buChar char="-"/>
              <a:defRPr/>
            </a:lvl3pPr>
            <a:lvl4pPr marL="1828800" lvl="3" indent="-342900" algn="l">
              <a:lnSpc>
                <a:spcPct val="100000"/>
              </a:lnSpc>
              <a:spcBef>
                <a:spcPts val="900"/>
              </a:spcBef>
              <a:spcAft>
                <a:spcPts val="0"/>
              </a:spcAft>
              <a:buSzPts val="1800"/>
              <a:buChar char="◦"/>
              <a:defRPr/>
            </a:lvl4pPr>
            <a:lvl5pPr marL="2286000" lvl="4" indent="-342900" algn="l">
              <a:lnSpc>
                <a:spcPct val="100000"/>
              </a:lnSpc>
              <a:spcBef>
                <a:spcPts val="900"/>
              </a:spcBef>
              <a:spcAft>
                <a:spcPts val="0"/>
              </a:spcAft>
              <a:buSzPts val="1800"/>
              <a:buChar char="›"/>
              <a:defRPr/>
            </a:lvl5pPr>
            <a:lvl6pPr marL="2743200" lvl="5" indent="-342900" algn="l">
              <a:lnSpc>
                <a:spcPct val="100000"/>
              </a:lnSpc>
              <a:spcBef>
                <a:spcPts val="900"/>
              </a:spcBef>
              <a:spcAft>
                <a:spcPts val="0"/>
              </a:spcAft>
              <a:buSzPts val="1800"/>
              <a:buAutoNum type="arabicPeriod"/>
              <a:defRPr/>
            </a:lvl6pPr>
            <a:lvl7pPr marL="3200400" lvl="6" indent="-342900" algn="l">
              <a:lnSpc>
                <a:spcPct val="100000"/>
              </a:lnSpc>
              <a:spcBef>
                <a:spcPts val="900"/>
              </a:spcBef>
              <a:spcAft>
                <a:spcPts val="0"/>
              </a:spcAft>
              <a:buClr>
                <a:schemeClr val="dk1"/>
              </a:buClr>
              <a:buSzPts val="1800"/>
              <a:buAutoNum type="alphaLcPeriod"/>
              <a:defRPr/>
            </a:lvl7pPr>
            <a:lvl8pPr marL="3657600" lvl="7" indent="-342900" algn="l">
              <a:lnSpc>
                <a:spcPct val="100000"/>
              </a:lnSpc>
              <a:spcBef>
                <a:spcPts val="900"/>
              </a:spcBef>
              <a:spcAft>
                <a:spcPts val="0"/>
              </a:spcAft>
              <a:buClr>
                <a:schemeClr val="dk1"/>
              </a:buClr>
              <a:buSzPts val="1800"/>
              <a:buAutoNum type="romanLcPeriod"/>
              <a:defRPr/>
            </a:lvl8pPr>
            <a:lvl9pPr marL="4114800" lvl="8" indent="-228600" algn="l">
              <a:lnSpc>
                <a:spcPct val="100000"/>
              </a:lnSpc>
              <a:spcBef>
                <a:spcPts val="900"/>
              </a:spcBef>
              <a:spcAft>
                <a:spcPts val="900"/>
              </a:spcAft>
              <a:buClr>
                <a:schemeClr val="dk2"/>
              </a:buClr>
              <a:buSzPts val="1800"/>
              <a:buNone/>
              <a:defRPr/>
            </a:lvl9pPr>
          </a:lstStyle>
          <a:p>
            <a:endParaRPr/>
          </a:p>
        </p:txBody>
      </p:sp>
      <p:sp>
        <p:nvSpPr>
          <p:cNvPr id="131" name="Google Shape;131;p14"/>
          <p:cNvSpPr txBox="1">
            <a:spLocks noGrp="1"/>
          </p:cNvSpPr>
          <p:nvPr>
            <p:ph type="ftr" idx="11"/>
          </p:nvPr>
        </p:nvSpPr>
        <p:spPr>
          <a:xfrm>
            <a:off x="711200" y="6324600"/>
            <a:ext cx="7010400" cy="152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10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cxnSp>
        <p:nvCxnSpPr>
          <p:cNvPr id="133" name="Google Shape;133;p14"/>
          <p:cNvCxnSpPr/>
          <p:nvPr/>
        </p:nvCxnSpPr>
        <p:spPr>
          <a:xfrm rot="10800000" flipH="1">
            <a:off x="4165602" y="609600"/>
            <a:ext cx="7315200" cy="152400"/>
          </a:xfrm>
          <a:prstGeom prst="bentConnector2">
            <a:avLst/>
          </a:prstGeom>
          <a:noFill/>
          <a:ln w="12700" cap="flat" cmpd="sng">
            <a:solidFill>
              <a:schemeClr val="dk2"/>
            </a:solidFill>
            <a:prstDash val="solid"/>
            <a:round/>
            <a:headEnd type="none" w="sm" len="sm"/>
            <a:tailEnd type="none" w="sm" len="sm"/>
          </a:ln>
        </p:spPr>
      </p:cxnSp>
      <p:sp>
        <p:nvSpPr>
          <p:cNvPr id="134" name="Google Shape;134;p14"/>
          <p:cNvSpPr txBox="1">
            <a:spLocks noGrp="1"/>
          </p:cNvSpPr>
          <p:nvPr>
            <p:ph type="sldNum" idx="12"/>
          </p:nvPr>
        </p:nvSpPr>
        <p:spPr>
          <a:xfrm>
            <a:off x="9448800" y="6477000"/>
            <a:ext cx="2036064" cy="152400"/>
          </a:xfrm>
          <a:prstGeom prst="rect">
            <a:avLst/>
          </a:prstGeom>
          <a:noFill/>
          <a:ln>
            <a:noFill/>
          </a:ln>
        </p:spPr>
        <p:txBody>
          <a:bodyPr spcFirstLastPara="1" wrap="square" lIns="0" tIns="0" rIns="0" bIns="0" anchor="t" anchorCtr="0">
            <a:noAutofit/>
          </a:bodyPr>
          <a:lstStyle>
            <a:lvl1pPr marL="0" lvl="0" indent="0" algn="r">
              <a:spcBef>
                <a:spcPts val="0"/>
              </a:spcBef>
              <a:buNone/>
              <a:defRPr sz="1000">
                <a:solidFill>
                  <a:schemeClr val="dk1"/>
                </a:solidFill>
                <a:latin typeface="Arial"/>
                <a:ea typeface="Arial"/>
                <a:cs typeface="Arial"/>
                <a:sym typeface="Arial"/>
              </a:defRPr>
            </a:lvl1pPr>
            <a:lvl2pPr marL="0" lvl="1" indent="0" algn="r">
              <a:spcBef>
                <a:spcPts val="0"/>
              </a:spcBef>
              <a:buNone/>
              <a:defRPr sz="1000">
                <a:solidFill>
                  <a:schemeClr val="dk1"/>
                </a:solidFill>
                <a:latin typeface="Arial"/>
                <a:ea typeface="Arial"/>
                <a:cs typeface="Arial"/>
                <a:sym typeface="Arial"/>
              </a:defRPr>
            </a:lvl2pPr>
            <a:lvl3pPr marL="0" lvl="2" indent="0" algn="r">
              <a:spcBef>
                <a:spcPts val="0"/>
              </a:spcBef>
              <a:buNone/>
              <a:defRPr sz="1000">
                <a:solidFill>
                  <a:schemeClr val="dk1"/>
                </a:solidFill>
                <a:latin typeface="Arial"/>
                <a:ea typeface="Arial"/>
                <a:cs typeface="Arial"/>
                <a:sym typeface="Arial"/>
              </a:defRPr>
            </a:lvl3pPr>
            <a:lvl4pPr marL="0" lvl="3" indent="0" algn="r">
              <a:spcBef>
                <a:spcPts val="0"/>
              </a:spcBef>
              <a:buNone/>
              <a:defRPr sz="1000">
                <a:solidFill>
                  <a:schemeClr val="dk1"/>
                </a:solidFill>
                <a:latin typeface="Arial"/>
                <a:ea typeface="Arial"/>
                <a:cs typeface="Arial"/>
                <a:sym typeface="Arial"/>
              </a:defRPr>
            </a:lvl4pPr>
            <a:lvl5pPr marL="0" lvl="4" indent="0" algn="r">
              <a:spcBef>
                <a:spcPts val="0"/>
              </a:spcBef>
              <a:buNone/>
              <a:defRPr sz="1000">
                <a:solidFill>
                  <a:schemeClr val="dk1"/>
                </a:solidFill>
                <a:latin typeface="Arial"/>
                <a:ea typeface="Arial"/>
                <a:cs typeface="Arial"/>
                <a:sym typeface="Arial"/>
              </a:defRPr>
            </a:lvl5pPr>
            <a:lvl6pPr marL="0" lvl="5" indent="0" algn="r">
              <a:spcBef>
                <a:spcPts val="0"/>
              </a:spcBef>
              <a:buNone/>
              <a:defRPr sz="1000">
                <a:solidFill>
                  <a:schemeClr val="dk1"/>
                </a:solidFill>
                <a:latin typeface="Arial"/>
                <a:ea typeface="Arial"/>
                <a:cs typeface="Arial"/>
                <a:sym typeface="Arial"/>
              </a:defRPr>
            </a:lvl6pPr>
            <a:lvl7pPr marL="0" lvl="6" indent="0" algn="r">
              <a:spcBef>
                <a:spcPts val="0"/>
              </a:spcBef>
              <a:buNone/>
              <a:defRPr sz="1000">
                <a:solidFill>
                  <a:schemeClr val="dk1"/>
                </a:solidFill>
                <a:latin typeface="Arial"/>
                <a:ea typeface="Arial"/>
                <a:cs typeface="Arial"/>
                <a:sym typeface="Arial"/>
              </a:defRPr>
            </a:lvl7pPr>
            <a:lvl8pPr marL="0" lvl="7" indent="0" algn="r">
              <a:spcBef>
                <a:spcPts val="0"/>
              </a:spcBef>
              <a:buNone/>
              <a:defRPr sz="1000">
                <a:solidFill>
                  <a:schemeClr val="dk1"/>
                </a:solidFill>
                <a:latin typeface="Arial"/>
                <a:ea typeface="Arial"/>
                <a:cs typeface="Arial"/>
                <a:sym typeface="Arial"/>
              </a:defRPr>
            </a:lvl8pPr>
            <a:lvl9pPr marL="0" lvl="8" indent="0" algn="r">
              <a:spcBef>
                <a:spcPts val="0"/>
              </a:spcBef>
              <a:buNone/>
              <a:defRPr sz="10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135" name="Google Shape;135;p14"/>
          <p:cNvSpPr txBox="1">
            <a:spLocks noGrp="1"/>
          </p:cNvSpPr>
          <p:nvPr>
            <p:ph type="dt" idx="10"/>
          </p:nvPr>
        </p:nvSpPr>
        <p:spPr>
          <a:xfrm>
            <a:off x="9448800" y="6324600"/>
            <a:ext cx="2032000" cy="152400"/>
          </a:xfrm>
          <a:prstGeom prst="rect">
            <a:avLst/>
          </a:prstGeom>
          <a:noFill/>
          <a:ln>
            <a:noFill/>
          </a:ln>
        </p:spPr>
        <p:txBody>
          <a:bodyPr spcFirstLastPara="1" wrap="square" lIns="0" tIns="0" rIns="0" bIns="0" anchor="t" anchorCtr="0">
            <a:noAutofit/>
          </a:bodyPr>
          <a:lstStyle>
            <a:lvl1pPr lvl="0" algn="r">
              <a:spcBef>
                <a:spcPts val="0"/>
              </a:spcBef>
              <a:spcAft>
                <a:spcPts val="0"/>
              </a:spcAft>
              <a:buSzPts val="1400"/>
              <a:buNone/>
              <a:defRPr sz="10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ver Only">
  <p:cSld name="Cover Only">
    <p:bg>
      <p:bgPr>
        <a:solidFill>
          <a:srgbClr val="3F3F3F"/>
        </a:solidFill>
        <a:effectLst/>
      </p:bgPr>
    </p:bg>
    <p:spTree>
      <p:nvGrpSpPr>
        <p:cNvPr id="1" name="Shape 136"/>
        <p:cNvGrpSpPr/>
        <p:nvPr/>
      </p:nvGrpSpPr>
      <p:grpSpPr>
        <a:xfrm>
          <a:off x="0" y="0"/>
          <a:ext cx="0" cy="0"/>
          <a:chOff x="0" y="0"/>
          <a:chExt cx="0" cy="0"/>
        </a:xfrm>
      </p:grpSpPr>
      <p:grpSp>
        <p:nvGrpSpPr>
          <p:cNvPr id="137" name="Google Shape;137;p15"/>
          <p:cNvGrpSpPr/>
          <p:nvPr/>
        </p:nvGrpSpPr>
        <p:grpSpPr>
          <a:xfrm>
            <a:off x="0" y="-1"/>
            <a:ext cx="4456737" cy="6858002"/>
            <a:chOff x="0" y="-1"/>
            <a:chExt cx="4456737" cy="6858002"/>
          </a:xfrm>
        </p:grpSpPr>
        <p:sp>
          <p:nvSpPr>
            <p:cNvPr id="138" name="Google Shape;138;p15"/>
            <p:cNvSpPr/>
            <p:nvPr/>
          </p:nvSpPr>
          <p:spPr>
            <a:xfrm rot="5400000" flipH="1">
              <a:off x="-1124135" y="1277129"/>
              <a:ext cx="6705008" cy="4456736"/>
            </a:xfrm>
            <a:prstGeom prst="triangle">
              <a:avLst>
                <a:gd name="adj" fmla="val 0"/>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Georgia"/>
                <a:ea typeface="Georgia"/>
                <a:cs typeface="Georgia"/>
                <a:sym typeface="Georgia"/>
              </a:endParaRPr>
            </a:p>
          </p:txBody>
        </p:sp>
        <p:grpSp>
          <p:nvGrpSpPr>
            <p:cNvPr id="139" name="Google Shape;139;p15"/>
            <p:cNvGrpSpPr/>
            <p:nvPr/>
          </p:nvGrpSpPr>
          <p:grpSpPr>
            <a:xfrm flipH="1">
              <a:off x="0" y="-1"/>
              <a:ext cx="2583544" cy="2583544"/>
              <a:chOff x="9608456" y="-1"/>
              <a:chExt cx="2583544" cy="2583544"/>
            </a:xfrm>
          </p:grpSpPr>
          <p:sp>
            <p:nvSpPr>
              <p:cNvPr id="140" name="Google Shape;140;p15"/>
              <p:cNvSpPr/>
              <p:nvPr/>
            </p:nvSpPr>
            <p:spPr>
              <a:xfrm rot="10800000">
                <a:off x="10290629" y="-1"/>
                <a:ext cx="1901371" cy="1901371"/>
              </a:xfrm>
              <a:prstGeom prst="rtTriangl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Georgia"/>
                  <a:ea typeface="Georgia"/>
                  <a:cs typeface="Georgia"/>
                  <a:sym typeface="Georgia"/>
                </a:endParaRPr>
              </a:p>
            </p:txBody>
          </p:sp>
          <p:sp>
            <p:nvSpPr>
              <p:cNvPr id="141" name="Google Shape;141;p15"/>
              <p:cNvSpPr/>
              <p:nvPr/>
            </p:nvSpPr>
            <p:spPr>
              <a:xfrm flipH="1">
                <a:off x="9608456" y="0"/>
                <a:ext cx="2583543" cy="2583543"/>
              </a:xfrm>
              <a:prstGeom prst="diagStrip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Georgia"/>
                  <a:ea typeface="Georgia"/>
                  <a:cs typeface="Georgia"/>
                  <a:sym typeface="Georgia"/>
                </a:endParaRPr>
              </a:p>
            </p:txBody>
          </p:sp>
        </p:grpSp>
      </p:grpSp>
      <p:sp>
        <p:nvSpPr>
          <p:cNvPr id="142" name="Google Shape;142;p15"/>
          <p:cNvSpPr txBox="1">
            <a:spLocks noGrp="1"/>
          </p:cNvSpPr>
          <p:nvPr>
            <p:ph type="ftr" idx="11"/>
          </p:nvPr>
        </p:nvSpPr>
        <p:spPr>
          <a:xfrm>
            <a:off x="711200" y="6324600"/>
            <a:ext cx="7010400" cy="152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100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44" name="Google Shape;144;p15"/>
          <p:cNvSpPr txBox="1">
            <a:spLocks noGrp="1"/>
          </p:cNvSpPr>
          <p:nvPr>
            <p:ph type="sldNum" idx="12"/>
          </p:nvPr>
        </p:nvSpPr>
        <p:spPr>
          <a:xfrm>
            <a:off x="9448800" y="6477000"/>
            <a:ext cx="2036064" cy="152400"/>
          </a:xfrm>
          <a:prstGeom prst="rect">
            <a:avLst/>
          </a:prstGeom>
          <a:noFill/>
          <a:ln>
            <a:noFill/>
          </a:ln>
        </p:spPr>
        <p:txBody>
          <a:bodyPr spcFirstLastPara="1" wrap="square" lIns="0" tIns="0" rIns="0" bIns="0" anchor="t" anchorCtr="0">
            <a:noAutofit/>
          </a:bodyPr>
          <a:lstStyle>
            <a:lvl1pPr marL="0" lvl="0" indent="0" algn="r">
              <a:spcBef>
                <a:spcPts val="0"/>
              </a:spcBef>
              <a:buNone/>
              <a:defRPr sz="1000">
                <a:solidFill>
                  <a:schemeClr val="lt1"/>
                </a:solidFill>
                <a:latin typeface="Arial"/>
                <a:ea typeface="Arial"/>
                <a:cs typeface="Arial"/>
                <a:sym typeface="Arial"/>
              </a:defRPr>
            </a:lvl1pPr>
            <a:lvl2pPr marL="0" lvl="1" indent="0" algn="r">
              <a:spcBef>
                <a:spcPts val="0"/>
              </a:spcBef>
              <a:buNone/>
              <a:defRPr sz="1000">
                <a:solidFill>
                  <a:schemeClr val="lt1"/>
                </a:solidFill>
                <a:latin typeface="Arial"/>
                <a:ea typeface="Arial"/>
                <a:cs typeface="Arial"/>
                <a:sym typeface="Arial"/>
              </a:defRPr>
            </a:lvl2pPr>
            <a:lvl3pPr marL="0" lvl="2" indent="0" algn="r">
              <a:spcBef>
                <a:spcPts val="0"/>
              </a:spcBef>
              <a:buNone/>
              <a:defRPr sz="1000">
                <a:solidFill>
                  <a:schemeClr val="lt1"/>
                </a:solidFill>
                <a:latin typeface="Arial"/>
                <a:ea typeface="Arial"/>
                <a:cs typeface="Arial"/>
                <a:sym typeface="Arial"/>
              </a:defRPr>
            </a:lvl3pPr>
            <a:lvl4pPr marL="0" lvl="3" indent="0" algn="r">
              <a:spcBef>
                <a:spcPts val="0"/>
              </a:spcBef>
              <a:buNone/>
              <a:defRPr sz="1000">
                <a:solidFill>
                  <a:schemeClr val="lt1"/>
                </a:solidFill>
                <a:latin typeface="Arial"/>
                <a:ea typeface="Arial"/>
                <a:cs typeface="Arial"/>
                <a:sym typeface="Arial"/>
              </a:defRPr>
            </a:lvl4pPr>
            <a:lvl5pPr marL="0" lvl="4" indent="0" algn="r">
              <a:spcBef>
                <a:spcPts val="0"/>
              </a:spcBef>
              <a:buNone/>
              <a:defRPr sz="1000">
                <a:solidFill>
                  <a:schemeClr val="lt1"/>
                </a:solidFill>
                <a:latin typeface="Arial"/>
                <a:ea typeface="Arial"/>
                <a:cs typeface="Arial"/>
                <a:sym typeface="Arial"/>
              </a:defRPr>
            </a:lvl5pPr>
            <a:lvl6pPr marL="0" lvl="5" indent="0" algn="r">
              <a:spcBef>
                <a:spcPts val="0"/>
              </a:spcBef>
              <a:buNone/>
              <a:defRPr sz="1000">
                <a:solidFill>
                  <a:schemeClr val="lt1"/>
                </a:solidFill>
                <a:latin typeface="Arial"/>
                <a:ea typeface="Arial"/>
                <a:cs typeface="Arial"/>
                <a:sym typeface="Arial"/>
              </a:defRPr>
            </a:lvl6pPr>
            <a:lvl7pPr marL="0" lvl="6" indent="0" algn="r">
              <a:spcBef>
                <a:spcPts val="0"/>
              </a:spcBef>
              <a:buNone/>
              <a:defRPr sz="1000">
                <a:solidFill>
                  <a:schemeClr val="lt1"/>
                </a:solidFill>
                <a:latin typeface="Arial"/>
                <a:ea typeface="Arial"/>
                <a:cs typeface="Arial"/>
                <a:sym typeface="Arial"/>
              </a:defRPr>
            </a:lvl7pPr>
            <a:lvl8pPr marL="0" lvl="7" indent="0" algn="r">
              <a:spcBef>
                <a:spcPts val="0"/>
              </a:spcBef>
              <a:buNone/>
              <a:defRPr sz="1000">
                <a:solidFill>
                  <a:schemeClr val="lt1"/>
                </a:solidFill>
                <a:latin typeface="Arial"/>
                <a:ea typeface="Arial"/>
                <a:cs typeface="Arial"/>
                <a:sym typeface="Arial"/>
              </a:defRPr>
            </a:lvl8pPr>
            <a:lvl9pPr marL="0" lvl="8" indent="0" algn="r">
              <a:spcBef>
                <a:spcPts val="0"/>
              </a:spcBef>
              <a:buNone/>
              <a:defRPr sz="10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145" name="Google Shape;145;p15"/>
          <p:cNvSpPr txBox="1">
            <a:spLocks noGrp="1"/>
          </p:cNvSpPr>
          <p:nvPr>
            <p:ph type="dt" idx="10"/>
          </p:nvPr>
        </p:nvSpPr>
        <p:spPr>
          <a:xfrm>
            <a:off x="9448800" y="6324600"/>
            <a:ext cx="2032000" cy="152400"/>
          </a:xfrm>
          <a:prstGeom prst="rect">
            <a:avLst/>
          </a:prstGeom>
          <a:noFill/>
          <a:ln>
            <a:noFill/>
          </a:ln>
        </p:spPr>
        <p:txBody>
          <a:bodyPr spcFirstLastPara="1" wrap="square" lIns="0" tIns="0" rIns="0" bIns="0" anchor="t" anchorCtr="0">
            <a:noAutofit/>
          </a:bodyPr>
          <a:lstStyle>
            <a:lvl1pPr lvl="0" algn="r">
              <a:spcBef>
                <a:spcPts val="0"/>
              </a:spcBef>
              <a:spcAft>
                <a:spcPts val="0"/>
              </a:spcAft>
              <a:buSzPts val="1400"/>
              <a:buNone/>
              <a:defRPr sz="100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Key point">
  <p:cSld name="Key point">
    <p:bg>
      <p:bgPr>
        <a:solidFill>
          <a:schemeClr val="lt1"/>
        </a:solidFill>
        <a:effectLst/>
      </p:bgPr>
    </p:bg>
    <p:spTree>
      <p:nvGrpSpPr>
        <p:cNvPr id="1" name="Shape 151"/>
        <p:cNvGrpSpPr/>
        <p:nvPr/>
      </p:nvGrpSpPr>
      <p:grpSpPr>
        <a:xfrm>
          <a:off x="0" y="0"/>
          <a:ext cx="0" cy="0"/>
          <a:chOff x="0" y="0"/>
          <a:chExt cx="0" cy="0"/>
        </a:xfrm>
      </p:grpSpPr>
      <p:cxnSp>
        <p:nvCxnSpPr>
          <p:cNvPr id="152" name="Google Shape;152;p17"/>
          <p:cNvCxnSpPr/>
          <p:nvPr/>
        </p:nvCxnSpPr>
        <p:spPr>
          <a:xfrm>
            <a:off x="0" y="1065910"/>
            <a:ext cx="11155680" cy="0"/>
          </a:xfrm>
          <a:prstGeom prst="straightConnector1">
            <a:avLst/>
          </a:prstGeom>
          <a:noFill/>
          <a:ln w="28575" cap="flat" cmpd="sng">
            <a:solidFill>
              <a:schemeClr val="accent1"/>
            </a:solidFill>
            <a:prstDash val="solid"/>
            <a:round/>
            <a:headEnd type="none" w="sm" len="sm"/>
            <a:tailEnd type="none" w="sm" len="sm"/>
          </a:ln>
        </p:spPr>
      </p:cxnSp>
      <p:sp>
        <p:nvSpPr>
          <p:cNvPr id="153" name="Google Shape;153;p17"/>
          <p:cNvSpPr txBox="1">
            <a:spLocks noGrp="1"/>
          </p:cNvSpPr>
          <p:nvPr>
            <p:ph type="title"/>
          </p:nvPr>
        </p:nvSpPr>
        <p:spPr>
          <a:xfrm>
            <a:off x="711200" y="154454"/>
            <a:ext cx="10769600" cy="689113"/>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1"/>
              </a:buClr>
              <a:buSzPts val="2400"/>
              <a:buFont typeface="Georgia"/>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4" name="Google Shape;154;p17"/>
          <p:cNvSpPr txBox="1">
            <a:spLocks noGrp="1"/>
          </p:cNvSpPr>
          <p:nvPr>
            <p:ph type="ftr" idx="11"/>
          </p:nvPr>
        </p:nvSpPr>
        <p:spPr>
          <a:xfrm>
            <a:off x="711200" y="6324600"/>
            <a:ext cx="7010400" cy="152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10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56" name="Google Shape;156;p17"/>
          <p:cNvSpPr txBox="1">
            <a:spLocks noGrp="1"/>
          </p:cNvSpPr>
          <p:nvPr>
            <p:ph type="body" idx="1"/>
          </p:nvPr>
        </p:nvSpPr>
        <p:spPr>
          <a:xfrm>
            <a:off x="711200" y="1752600"/>
            <a:ext cx="10769600" cy="4419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3200"/>
              <a:buFont typeface="Georgia"/>
              <a:buNone/>
              <a:defRPr sz="3200">
                <a:solidFill>
                  <a:schemeClr val="dk2"/>
                </a:solidFill>
              </a:defRPr>
            </a:lvl1pPr>
            <a:lvl2pPr marL="914400" lvl="1" indent="-431800" algn="l">
              <a:lnSpc>
                <a:spcPct val="100000"/>
              </a:lnSpc>
              <a:spcBef>
                <a:spcPts val="900"/>
              </a:spcBef>
              <a:spcAft>
                <a:spcPts val="0"/>
              </a:spcAft>
              <a:buClr>
                <a:schemeClr val="dk2"/>
              </a:buClr>
              <a:buSzPts val="3200"/>
              <a:buChar char="•"/>
              <a:defRPr sz="3200">
                <a:solidFill>
                  <a:schemeClr val="dk2"/>
                </a:solidFill>
              </a:defRPr>
            </a:lvl2pPr>
            <a:lvl3pPr marL="1371600" lvl="2" indent="-431800" algn="l">
              <a:lnSpc>
                <a:spcPct val="100000"/>
              </a:lnSpc>
              <a:spcBef>
                <a:spcPts val="900"/>
              </a:spcBef>
              <a:spcAft>
                <a:spcPts val="0"/>
              </a:spcAft>
              <a:buClr>
                <a:schemeClr val="dk2"/>
              </a:buClr>
              <a:buSzPts val="3200"/>
              <a:buChar char="-"/>
              <a:defRPr sz="3200">
                <a:solidFill>
                  <a:schemeClr val="dk2"/>
                </a:solidFill>
              </a:defRPr>
            </a:lvl3pPr>
            <a:lvl4pPr marL="1828800" lvl="3" indent="-431800" algn="l">
              <a:lnSpc>
                <a:spcPct val="100000"/>
              </a:lnSpc>
              <a:spcBef>
                <a:spcPts val="900"/>
              </a:spcBef>
              <a:spcAft>
                <a:spcPts val="0"/>
              </a:spcAft>
              <a:buClr>
                <a:schemeClr val="dk2"/>
              </a:buClr>
              <a:buSzPts val="3200"/>
              <a:buChar char="◦"/>
              <a:defRPr sz="3200">
                <a:solidFill>
                  <a:schemeClr val="dk2"/>
                </a:solidFill>
              </a:defRPr>
            </a:lvl4pPr>
            <a:lvl5pPr marL="2286000" lvl="4" indent="-431800" algn="l">
              <a:lnSpc>
                <a:spcPct val="100000"/>
              </a:lnSpc>
              <a:spcBef>
                <a:spcPts val="900"/>
              </a:spcBef>
              <a:spcAft>
                <a:spcPts val="0"/>
              </a:spcAft>
              <a:buClr>
                <a:schemeClr val="dk2"/>
              </a:buClr>
              <a:buSzPts val="3200"/>
              <a:buChar char="›"/>
              <a:defRPr sz="3200">
                <a:solidFill>
                  <a:schemeClr val="dk2"/>
                </a:solidFill>
              </a:defRPr>
            </a:lvl5pPr>
            <a:lvl6pPr marL="2743200" lvl="5" indent="-431800" algn="l">
              <a:lnSpc>
                <a:spcPct val="100000"/>
              </a:lnSpc>
              <a:spcBef>
                <a:spcPts val="900"/>
              </a:spcBef>
              <a:spcAft>
                <a:spcPts val="0"/>
              </a:spcAft>
              <a:buClr>
                <a:schemeClr val="dk2"/>
              </a:buClr>
              <a:buSzPts val="3200"/>
              <a:buAutoNum type="arabicPeriod"/>
              <a:defRPr sz="3200">
                <a:solidFill>
                  <a:schemeClr val="dk2"/>
                </a:solidFill>
              </a:defRPr>
            </a:lvl6pPr>
            <a:lvl7pPr marL="3200400" lvl="6" indent="-431800" algn="l">
              <a:lnSpc>
                <a:spcPct val="100000"/>
              </a:lnSpc>
              <a:spcBef>
                <a:spcPts val="900"/>
              </a:spcBef>
              <a:spcAft>
                <a:spcPts val="0"/>
              </a:spcAft>
              <a:buClr>
                <a:schemeClr val="dk2"/>
              </a:buClr>
              <a:buSzPts val="3200"/>
              <a:buAutoNum type="alphaLcPeriod"/>
              <a:defRPr sz="3200">
                <a:solidFill>
                  <a:schemeClr val="dk2"/>
                </a:solidFill>
              </a:defRPr>
            </a:lvl7pPr>
            <a:lvl8pPr marL="3657600" lvl="7" indent="-228600" algn="l">
              <a:lnSpc>
                <a:spcPct val="100000"/>
              </a:lnSpc>
              <a:spcBef>
                <a:spcPts val="900"/>
              </a:spcBef>
              <a:spcAft>
                <a:spcPts val="0"/>
              </a:spcAft>
              <a:buClr>
                <a:schemeClr val="dk2"/>
              </a:buClr>
              <a:buSzPts val="3200"/>
              <a:buNone/>
              <a:defRPr sz="3200">
                <a:solidFill>
                  <a:schemeClr val="dk2"/>
                </a:solidFill>
              </a:defRPr>
            </a:lvl8pPr>
            <a:lvl9pPr marL="4114800" lvl="8" indent="-228600" algn="l">
              <a:lnSpc>
                <a:spcPct val="100000"/>
              </a:lnSpc>
              <a:spcBef>
                <a:spcPts val="900"/>
              </a:spcBef>
              <a:spcAft>
                <a:spcPts val="900"/>
              </a:spcAft>
              <a:buClr>
                <a:schemeClr val="dk2"/>
              </a:buClr>
              <a:buSzPts val="3200"/>
              <a:buNone/>
              <a:defRPr sz="3200"/>
            </a:lvl9pPr>
          </a:lstStyle>
          <a:p>
            <a:endParaRPr/>
          </a:p>
        </p:txBody>
      </p:sp>
      <p:sp>
        <p:nvSpPr>
          <p:cNvPr id="157" name="Google Shape;157;p17"/>
          <p:cNvSpPr txBox="1">
            <a:spLocks noGrp="1"/>
          </p:cNvSpPr>
          <p:nvPr>
            <p:ph type="sldNum" idx="12"/>
          </p:nvPr>
        </p:nvSpPr>
        <p:spPr>
          <a:xfrm>
            <a:off x="9448800" y="6477000"/>
            <a:ext cx="2036064" cy="152400"/>
          </a:xfrm>
          <a:prstGeom prst="rect">
            <a:avLst/>
          </a:prstGeom>
          <a:noFill/>
          <a:ln>
            <a:noFill/>
          </a:ln>
        </p:spPr>
        <p:txBody>
          <a:bodyPr spcFirstLastPara="1" wrap="square" lIns="0" tIns="0" rIns="0" bIns="0" anchor="t" anchorCtr="0">
            <a:noAutofit/>
          </a:bodyPr>
          <a:lstStyle>
            <a:lvl1pPr marL="0" lvl="0" indent="0" algn="r">
              <a:spcBef>
                <a:spcPts val="0"/>
              </a:spcBef>
              <a:buNone/>
              <a:defRPr sz="1000">
                <a:solidFill>
                  <a:schemeClr val="dk1"/>
                </a:solidFill>
                <a:latin typeface="Arial"/>
                <a:ea typeface="Arial"/>
                <a:cs typeface="Arial"/>
                <a:sym typeface="Arial"/>
              </a:defRPr>
            </a:lvl1pPr>
            <a:lvl2pPr marL="0" lvl="1" indent="0" algn="r">
              <a:spcBef>
                <a:spcPts val="0"/>
              </a:spcBef>
              <a:buNone/>
              <a:defRPr sz="1000">
                <a:solidFill>
                  <a:schemeClr val="dk1"/>
                </a:solidFill>
                <a:latin typeface="Arial"/>
                <a:ea typeface="Arial"/>
                <a:cs typeface="Arial"/>
                <a:sym typeface="Arial"/>
              </a:defRPr>
            </a:lvl2pPr>
            <a:lvl3pPr marL="0" lvl="2" indent="0" algn="r">
              <a:spcBef>
                <a:spcPts val="0"/>
              </a:spcBef>
              <a:buNone/>
              <a:defRPr sz="1000">
                <a:solidFill>
                  <a:schemeClr val="dk1"/>
                </a:solidFill>
                <a:latin typeface="Arial"/>
                <a:ea typeface="Arial"/>
                <a:cs typeface="Arial"/>
                <a:sym typeface="Arial"/>
              </a:defRPr>
            </a:lvl3pPr>
            <a:lvl4pPr marL="0" lvl="3" indent="0" algn="r">
              <a:spcBef>
                <a:spcPts val="0"/>
              </a:spcBef>
              <a:buNone/>
              <a:defRPr sz="1000">
                <a:solidFill>
                  <a:schemeClr val="dk1"/>
                </a:solidFill>
                <a:latin typeface="Arial"/>
                <a:ea typeface="Arial"/>
                <a:cs typeface="Arial"/>
                <a:sym typeface="Arial"/>
              </a:defRPr>
            </a:lvl4pPr>
            <a:lvl5pPr marL="0" lvl="4" indent="0" algn="r">
              <a:spcBef>
                <a:spcPts val="0"/>
              </a:spcBef>
              <a:buNone/>
              <a:defRPr sz="1000">
                <a:solidFill>
                  <a:schemeClr val="dk1"/>
                </a:solidFill>
                <a:latin typeface="Arial"/>
                <a:ea typeface="Arial"/>
                <a:cs typeface="Arial"/>
                <a:sym typeface="Arial"/>
              </a:defRPr>
            </a:lvl5pPr>
            <a:lvl6pPr marL="0" lvl="5" indent="0" algn="r">
              <a:spcBef>
                <a:spcPts val="0"/>
              </a:spcBef>
              <a:buNone/>
              <a:defRPr sz="1000">
                <a:solidFill>
                  <a:schemeClr val="dk1"/>
                </a:solidFill>
                <a:latin typeface="Arial"/>
                <a:ea typeface="Arial"/>
                <a:cs typeface="Arial"/>
                <a:sym typeface="Arial"/>
              </a:defRPr>
            </a:lvl6pPr>
            <a:lvl7pPr marL="0" lvl="6" indent="0" algn="r">
              <a:spcBef>
                <a:spcPts val="0"/>
              </a:spcBef>
              <a:buNone/>
              <a:defRPr sz="1000">
                <a:solidFill>
                  <a:schemeClr val="dk1"/>
                </a:solidFill>
                <a:latin typeface="Arial"/>
                <a:ea typeface="Arial"/>
                <a:cs typeface="Arial"/>
                <a:sym typeface="Arial"/>
              </a:defRPr>
            </a:lvl7pPr>
            <a:lvl8pPr marL="0" lvl="7" indent="0" algn="r">
              <a:spcBef>
                <a:spcPts val="0"/>
              </a:spcBef>
              <a:buNone/>
              <a:defRPr sz="1000">
                <a:solidFill>
                  <a:schemeClr val="dk1"/>
                </a:solidFill>
                <a:latin typeface="Arial"/>
                <a:ea typeface="Arial"/>
                <a:cs typeface="Arial"/>
                <a:sym typeface="Arial"/>
              </a:defRPr>
            </a:lvl8pPr>
            <a:lvl9pPr marL="0" lvl="8" indent="0" algn="r">
              <a:spcBef>
                <a:spcPts val="0"/>
              </a:spcBef>
              <a:buNone/>
              <a:defRPr sz="10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158" name="Google Shape;158;p17"/>
          <p:cNvSpPr txBox="1">
            <a:spLocks noGrp="1"/>
          </p:cNvSpPr>
          <p:nvPr>
            <p:ph type="dt" idx="10"/>
          </p:nvPr>
        </p:nvSpPr>
        <p:spPr>
          <a:xfrm>
            <a:off x="9448800" y="6324600"/>
            <a:ext cx="2032000" cy="152400"/>
          </a:xfrm>
          <a:prstGeom prst="rect">
            <a:avLst/>
          </a:prstGeom>
          <a:noFill/>
          <a:ln>
            <a:noFill/>
          </a:ln>
        </p:spPr>
        <p:txBody>
          <a:bodyPr spcFirstLastPara="1" wrap="square" lIns="0" tIns="0" rIns="0" bIns="0" anchor="t" anchorCtr="0">
            <a:noAutofit/>
          </a:bodyPr>
          <a:lstStyle>
            <a:lvl1pPr lvl="0" algn="r">
              <a:spcBef>
                <a:spcPts val="0"/>
              </a:spcBef>
              <a:spcAft>
                <a:spcPts val="0"/>
              </a:spcAft>
              <a:buSzPts val="1400"/>
              <a:buNone/>
              <a:defRPr sz="10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grpSp>
        <p:nvGrpSpPr>
          <p:cNvPr id="159" name="Google Shape;159;p17"/>
          <p:cNvGrpSpPr/>
          <p:nvPr/>
        </p:nvGrpSpPr>
        <p:grpSpPr>
          <a:xfrm rot="-256930">
            <a:off x="10613226" y="465264"/>
            <a:ext cx="1486754" cy="602364"/>
            <a:chOff x="2170113" y="3144838"/>
            <a:chExt cx="928688" cy="360363"/>
          </a:xfrm>
        </p:grpSpPr>
        <p:sp>
          <p:nvSpPr>
            <p:cNvPr id="160" name="Google Shape;160;p17"/>
            <p:cNvSpPr/>
            <p:nvPr/>
          </p:nvSpPr>
          <p:spPr>
            <a:xfrm>
              <a:off x="2170113" y="3144838"/>
              <a:ext cx="928688" cy="360363"/>
            </a:xfrm>
            <a:custGeom>
              <a:avLst/>
              <a:gdLst/>
              <a:ahLst/>
              <a:cxnLst/>
              <a:rect l="l" t="t" r="r" b="b"/>
              <a:pathLst>
                <a:path w="585" h="227" extrusionOk="0">
                  <a:moveTo>
                    <a:pt x="57" y="193"/>
                  </a:moveTo>
                  <a:lnTo>
                    <a:pt x="210" y="204"/>
                  </a:lnTo>
                  <a:lnTo>
                    <a:pt x="474" y="133"/>
                  </a:lnTo>
                  <a:lnTo>
                    <a:pt x="474" y="133"/>
                  </a:lnTo>
                  <a:lnTo>
                    <a:pt x="492" y="129"/>
                  </a:lnTo>
                  <a:lnTo>
                    <a:pt x="524" y="116"/>
                  </a:lnTo>
                  <a:lnTo>
                    <a:pt x="540" y="108"/>
                  </a:lnTo>
                  <a:lnTo>
                    <a:pt x="553" y="100"/>
                  </a:lnTo>
                  <a:lnTo>
                    <a:pt x="558" y="95"/>
                  </a:lnTo>
                  <a:lnTo>
                    <a:pt x="561" y="91"/>
                  </a:lnTo>
                  <a:lnTo>
                    <a:pt x="563" y="87"/>
                  </a:lnTo>
                  <a:lnTo>
                    <a:pt x="563" y="83"/>
                  </a:lnTo>
                  <a:lnTo>
                    <a:pt x="563" y="83"/>
                  </a:lnTo>
                  <a:lnTo>
                    <a:pt x="561" y="80"/>
                  </a:lnTo>
                  <a:lnTo>
                    <a:pt x="556" y="79"/>
                  </a:lnTo>
                  <a:lnTo>
                    <a:pt x="548" y="75"/>
                  </a:lnTo>
                  <a:lnTo>
                    <a:pt x="539" y="74"/>
                  </a:lnTo>
                  <a:lnTo>
                    <a:pt x="526" y="74"/>
                  </a:lnTo>
                  <a:lnTo>
                    <a:pt x="508" y="74"/>
                  </a:lnTo>
                  <a:lnTo>
                    <a:pt x="489" y="79"/>
                  </a:lnTo>
                  <a:lnTo>
                    <a:pt x="465" y="83"/>
                  </a:lnTo>
                  <a:lnTo>
                    <a:pt x="378" y="108"/>
                  </a:lnTo>
                  <a:lnTo>
                    <a:pt x="386" y="135"/>
                  </a:lnTo>
                  <a:lnTo>
                    <a:pt x="350" y="143"/>
                  </a:lnTo>
                  <a:lnTo>
                    <a:pt x="323" y="140"/>
                  </a:lnTo>
                  <a:lnTo>
                    <a:pt x="320" y="127"/>
                  </a:lnTo>
                  <a:lnTo>
                    <a:pt x="331" y="117"/>
                  </a:lnTo>
                  <a:lnTo>
                    <a:pt x="221" y="46"/>
                  </a:lnTo>
                  <a:lnTo>
                    <a:pt x="208" y="32"/>
                  </a:lnTo>
                  <a:lnTo>
                    <a:pt x="212" y="48"/>
                  </a:lnTo>
                  <a:lnTo>
                    <a:pt x="276" y="135"/>
                  </a:lnTo>
                  <a:lnTo>
                    <a:pt x="253" y="140"/>
                  </a:lnTo>
                  <a:lnTo>
                    <a:pt x="191" y="56"/>
                  </a:lnTo>
                  <a:lnTo>
                    <a:pt x="183" y="9"/>
                  </a:lnTo>
                  <a:lnTo>
                    <a:pt x="210" y="0"/>
                  </a:lnTo>
                  <a:lnTo>
                    <a:pt x="236" y="29"/>
                  </a:lnTo>
                  <a:lnTo>
                    <a:pt x="337" y="95"/>
                  </a:lnTo>
                  <a:lnTo>
                    <a:pt x="460" y="62"/>
                  </a:lnTo>
                  <a:lnTo>
                    <a:pt x="460" y="62"/>
                  </a:lnTo>
                  <a:lnTo>
                    <a:pt x="482" y="58"/>
                  </a:lnTo>
                  <a:lnTo>
                    <a:pt x="503" y="53"/>
                  </a:lnTo>
                  <a:lnTo>
                    <a:pt x="523" y="51"/>
                  </a:lnTo>
                  <a:lnTo>
                    <a:pt x="540" y="51"/>
                  </a:lnTo>
                  <a:lnTo>
                    <a:pt x="556" y="54"/>
                  </a:lnTo>
                  <a:lnTo>
                    <a:pt x="569" y="59"/>
                  </a:lnTo>
                  <a:lnTo>
                    <a:pt x="574" y="62"/>
                  </a:lnTo>
                  <a:lnTo>
                    <a:pt x="577" y="67"/>
                  </a:lnTo>
                  <a:lnTo>
                    <a:pt x="582" y="71"/>
                  </a:lnTo>
                  <a:lnTo>
                    <a:pt x="584" y="75"/>
                  </a:lnTo>
                  <a:lnTo>
                    <a:pt x="584" y="75"/>
                  </a:lnTo>
                  <a:lnTo>
                    <a:pt x="585" y="83"/>
                  </a:lnTo>
                  <a:lnTo>
                    <a:pt x="584" y="91"/>
                  </a:lnTo>
                  <a:lnTo>
                    <a:pt x="582" y="100"/>
                  </a:lnTo>
                  <a:lnTo>
                    <a:pt x="577" y="106"/>
                  </a:lnTo>
                  <a:lnTo>
                    <a:pt x="571" y="112"/>
                  </a:lnTo>
                  <a:lnTo>
                    <a:pt x="564" y="119"/>
                  </a:lnTo>
                  <a:lnTo>
                    <a:pt x="547" y="129"/>
                  </a:lnTo>
                  <a:lnTo>
                    <a:pt x="527" y="138"/>
                  </a:lnTo>
                  <a:lnTo>
                    <a:pt x="508" y="146"/>
                  </a:lnTo>
                  <a:lnTo>
                    <a:pt x="481" y="154"/>
                  </a:lnTo>
                  <a:lnTo>
                    <a:pt x="213" y="227"/>
                  </a:lnTo>
                  <a:lnTo>
                    <a:pt x="46" y="214"/>
                  </a:lnTo>
                  <a:lnTo>
                    <a:pt x="46" y="214"/>
                  </a:lnTo>
                  <a:lnTo>
                    <a:pt x="39" y="212"/>
                  </a:lnTo>
                  <a:lnTo>
                    <a:pt x="34" y="209"/>
                  </a:lnTo>
                  <a:lnTo>
                    <a:pt x="29" y="203"/>
                  </a:lnTo>
                  <a:lnTo>
                    <a:pt x="28" y="198"/>
                  </a:lnTo>
                  <a:lnTo>
                    <a:pt x="26" y="191"/>
                  </a:lnTo>
                  <a:lnTo>
                    <a:pt x="28" y="185"/>
                  </a:lnTo>
                  <a:lnTo>
                    <a:pt x="29" y="182"/>
                  </a:lnTo>
                  <a:lnTo>
                    <a:pt x="34" y="179"/>
                  </a:lnTo>
                  <a:lnTo>
                    <a:pt x="65" y="170"/>
                  </a:lnTo>
                  <a:lnTo>
                    <a:pt x="76" y="188"/>
                  </a:lnTo>
                  <a:lnTo>
                    <a:pt x="76" y="188"/>
                  </a:lnTo>
                  <a:lnTo>
                    <a:pt x="57" y="193"/>
                  </a:lnTo>
                  <a:close/>
                  <a:moveTo>
                    <a:pt x="36" y="167"/>
                  </a:moveTo>
                  <a:lnTo>
                    <a:pt x="0" y="104"/>
                  </a:lnTo>
                  <a:lnTo>
                    <a:pt x="41" y="93"/>
                  </a:lnTo>
                  <a:lnTo>
                    <a:pt x="147" y="146"/>
                  </a:lnTo>
                  <a:lnTo>
                    <a:pt x="228" y="125"/>
                  </a:lnTo>
                  <a:lnTo>
                    <a:pt x="242" y="143"/>
                  </a:lnTo>
                  <a:lnTo>
                    <a:pt x="144" y="169"/>
                  </a:lnTo>
                  <a:lnTo>
                    <a:pt x="39" y="116"/>
                  </a:lnTo>
                  <a:lnTo>
                    <a:pt x="34" y="117"/>
                  </a:lnTo>
                  <a:lnTo>
                    <a:pt x="60" y="161"/>
                  </a:lnTo>
                  <a:lnTo>
                    <a:pt x="36" y="16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61" name="Google Shape;161;p17"/>
            <p:cNvSpPr/>
            <p:nvPr/>
          </p:nvSpPr>
          <p:spPr>
            <a:xfrm>
              <a:off x="2211388" y="3144838"/>
              <a:ext cx="887413" cy="360363"/>
            </a:xfrm>
            <a:custGeom>
              <a:avLst/>
              <a:gdLst/>
              <a:ahLst/>
              <a:cxnLst/>
              <a:rect l="l" t="t" r="r" b="b"/>
              <a:pathLst>
                <a:path w="559" h="227" extrusionOk="0">
                  <a:moveTo>
                    <a:pt x="31" y="193"/>
                  </a:moveTo>
                  <a:lnTo>
                    <a:pt x="184" y="204"/>
                  </a:lnTo>
                  <a:lnTo>
                    <a:pt x="448" y="133"/>
                  </a:lnTo>
                  <a:lnTo>
                    <a:pt x="448" y="133"/>
                  </a:lnTo>
                  <a:lnTo>
                    <a:pt x="466" y="129"/>
                  </a:lnTo>
                  <a:lnTo>
                    <a:pt x="498" y="116"/>
                  </a:lnTo>
                  <a:lnTo>
                    <a:pt x="514" y="108"/>
                  </a:lnTo>
                  <a:lnTo>
                    <a:pt x="527" y="100"/>
                  </a:lnTo>
                  <a:lnTo>
                    <a:pt x="532" y="95"/>
                  </a:lnTo>
                  <a:lnTo>
                    <a:pt x="535" y="91"/>
                  </a:lnTo>
                  <a:lnTo>
                    <a:pt x="537" y="87"/>
                  </a:lnTo>
                  <a:lnTo>
                    <a:pt x="537" y="83"/>
                  </a:lnTo>
                  <a:lnTo>
                    <a:pt x="537" y="83"/>
                  </a:lnTo>
                  <a:lnTo>
                    <a:pt x="535" y="80"/>
                  </a:lnTo>
                  <a:lnTo>
                    <a:pt x="530" y="79"/>
                  </a:lnTo>
                  <a:lnTo>
                    <a:pt x="522" y="75"/>
                  </a:lnTo>
                  <a:lnTo>
                    <a:pt x="513" y="74"/>
                  </a:lnTo>
                  <a:lnTo>
                    <a:pt x="500" y="74"/>
                  </a:lnTo>
                  <a:lnTo>
                    <a:pt x="482" y="74"/>
                  </a:lnTo>
                  <a:lnTo>
                    <a:pt x="463" y="79"/>
                  </a:lnTo>
                  <a:lnTo>
                    <a:pt x="439" y="83"/>
                  </a:lnTo>
                  <a:lnTo>
                    <a:pt x="352" y="108"/>
                  </a:lnTo>
                  <a:lnTo>
                    <a:pt x="360" y="135"/>
                  </a:lnTo>
                  <a:lnTo>
                    <a:pt x="324" y="143"/>
                  </a:lnTo>
                  <a:lnTo>
                    <a:pt x="297" y="140"/>
                  </a:lnTo>
                  <a:lnTo>
                    <a:pt x="294" y="127"/>
                  </a:lnTo>
                  <a:lnTo>
                    <a:pt x="305" y="117"/>
                  </a:lnTo>
                  <a:lnTo>
                    <a:pt x="195" y="46"/>
                  </a:lnTo>
                  <a:lnTo>
                    <a:pt x="182" y="32"/>
                  </a:lnTo>
                  <a:lnTo>
                    <a:pt x="186" y="48"/>
                  </a:lnTo>
                  <a:lnTo>
                    <a:pt x="250" y="135"/>
                  </a:lnTo>
                  <a:lnTo>
                    <a:pt x="227" y="140"/>
                  </a:lnTo>
                  <a:lnTo>
                    <a:pt x="165" y="56"/>
                  </a:lnTo>
                  <a:lnTo>
                    <a:pt x="157" y="9"/>
                  </a:lnTo>
                  <a:lnTo>
                    <a:pt x="184" y="0"/>
                  </a:lnTo>
                  <a:lnTo>
                    <a:pt x="210" y="29"/>
                  </a:lnTo>
                  <a:lnTo>
                    <a:pt x="311" y="95"/>
                  </a:lnTo>
                  <a:lnTo>
                    <a:pt x="434" y="62"/>
                  </a:lnTo>
                  <a:lnTo>
                    <a:pt x="434" y="62"/>
                  </a:lnTo>
                  <a:lnTo>
                    <a:pt x="456" y="58"/>
                  </a:lnTo>
                  <a:lnTo>
                    <a:pt x="477" y="53"/>
                  </a:lnTo>
                  <a:lnTo>
                    <a:pt x="497" y="51"/>
                  </a:lnTo>
                  <a:lnTo>
                    <a:pt x="514" y="51"/>
                  </a:lnTo>
                  <a:lnTo>
                    <a:pt x="530" y="54"/>
                  </a:lnTo>
                  <a:lnTo>
                    <a:pt x="543" y="59"/>
                  </a:lnTo>
                  <a:lnTo>
                    <a:pt x="548" y="62"/>
                  </a:lnTo>
                  <a:lnTo>
                    <a:pt x="551" y="67"/>
                  </a:lnTo>
                  <a:lnTo>
                    <a:pt x="556" y="71"/>
                  </a:lnTo>
                  <a:lnTo>
                    <a:pt x="558" y="75"/>
                  </a:lnTo>
                  <a:lnTo>
                    <a:pt x="558" y="75"/>
                  </a:lnTo>
                  <a:lnTo>
                    <a:pt x="559" y="83"/>
                  </a:lnTo>
                  <a:lnTo>
                    <a:pt x="558" y="91"/>
                  </a:lnTo>
                  <a:lnTo>
                    <a:pt x="556" y="100"/>
                  </a:lnTo>
                  <a:lnTo>
                    <a:pt x="551" y="106"/>
                  </a:lnTo>
                  <a:lnTo>
                    <a:pt x="545" y="112"/>
                  </a:lnTo>
                  <a:lnTo>
                    <a:pt x="538" y="119"/>
                  </a:lnTo>
                  <a:lnTo>
                    <a:pt x="521" y="129"/>
                  </a:lnTo>
                  <a:lnTo>
                    <a:pt x="501" y="138"/>
                  </a:lnTo>
                  <a:lnTo>
                    <a:pt x="482" y="146"/>
                  </a:lnTo>
                  <a:lnTo>
                    <a:pt x="455" y="154"/>
                  </a:lnTo>
                  <a:lnTo>
                    <a:pt x="187" y="227"/>
                  </a:lnTo>
                  <a:lnTo>
                    <a:pt x="20" y="214"/>
                  </a:lnTo>
                  <a:lnTo>
                    <a:pt x="20" y="214"/>
                  </a:lnTo>
                  <a:lnTo>
                    <a:pt x="13" y="212"/>
                  </a:lnTo>
                  <a:lnTo>
                    <a:pt x="8" y="209"/>
                  </a:lnTo>
                  <a:lnTo>
                    <a:pt x="3" y="203"/>
                  </a:lnTo>
                  <a:lnTo>
                    <a:pt x="2" y="198"/>
                  </a:lnTo>
                  <a:lnTo>
                    <a:pt x="0" y="191"/>
                  </a:lnTo>
                  <a:lnTo>
                    <a:pt x="2" y="185"/>
                  </a:lnTo>
                  <a:lnTo>
                    <a:pt x="3" y="182"/>
                  </a:lnTo>
                  <a:lnTo>
                    <a:pt x="8" y="179"/>
                  </a:lnTo>
                  <a:lnTo>
                    <a:pt x="39" y="170"/>
                  </a:lnTo>
                  <a:lnTo>
                    <a:pt x="50" y="188"/>
                  </a:lnTo>
                  <a:lnTo>
                    <a:pt x="50" y="188"/>
                  </a:lnTo>
                  <a:lnTo>
                    <a:pt x="31" y="193"/>
                  </a:lnTo>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62" name="Google Shape;162;p17"/>
            <p:cNvSpPr/>
            <p:nvPr/>
          </p:nvSpPr>
          <p:spPr>
            <a:xfrm>
              <a:off x="2170113" y="3292475"/>
              <a:ext cx="384175" cy="120650"/>
            </a:xfrm>
            <a:custGeom>
              <a:avLst/>
              <a:gdLst/>
              <a:ahLst/>
              <a:cxnLst/>
              <a:rect l="l" t="t" r="r" b="b"/>
              <a:pathLst>
                <a:path w="242" h="76" extrusionOk="0">
                  <a:moveTo>
                    <a:pt x="36" y="74"/>
                  </a:moveTo>
                  <a:lnTo>
                    <a:pt x="0" y="11"/>
                  </a:lnTo>
                  <a:lnTo>
                    <a:pt x="41" y="0"/>
                  </a:lnTo>
                  <a:lnTo>
                    <a:pt x="147" y="53"/>
                  </a:lnTo>
                  <a:lnTo>
                    <a:pt x="228" y="32"/>
                  </a:lnTo>
                  <a:lnTo>
                    <a:pt x="242" y="50"/>
                  </a:lnTo>
                  <a:lnTo>
                    <a:pt x="144" y="76"/>
                  </a:lnTo>
                  <a:lnTo>
                    <a:pt x="39" y="23"/>
                  </a:lnTo>
                  <a:lnTo>
                    <a:pt x="34" y="24"/>
                  </a:lnTo>
                  <a:lnTo>
                    <a:pt x="60" y="68"/>
                  </a:lnTo>
                  <a:lnTo>
                    <a:pt x="36" y="74"/>
                  </a:lnTo>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Key point: Colour" type="obj">
  <p:cSld name="OBJECT">
    <p:bg>
      <p:bgPr>
        <a:solidFill>
          <a:schemeClr val="dk2"/>
        </a:solidFill>
        <a:effectLst/>
      </p:bgPr>
    </p:bg>
    <p:spTree>
      <p:nvGrpSpPr>
        <p:cNvPr id="1" name="Shape 163"/>
        <p:cNvGrpSpPr/>
        <p:nvPr/>
      </p:nvGrpSpPr>
      <p:grpSpPr>
        <a:xfrm>
          <a:off x="0" y="0"/>
          <a:ext cx="0" cy="0"/>
          <a:chOff x="0" y="0"/>
          <a:chExt cx="0" cy="0"/>
        </a:xfrm>
      </p:grpSpPr>
      <p:sp>
        <p:nvSpPr>
          <p:cNvPr id="164" name="Google Shape;164;p18"/>
          <p:cNvSpPr txBox="1">
            <a:spLocks noGrp="1"/>
          </p:cNvSpPr>
          <p:nvPr>
            <p:ph type="title"/>
          </p:nvPr>
        </p:nvSpPr>
        <p:spPr>
          <a:xfrm>
            <a:off x="711200" y="685800"/>
            <a:ext cx="10769600" cy="914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400"/>
              <a:buFont typeface="Georgia"/>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5" name="Google Shape;165;p18"/>
          <p:cNvSpPr txBox="1">
            <a:spLocks noGrp="1"/>
          </p:cNvSpPr>
          <p:nvPr>
            <p:ph type="body" idx="1"/>
          </p:nvPr>
        </p:nvSpPr>
        <p:spPr>
          <a:xfrm>
            <a:off x="711200" y="1752600"/>
            <a:ext cx="10769600" cy="4419600"/>
          </a:xfrm>
          <a:prstGeom prst="rect">
            <a:avLst/>
          </a:prstGeom>
          <a:noFill/>
          <a:ln>
            <a:noFill/>
          </a:ln>
        </p:spPr>
        <p:txBody>
          <a:bodyPr spcFirstLastPara="1" wrap="square" lIns="0" tIns="0" rIns="0" bIns="0" anchor="t" anchorCtr="0">
            <a:noAutofit/>
          </a:bodyPr>
          <a:lstStyle>
            <a:lvl1pPr marL="457200" lvl="0" indent="-228600" algn="l">
              <a:lnSpc>
                <a:spcPct val="112500"/>
              </a:lnSpc>
              <a:spcBef>
                <a:spcPts val="0"/>
              </a:spcBef>
              <a:spcAft>
                <a:spcPts val="0"/>
              </a:spcAft>
              <a:buSzPts val="3200"/>
              <a:buFont typeface="Georgia"/>
              <a:buNone/>
              <a:defRPr sz="3200">
                <a:solidFill>
                  <a:schemeClr val="lt1"/>
                </a:solidFill>
              </a:defRPr>
            </a:lvl1pPr>
            <a:lvl2pPr marL="914400" lvl="1" indent="-431800" algn="l">
              <a:lnSpc>
                <a:spcPct val="112500"/>
              </a:lnSpc>
              <a:spcBef>
                <a:spcPts val="600"/>
              </a:spcBef>
              <a:spcAft>
                <a:spcPts val="0"/>
              </a:spcAft>
              <a:buClr>
                <a:schemeClr val="lt1"/>
              </a:buClr>
              <a:buSzPts val="3200"/>
              <a:buChar char="•"/>
              <a:defRPr sz="3200">
                <a:solidFill>
                  <a:schemeClr val="lt1"/>
                </a:solidFill>
              </a:defRPr>
            </a:lvl2pPr>
            <a:lvl3pPr marL="1371600" lvl="2" indent="-431800" algn="l">
              <a:lnSpc>
                <a:spcPct val="112500"/>
              </a:lnSpc>
              <a:spcBef>
                <a:spcPts val="600"/>
              </a:spcBef>
              <a:spcAft>
                <a:spcPts val="0"/>
              </a:spcAft>
              <a:buClr>
                <a:schemeClr val="lt1"/>
              </a:buClr>
              <a:buSzPts val="3200"/>
              <a:buChar char="-"/>
              <a:defRPr sz="3200">
                <a:solidFill>
                  <a:schemeClr val="lt1"/>
                </a:solidFill>
              </a:defRPr>
            </a:lvl3pPr>
            <a:lvl4pPr marL="1828800" lvl="3" indent="-431800" algn="l">
              <a:lnSpc>
                <a:spcPct val="112500"/>
              </a:lnSpc>
              <a:spcBef>
                <a:spcPts val="600"/>
              </a:spcBef>
              <a:spcAft>
                <a:spcPts val="0"/>
              </a:spcAft>
              <a:buClr>
                <a:schemeClr val="lt1"/>
              </a:buClr>
              <a:buSzPts val="3200"/>
              <a:buChar char="◦"/>
              <a:defRPr sz="3200">
                <a:solidFill>
                  <a:schemeClr val="lt1"/>
                </a:solidFill>
              </a:defRPr>
            </a:lvl4pPr>
            <a:lvl5pPr marL="2286000" lvl="4" indent="-431800" algn="l">
              <a:lnSpc>
                <a:spcPct val="112500"/>
              </a:lnSpc>
              <a:spcBef>
                <a:spcPts val="600"/>
              </a:spcBef>
              <a:spcAft>
                <a:spcPts val="0"/>
              </a:spcAft>
              <a:buClr>
                <a:schemeClr val="lt1"/>
              </a:buClr>
              <a:buSzPts val="3200"/>
              <a:buChar char="›"/>
              <a:defRPr sz="3200">
                <a:solidFill>
                  <a:schemeClr val="lt1"/>
                </a:solidFill>
              </a:defRPr>
            </a:lvl5pPr>
            <a:lvl6pPr marL="2743200" lvl="5" indent="-228600" algn="l">
              <a:lnSpc>
                <a:spcPct val="128571"/>
              </a:lnSpc>
              <a:spcBef>
                <a:spcPts val="600"/>
              </a:spcBef>
              <a:spcAft>
                <a:spcPts val="0"/>
              </a:spcAft>
              <a:buClr>
                <a:schemeClr val="lt1"/>
              </a:buClr>
              <a:buSzPts val="2800"/>
              <a:buFont typeface="Arial"/>
              <a:buNone/>
              <a:defRPr sz="2800">
                <a:solidFill>
                  <a:schemeClr val="lt1"/>
                </a:solidFill>
              </a:defRPr>
            </a:lvl6pPr>
            <a:lvl7pPr marL="3200400" lvl="6" indent="-406400" algn="l">
              <a:lnSpc>
                <a:spcPct val="100000"/>
              </a:lnSpc>
              <a:spcBef>
                <a:spcPts val="60"/>
              </a:spcBef>
              <a:spcAft>
                <a:spcPts val="0"/>
              </a:spcAft>
              <a:buClr>
                <a:schemeClr val="lt1"/>
              </a:buClr>
              <a:buSzPts val="2800"/>
              <a:buAutoNum type="alphaLcPeriod"/>
              <a:defRPr sz="2800">
                <a:solidFill>
                  <a:schemeClr val="lt1"/>
                </a:solidFill>
              </a:defRPr>
            </a:lvl7pPr>
            <a:lvl8pPr marL="3657600" lvl="7" indent="-406400" algn="l">
              <a:lnSpc>
                <a:spcPct val="128571"/>
              </a:lnSpc>
              <a:spcBef>
                <a:spcPts val="900"/>
              </a:spcBef>
              <a:spcAft>
                <a:spcPts val="0"/>
              </a:spcAft>
              <a:buClr>
                <a:schemeClr val="lt1"/>
              </a:buClr>
              <a:buSzPts val="2800"/>
              <a:buAutoNum type="romanLcPeriod"/>
              <a:defRPr sz="2800">
                <a:solidFill>
                  <a:schemeClr val="lt1"/>
                </a:solidFill>
              </a:defRPr>
            </a:lvl8pPr>
            <a:lvl9pPr marL="4114800" lvl="8" indent="-228600" algn="l">
              <a:lnSpc>
                <a:spcPct val="100000"/>
              </a:lnSpc>
              <a:spcBef>
                <a:spcPts val="900"/>
              </a:spcBef>
              <a:spcAft>
                <a:spcPts val="900"/>
              </a:spcAft>
              <a:buClr>
                <a:schemeClr val="lt1"/>
              </a:buClr>
              <a:buSzPts val="2800"/>
              <a:buNone/>
              <a:defRPr sz="2800">
                <a:solidFill>
                  <a:schemeClr val="lt1"/>
                </a:solidFill>
              </a:defRPr>
            </a:lvl9pPr>
          </a:lstStyle>
          <a:p>
            <a:endParaRPr/>
          </a:p>
        </p:txBody>
      </p:sp>
      <p:sp>
        <p:nvSpPr>
          <p:cNvPr id="166" name="Google Shape;166;p18"/>
          <p:cNvSpPr txBox="1">
            <a:spLocks noGrp="1"/>
          </p:cNvSpPr>
          <p:nvPr>
            <p:ph type="ftr" idx="11"/>
          </p:nvPr>
        </p:nvSpPr>
        <p:spPr>
          <a:xfrm>
            <a:off x="711200" y="6324600"/>
            <a:ext cx="7010400" cy="152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100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cxnSp>
        <p:nvCxnSpPr>
          <p:cNvPr id="168" name="Google Shape;168;p18"/>
          <p:cNvCxnSpPr/>
          <p:nvPr/>
        </p:nvCxnSpPr>
        <p:spPr>
          <a:xfrm rot="10800000" flipH="1">
            <a:off x="508002" y="609600"/>
            <a:ext cx="10972800" cy="152400"/>
          </a:xfrm>
          <a:prstGeom prst="bentConnector2">
            <a:avLst/>
          </a:prstGeom>
          <a:noFill/>
          <a:ln w="12700" cap="flat" cmpd="sng">
            <a:solidFill>
              <a:schemeClr val="lt1"/>
            </a:solidFill>
            <a:prstDash val="solid"/>
            <a:round/>
            <a:headEnd type="none" w="sm" len="sm"/>
            <a:tailEnd type="none" w="sm" len="sm"/>
          </a:ln>
        </p:spPr>
      </p:cxnSp>
      <p:sp>
        <p:nvSpPr>
          <p:cNvPr id="169" name="Google Shape;169;p18"/>
          <p:cNvSpPr txBox="1">
            <a:spLocks noGrp="1"/>
          </p:cNvSpPr>
          <p:nvPr>
            <p:ph type="sldNum" idx="12"/>
          </p:nvPr>
        </p:nvSpPr>
        <p:spPr>
          <a:xfrm>
            <a:off x="9448800" y="6477000"/>
            <a:ext cx="2036064" cy="152400"/>
          </a:xfrm>
          <a:prstGeom prst="rect">
            <a:avLst/>
          </a:prstGeom>
          <a:noFill/>
          <a:ln>
            <a:noFill/>
          </a:ln>
        </p:spPr>
        <p:txBody>
          <a:bodyPr spcFirstLastPara="1" wrap="square" lIns="0" tIns="0" rIns="0" bIns="0" anchor="t" anchorCtr="0">
            <a:noAutofit/>
          </a:bodyPr>
          <a:lstStyle>
            <a:lvl1pPr marL="0" lvl="0" indent="0" algn="r">
              <a:spcBef>
                <a:spcPts val="0"/>
              </a:spcBef>
              <a:buNone/>
              <a:defRPr sz="1000">
                <a:solidFill>
                  <a:schemeClr val="lt1"/>
                </a:solidFill>
                <a:latin typeface="Arial"/>
                <a:ea typeface="Arial"/>
                <a:cs typeface="Arial"/>
                <a:sym typeface="Arial"/>
              </a:defRPr>
            </a:lvl1pPr>
            <a:lvl2pPr marL="0" lvl="1" indent="0" algn="r">
              <a:spcBef>
                <a:spcPts val="0"/>
              </a:spcBef>
              <a:buNone/>
              <a:defRPr sz="1000">
                <a:solidFill>
                  <a:schemeClr val="lt1"/>
                </a:solidFill>
                <a:latin typeface="Arial"/>
                <a:ea typeface="Arial"/>
                <a:cs typeface="Arial"/>
                <a:sym typeface="Arial"/>
              </a:defRPr>
            </a:lvl2pPr>
            <a:lvl3pPr marL="0" lvl="2" indent="0" algn="r">
              <a:spcBef>
                <a:spcPts val="0"/>
              </a:spcBef>
              <a:buNone/>
              <a:defRPr sz="1000">
                <a:solidFill>
                  <a:schemeClr val="lt1"/>
                </a:solidFill>
                <a:latin typeface="Arial"/>
                <a:ea typeface="Arial"/>
                <a:cs typeface="Arial"/>
                <a:sym typeface="Arial"/>
              </a:defRPr>
            </a:lvl3pPr>
            <a:lvl4pPr marL="0" lvl="3" indent="0" algn="r">
              <a:spcBef>
                <a:spcPts val="0"/>
              </a:spcBef>
              <a:buNone/>
              <a:defRPr sz="1000">
                <a:solidFill>
                  <a:schemeClr val="lt1"/>
                </a:solidFill>
                <a:latin typeface="Arial"/>
                <a:ea typeface="Arial"/>
                <a:cs typeface="Arial"/>
                <a:sym typeface="Arial"/>
              </a:defRPr>
            </a:lvl4pPr>
            <a:lvl5pPr marL="0" lvl="4" indent="0" algn="r">
              <a:spcBef>
                <a:spcPts val="0"/>
              </a:spcBef>
              <a:buNone/>
              <a:defRPr sz="1000">
                <a:solidFill>
                  <a:schemeClr val="lt1"/>
                </a:solidFill>
                <a:latin typeface="Arial"/>
                <a:ea typeface="Arial"/>
                <a:cs typeface="Arial"/>
                <a:sym typeface="Arial"/>
              </a:defRPr>
            </a:lvl5pPr>
            <a:lvl6pPr marL="0" lvl="5" indent="0" algn="r">
              <a:spcBef>
                <a:spcPts val="0"/>
              </a:spcBef>
              <a:buNone/>
              <a:defRPr sz="1000">
                <a:solidFill>
                  <a:schemeClr val="lt1"/>
                </a:solidFill>
                <a:latin typeface="Arial"/>
                <a:ea typeface="Arial"/>
                <a:cs typeface="Arial"/>
                <a:sym typeface="Arial"/>
              </a:defRPr>
            </a:lvl6pPr>
            <a:lvl7pPr marL="0" lvl="6" indent="0" algn="r">
              <a:spcBef>
                <a:spcPts val="0"/>
              </a:spcBef>
              <a:buNone/>
              <a:defRPr sz="1000">
                <a:solidFill>
                  <a:schemeClr val="lt1"/>
                </a:solidFill>
                <a:latin typeface="Arial"/>
                <a:ea typeface="Arial"/>
                <a:cs typeface="Arial"/>
                <a:sym typeface="Arial"/>
              </a:defRPr>
            </a:lvl7pPr>
            <a:lvl8pPr marL="0" lvl="7" indent="0" algn="r">
              <a:spcBef>
                <a:spcPts val="0"/>
              </a:spcBef>
              <a:buNone/>
              <a:defRPr sz="1000">
                <a:solidFill>
                  <a:schemeClr val="lt1"/>
                </a:solidFill>
                <a:latin typeface="Arial"/>
                <a:ea typeface="Arial"/>
                <a:cs typeface="Arial"/>
                <a:sym typeface="Arial"/>
              </a:defRPr>
            </a:lvl8pPr>
            <a:lvl9pPr marL="0" lvl="8" indent="0" algn="r">
              <a:spcBef>
                <a:spcPts val="0"/>
              </a:spcBef>
              <a:buNone/>
              <a:defRPr sz="10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170" name="Google Shape;170;p18"/>
          <p:cNvSpPr txBox="1">
            <a:spLocks noGrp="1"/>
          </p:cNvSpPr>
          <p:nvPr>
            <p:ph type="dt" idx="10"/>
          </p:nvPr>
        </p:nvSpPr>
        <p:spPr>
          <a:xfrm>
            <a:off x="9448800" y="6324600"/>
            <a:ext cx="2032000" cy="152400"/>
          </a:xfrm>
          <a:prstGeom prst="rect">
            <a:avLst/>
          </a:prstGeom>
          <a:noFill/>
          <a:ln>
            <a:noFill/>
          </a:ln>
        </p:spPr>
        <p:txBody>
          <a:bodyPr spcFirstLastPara="1" wrap="square" lIns="0" tIns="0" rIns="0" bIns="0" anchor="t" anchorCtr="0">
            <a:noAutofit/>
          </a:bodyPr>
          <a:lstStyle>
            <a:lvl1pPr lvl="0" algn="r">
              <a:spcBef>
                <a:spcPts val="0"/>
              </a:spcBef>
              <a:spcAft>
                <a:spcPts val="0"/>
              </a:spcAft>
              <a:buSzPts val="1400"/>
              <a:buNone/>
              <a:defRPr sz="100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Divider: Colour">
  <p:cSld name="Section Divider: Colour">
    <p:bg>
      <p:bgPr>
        <a:solidFill>
          <a:srgbClr val="3F3F3F"/>
        </a:solidFill>
        <a:effectLst/>
      </p:bgPr>
    </p:bg>
    <p:spTree>
      <p:nvGrpSpPr>
        <p:cNvPr id="1" name="Shape 171"/>
        <p:cNvGrpSpPr/>
        <p:nvPr/>
      </p:nvGrpSpPr>
      <p:grpSpPr>
        <a:xfrm>
          <a:off x="0" y="0"/>
          <a:ext cx="0" cy="0"/>
          <a:chOff x="0" y="0"/>
          <a:chExt cx="0" cy="0"/>
        </a:xfrm>
      </p:grpSpPr>
      <p:sp>
        <p:nvSpPr>
          <p:cNvPr id="172" name="Google Shape;172;p19"/>
          <p:cNvSpPr txBox="1">
            <a:spLocks noGrp="1"/>
          </p:cNvSpPr>
          <p:nvPr>
            <p:ph type="ctrTitle"/>
          </p:nvPr>
        </p:nvSpPr>
        <p:spPr>
          <a:xfrm>
            <a:off x="769256" y="654665"/>
            <a:ext cx="3396344" cy="106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4000"/>
              <a:buFont typeface="Georgia"/>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p19"/>
          <p:cNvSpPr txBox="1">
            <a:spLocks noGrp="1"/>
          </p:cNvSpPr>
          <p:nvPr>
            <p:ph type="ftr" idx="11"/>
          </p:nvPr>
        </p:nvSpPr>
        <p:spPr>
          <a:xfrm>
            <a:off x="711200" y="6324600"/>
            <a:ext cx="7010400" cy="152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100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75" name="Google Shape;175;p19"/>
          <p:cNvSpPr txBox="1">
            <a:spLocks noGrp="1"/>
          </p:cNvSpPr>
          <p:nvPr>
            <p:ph type="sldNum" idx="12"/>
          </p:nvPr>
        </p:nvSpPr>
        <p:spPr>
          <a:xfrm>
            <a:off x="9448800" y="6477000"/>
            <a:ext cx="2036064" cy="152400"/>
          </a:xfrm>
          <a:prstGeom prst="rect">
            <a:avLst/>
          </a:prstGeom>
          <a:noFill/>
          <a:ln>
            <a:noFill/>
          </a:ln>
        </p:spPr>
        <p:txBody>
          <a:bodyPr spcFirstLastPara="1" wrap="square" lIns="0" tIns="0" rIns="0" bIns="0" anchor="t" anchorCtr="0">
            <a:noAutofit/>
          </a:bodyPr>
          <a:lstStyle>
            <a:lvl1pPr marL="0" lvl="0" indent="0" algn="r">
              <a:spcBef>
                <a:spcPts val="0"/>
              </a:spcBef>
              <a:buNone/>
              <a:defRPr sz="1000">
                <a:solidFill>
                  <a:schemeClr val="lt1"/>
                </a:solidFill>
                <a:latin typeface="Arial"/>
                <a:ea typeface="Arial"/>
                <a:cs typeface="Arial"/>
                <a:sym typeface="Arial"/>
              </a:defRPr>
            </a:lvl1pPr>
            <a:lvl2pPr marL="0" lvl="1" indent="0" algn="r">
              <a:spcBef>
                <a:spcPts val="0"/>
              </a:spcBef>
              <a:buNone/>
              <a:defRPr sz="1000">
                <a:solidFill>
                  <a:schemeClr val="lt1"/>
                </a:solidFill>
                <a:latin typeface="Arial"/>
                <a:ea typeface="Arial"/>
                <a:cs typeface="Arial"/>
                <a:sym typeface="Arial"/>
              </a:defRPr>
            </a:lvl2pPr>
            <a:lvl3pPr marL="0" lvl="2" indent="0" algn="r">
              <a:spcBef>
                <a:spcPts val="0"/>
              </a:spcBef>
              <a:buNone/>
              <a:defRPr sz="1000">
                <a:solidFill>
                  <a:schemeClr val="lt1"/>
                </a:solidFill>
                <a:latin typeface="Arial"/>
                <a:ea typeface="Arial"/>
                <a:cs typeface="Arial"/>
                <a:sym typeface="Arial"/>
              </a:defRPr>
            </a:lvl3pPr>
            <a:lvl4pPr marL="0" lvl="3" indent="0" algn="r">
              <a:spcBef>
                <a:spcPts val="0"/>
              </a:spcBef>
              <a:buNone/>
              <a:defRPr sz="1000">
                <a:solidFill>
                  <a:schemeClr val="lt1"/>
                </a:solidFill>
                <a:latin typeface="Arial"/>
                <a:ea typeface="Arial"/>
                <a:cs typeface="Arial"/>
                <a:sym typeface="Arial"/>
              </a:defRPr>
            </a:lvl4pPr>
            <a:lvl5pPr marL="0" lvl="4" indent="0" algn="r">
              <a:spcBef>
                <a:spcPts val="0"/>
              </a:spcBef>
              <a:buNone/>
              <a:defRPr sz="1000">
                <a:solidFill>
                  <a:schemeClr val="lt1"/>
                </a:solidFill>
                <a:latin typeface="Arial"/>
                <a:ea typeface="Arial"/>
                <a:cs typeface="Arial"/>
                <a:sym typeface="Arial"/>
              </a:defRPr>
            </a:lvl5pPr>
            <a:lvl6pPr marL="0" lvl="5" indent="0" algn="r">
              <a:spcBef>
                <a:spcPts val="0"/>
              </a:spcBef>
              <a:buNone/>
              <a:defRPr sz="1000">
                <a:solidFill>
                  <a:schemeClr val="lt1"/>
                </a:solidFill>
                <a:latin typeface="Arial"/>
                <a:ea typeface="Arial"/>
                <a:cs typeface="Arial"/>
                <a:sym typeface="Arial"/>
              </a:defRPr>
            </a:lvl6pPr>
            <a:lvl7pPr marL="0" lvl="6" indent="0" algn="r">
              <a:spcBef>
                <a:spcPts val="0"/>
              </a:spcBef>
              <a:buNone/>
              <a:defRPr sz="1000">
                <a:solidFill>
                  <a:schemeClr val="lt1"/>
                </a:solidFill>
                <a:latin typeface="Arial"/>
                <a:ea typeface="Arial"/>
                <a:cs typeface="Arial"/>
                <a:sym typeface="Arial"/>
              </a:defRPr>
            </a:lvl7pPr>
            <a:lvl8pPr marL="0" lvl="7" indent="0" algn="r">
              <a:spcBef>
                <a:spcPts val="0"/>
              </a:spcBef>
              <a:buNone/>
              <a:defRPr sz="1000">
                <a:solidFill>
                  <a:schemeClr val="lt1"/>
                </a:solidFill>
                <a:latin typeface="Arial"/>
                <a:ea typeface="Arial"/>
                <a:cs typeface="Arial"/>
                <a:sym typeface="Arial"/>
              </a:defRPr>
            </a:lvl8pPr>
            <a:lvl9pPr marL="0" lvl="8" indent="0" algn="r">
              <a:spcBef>
                <a:spcPts val="0"/>
              </a:spcBef>
              <a:buNone/>
              <a:defRPr sz="10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176" name="Google Shape;176;p19"/>
          <p:cNvSpPr txBox="1">
            <a:spLocks noGrp="1"/>
          </p:cNvSpPr>
          <p:nvPr>
            <p:ph type="dt" idx="10"/>
          </p:nvPr>
        </p:nvSpPr>
        <p:spPr>
          <a:xfrm>
            <a:off x="9448800" y="6324600"/>
            <a:ext cx="2032000" cy="152400"/>
          </a:xfrm>
          <a:prstGeom prst="rect">
            <a:avLst/>
          </a:prstGeom>
          <a:noFill/>
          <a:ln>
            <a:noFill/>
          </a:ln>
        </p:spPr>
        <p:txBody>
          <a:bodyPr spcFirstLastPara="1" wrap="square" lIns="0" tIns="0" rIns="0" bIns="0" anchor="t" anchorCtr="0">
            <a:noAutofit/>
          </a:bodyPr>
          <a:lstStyle>
            <a:lvl1pPr lvl="0" algn="r">
              <a:spcBef>
                <a:spcPts val="0"/>
              </a:spcBef>
              <a:spcAft>
                <a:spcPts val="0"/>
              </a:spcAft>
              <a:buSzPts val="1400"/>
              <a:buNone/>
              <a:defRPr sz="100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ver Slide: Fixed Logo">
  <p:cSld name="Cover Slide: Fixed Logo">
    <p:spTree>
      <p:nvGrpSpPr>
        <p:cNvPr id="1" name="Shape 177"/>
        <p:cNvGrpSpPr/>
        <p:nvPr/>
      </p:nvGrpSpPr>
      <p:grpSpPr>
        <a:xfrm>
          <a:off x="0" y="0"/>
          <a:ext cx="0" cy="0"/>
          <a:chOff x="0" y="0"/>
          <a:chExt cx="0" cy="0"/>
        </a:xfrm>
      </p:grpSpPr>
      <p:cxnSp>
        <p:nvCxnSpPr>
          <p:cNvPr id="178" name="Google Shape;178;p20"/>
          <p:cNvCxnSpPr/>
          <p:nvPr/>
        </p:nvCxnSpPr>
        <p:spPr>
          <a:xfrm rot="10800000" flipH="1">
            <a:off x="2336802" y="609600"/>
            <a:ext cx="9119700" cy="152400"/>
          </a:xfrm>
          <a:prstGeom prst="bentConnector2">
            <a:avLst/>
          </a:prstGeom>
          <a:noFill/>
          <a:ln w="12700" cap="flat" cmpd="sng">
            <a:solidFill>
              <a:schemeClr val="dk2"/>
            </a:solidFill>
            <a:prstDash val="solid"/>
            <a:round/>
            <a:headEnd type="none" w="sm" len="sm"/>
            <a:tailEnd type="none" w="sm" len="sm"/>
          </a:ln>
        </p:spPr>
      </p:cxnSp>
      <p:sp>
        <p:nvSpPr>
          <p:cNvPr id="179" name="Google Shape;179;p20"/>
          <p:cNvSpPr txBox="1">
            <a:spLocks noGrp="1"/>
          </p:cNvSpPr>
          <p:nvPr>
            <p:ph type="ctrTitle"/>
          </p:nvPr>
        </p:nvSpPr>
        <p:spPr>
          <a:xfrm>
            <a:off x="2527301" y="838200"/>
            <a:ext cx="7124700" cy="914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3200"/>
              <a:buFont typeface="Georgia"/>
              <a:buNone/>
              <a:defRPr sz="3200" b="1" i="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0" name="Google Shape;180;p20"/>
          <p:cNvSpPr txBox="1">
            <a:spLocks noGrp="1"/>
          </p:cNvSpPr>
          <p:nvPr>
            <p:ph type="subTitle" idx="1"/>
          </p:nvPr>
        </p:nvSpPr>
        <p:spPr>
          <a:xfrm>
            <a:off x="2527301" y="1828800"/>
            <a:ext cx="7124700" cy="914401"/>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SzPts val="3200"/>
              <a:buFont typeface="Georgia"/>
              <a:buNone/>
              <a:defRPr sz="3200">
                <a:solidFill>
                  <a:schemeClr val="dk1"/>
                </a:solidFill>
                <a:latin typeface="Georgia"/>
                <a:ea typeface="Georgia"/>
                <a:cs typeface="Georgia"/>
                <a:sym typeface="Georgia"/>
              </a:defRPr>
            </a:lvl1pPr>
            <a:lvl2pPr lvl="1" algn="l">
              <a:lnSpc>
                <a:spcPct val="100000"/>
              </a:lnSpc>
              <a:spcBef>
                <a:spcPts val="0"/>
              </a:spcBef>
              <a:spcAft>
                <a:spcPts val="0"/>
              </a:spcAft>
              <a:buSzPts val="1800"/>
              <a:buNone/>
              <a:defRPr sz="1800">
                <a:solidFill>
                  <a:schemeClr val="lt1"/>
                </a:solidFill>
                <a:latin typeface="Georgia"/>
                <a:ea typeface="Georgia"/>
                <a:cs typeface="Georgia"/>
                <a:sym typeface="Georgia"/>
              </a:defRPr>
            </a:lvl2pPr>
            <a:lvl3pPr lvl="2" algn="l">
              <a:lnSpc>
                <a:spcPct val="100000"/>
              </a:lnSpc>
              <a:spcBef>
                <a:spcPts val="900"/>
              </a:spcBef>
              <a:spcAft>
                <a:spcPts val="0"/>
              </a:spcAft>
              <a:buSzPts val="1800"/>
              <a:buNone/>
              <a:defRPr sz="1800">
                <a:solidFill>
                  <a:schemeClr val="lt1"/>
                </a:solidFill>
                <a:latin typeface="Georgia"/>
                <a:ea typeface="Georgia"/>
                <a:cs typeface="Georgia"/>
                <a:sym typeface="Georgia"/>
              </a:defRPr>
            </a:lvl3pPr>
            <a:lvl4pPr lvl="3" algn="l">
              <a:lnSpc>
                <a:spcPct val="100000"/>
              </a:lnSpc>
              <a:spcBef>
                <a:spcPts val="900"/>
              </a:spcBef>
              <a:spcAft>
                <a:spcPts val="0"/>
              </a:spcAft>
              <a:buSzPts val="1800"/>
              <a:buNone/>
              <a:defRPr sz="1800">
                <a:solidFill>
                  <a:schemeClr val="lt1"/>
                </a:solidFill>
                <a:latin typeface="Georgia"/>
                <a:ea typeface="Georgia"/>
                <a:cs typeface="Georgia"/>
                <a:sym typeface="Georgia"/>
              </a:defRPr>
            </a:lvl4pPr>
            <a:lvl5pPr lvl="4" algn="l">
              <a:lnSpc>
                <a:spcPct val="100000"/>
              </a:lnSpc>
              <a:spcBef>
                <a:spcPts val="900"/>
              </a:spcBef>
              <a:spcAft>
                <a:spcPts val="0"/>
              </a:spcAft>
              <a:buSzPts val="1800"/>
              <a:buNone/>
              <a:defRPr sz="1800">
                <a:solidFill>
                  <a:schemeClr val="lt1"/>
                </a:solidFill>
                <a:latin typeface="Georgia"/>
                <a:ea typeface="Georgia"/>
                <a:cs typeface="Georgia"/>
                <a:sym typeface="Georgia"/>
              </a:defRPr>
            </a:lvl5pPr>
            <a:lvl6pPr lvl="5" algn="l">
              <a:lnSpc>
                <a:spcPct val="100000"/>
              </a:lnSpc>
              <a:spcBef>
                <a:spcPts val="900"/>
              </a:spcBef>
              <a:spcAft>
                <a:spcPts val="0"/>
              </a:spcAft>
              <a:buSzPts val="1800"/>
              <a:buNone/>
              <a:defRPr sz="1800">
                <a:solidFill>
                  <a:schemeClr val="lt1"/>
                </a:solidFill>
                <a:latin typeface="Georgia"/>
                <a:ea typeface="Georgia"/>
                <a:cs typeface="Georgia"/>
                <a:sym typeface="Georgia"/>
              </a:defRPr>
            </a:lvl6pPr>
            <a:lvl7pPr lvl="6" algn="l">
              <a:lnSpc>
                <a:spcPct val="100000"/>
              </a:lnSpc>
              <a:spcBef>
                <a:spcPts val="900"/>
              </a:spcBef>
              <a:spcAft>
                <a:spcPts val="0"/>
              </a:spcAft>
              <a:buClr>
                <a:schemeClr val="lt1"/>
              </a:buClr>
              <a:buSzPts val="1800"/>
              <a:buNone/>
              <a:defRPr sz="1800">
                <a:solidFill>
                  <a:schemeClr val="lt1"/>
                </a:solidFill>
                <a:latin typeface="Georgia"/>
                <a:ea typeface="Georgia"/>
                <a:cs typeface="Georgia"/>
                <a:sym typeface="Georgia"/>
              </a:defRPr>
            </a:lvl7pPr>
            <a:lvl8pPr lvl="7" algn="l">
              <a:lnSpc>
                <a:spcPct val="100000"/>
              </a:lnSpc>
              <a:spcBef>
                <a:spcPts val="900"/>
              </a:spcBef>
              <a:spcAft>
                <a:spcPts val="0"/>
              </a:spcAft>
              <a:buClr>
                <a:schemeClr val="lt1"/>
              </a:buClr>
              <a:buSzPts val="1800"/>
              <a:buNone/>
              <a:defRPr sz="1800">
                <a:solidFill>
                  <a:schemeClr val="lt1"/>
                </a:solidFill>
                <a:latin typeface="Georgia"/>
                <a:ea typeface="Georgia"/>
                <a:cs typeface="Georgia"/>
                <a:sym typeface="Georgia"/>
              </a:defRPr>
            </a:lvl8pPr>
            <a:lvl9pPr lvl="8" algn="l">
              <a:lnSpc>
                <a:spcPct val="100000"/>
              </a:lnSpc>
              <a:spcBef>
                <a:spcPts val="900"/>
              </a:spcBef>
              <a:spcAft>
                <a:spcPts val="900"/>
              </a:spcAft>
              <a:buClr>
                <a:schemeClr val="lt1"/>
              </a:buClr>
              <a:buSzPts val="1800"/>
              <a:buNone/>
              <a:defRPr sz="1800">
                <a:solidFill>
                  <a:schemeClr val="lt1"/>
                </a:solidFill>
                <a:latin typeface="Georgia"/>
                <a:ea typeface="Georgia"/>
                <a:cs typeface="Georgia"/>
                <a:sym typeface="Georgia"/>
              </a:defRPr>
            </a:lvl9pPr>
          </a:lstStyle>
          <a:p>
            <a:endParaRPr/>
          </a:p>
        </p:txBody>
      </p:sp>
      <p:sp>
        <p:nvSpPr>
          <p:cNvPr id="181" name="Google Shape;181;p20"/>
          <p:cNvSpPr txBox="1">
            <a:spLocks noGrp="1"/>
          </p:cNvSpPr>
          <p:nvPr>
            <p:ph type="body" idx="2"/>
          </p:nvPr>
        </p:nvSpPr>
        <p:spPr>
          <a:xfrm>
            <a:off x="2527300" y="374904"/>
            <a:ext cx="5474208" cy="1463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100"/>
              <a:buFont typeface="Arial"/>
              <a:buNone/>
              <a:defRPr sz="1100">
                <a:solidFill>
                  <a:schemeClr val="dk1"/>
                </a:solidFill>
                <a:latin typeface="Arial"/>
                <a:ea typeface="Arial"/>
                <a:cs typeface="Arial"/>
                <a:sym typeface="Arial"/>
              </a:defRPr>
            </a:lvl1pPr>
            <a:lvl2pPr marL="914400" lvl="1" indent="-292100" algn="l">
              <a:lnSpc>
                <a:spcPct val="100000"/>
              </a:lnSpc>
              <a:spcBef>
                <a:spcPts val="900"/>
              </a:spcBef>
              <a:spcAft>
                <a:spcPts val="0"/>
              </a:spcAft>
              <a:buSzPts val="1000"/>
              <a:buChar char="•"/>
              <a:defRPr sz="1000">
                <a:solidFill>
                  <a:schemeClr val="lt1"/>
                </a:solidFill>
                <a:latin typeface="Arial"/>
                <a:ea typeface="Arial"/>
                <a:cs typeface="Arial"/>
                <a:sym typeface="Arial"/>
              </a:defRPr>
            </a:lvl2pPr>
            <a:lvl3pPr marL="1371600" lvl="2" indent="-292100" algn="l">
              <a:lnSpc>
                <a:spcPct val="100000"/>
              </a:lnSpc>
              <a:spcBef>
                <a:spcPts val="900"/>
              </a:spcBef>
              <a:spcAft>
                <a:spcPts val="0"/>
              </a:spcAft>
              <a:buSzPts val="1000"/>
              <a:buChar char="-"/>
              <a:defRPr sz="1000">
                <a:solidFill>
                  <a:schemeClr val="lt1"/>
                </a:solidFill>
                <a:latin typeface="Arial"/>
                <a:ea typeface="Arial"/>
                <a:cs typeface="Arial"/>
                <a:sym typeface="Arial"/>
              </a:defRPr>
            </a:lvl3pPr>
            <a:lvl4pPr marL="1828800" lvl="3" indent="-292100" algn="l">
              <a:lnSpc>
                <a:spcPct val="100000"/>
              </a:lnSpc>
              <a:spcBef>
                <a:spcPts val="900"/>
              </a:spcBef>
              <a:spcAft>
                <a:spcPts val="0"/>
              </a:spcAft>
              <a:buSzPts val="1000"/>
              <a:buChar char="◦"/>
              <a:defRPr sz="1000">
                <a:solidFill>
                  <a:schemeClr val="lt1"/>
                </a:solidFill>
                <a:latin typeface="Arial"/>
                <a:ea typeface="Arial"/>
                <a:cs typeface="Arial"/>
                <a:sym typeface="Arial"/>
              </a:defRPr>
            </a:lvl4pPr>
            <a:lvl5pPr marL="2286000" lvl="4" indent="-292100" algn="l">
              <a:lnSpc>
                <a:spcPct val="100000"/>
              </a:lnSpc>
              <a:spcBef>
                <a:spcPts val="900"/>
              </a:spcBef>
              <a:spcAft>
                <a:spcPts val="0"/>
              </a:spcAft>
              <a:buSzPts val="1000"/>
              <a:buChar char="›"/>
              <a:defRPr sz="1000">
                <a:solidFill>
                  <a:schemeClr val="lt1"/>
                </a:solidFill>
                <a:latin typeface="Arial"/>
                <a:ea typeface="Arial"/>
                <a:cs typeface="Arial"/>
                <a:sym typeface="Arial"/>
              </a:defRPr>
            </a:lvl5pPr>
            <a:lvl6pPr marL="2743200" lvl="5" indent="-342900" algn="l">
              <a:lnSpc>
                <a:spcPct val="100000"/>
              </a:lnSpc>
              <a:spcBef>
                <a:spcPts val="900"/>
              </a:spcBef>
              <a:spcAft>
                <a:spcPts val="0"/>
              </a:spcAft>
              <a:buSzPts val="1800"/>
              <a:buAutoNum type="arabicPeriod"/>
              <a:defRPr/>
            </a:lvl6pPr>
            <a:lvl7pPr marL="3200400" lvl="6" indent="-342900" algn="l">
              <a:lnSpc>
                <a:spcPct val="100000"/>
              </a:lnSpc>
              <a:spcBef>
                <a:spcPts val="900"/>
              </a:spcBef>
              <a:spcAft>
                <a:spcPts val="0"/>
              </a:spcAft>
              <a:buClr>
                <a:schemeClr val="dk1"/>
              </a:buClr>
              <a:buSzPts val="1800"/>
              <a:buAutoNum type="alphaLcPeriod"/>
              <a:defRPr/>
            </a:lvl7pPr>
            <a:lvl8pPr marL="3657600" lvl="7" indent="-342900" algn="l">
              <a:lnSpc>
                <a:spcPct val="100000"/>
              </a:lnSpc>
              <a:spcBef>
                <a:spcPts val="900"/>
              </a:spcBef>
              <a:spcAft>
                <a:spcPts val="0"/>
              </a:spcAft>
              <a:buClr>
                <a:schemeClr val="dk1"/>
              </a:buClr>
              <a:buSzPts val="1800"/>
              <a:buAutoNum type="romanLcPeriod"/>
              <a:defRPr/>
            </a:lvl8pPr>
            <a:lvl9pPr marL="4114800" lvl="8" indent="-228600" algn="l">
              <a:lnSpc>
                <a:spcPct val="100000"/>
              </a:lnSpc>
              <a:spcBef>
                <a:spcPts val="900"/>
              </a:spcBef>
              <a:spcAft>
                <a:spcPts val="900"/>
              </a:spcAft>
              <a:buClr>
                <a:schemeClr val="dk2"/>
              </a:buClr>
              <a:buSzPts val="18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2_Cover Only">
  <p:cSld name="2_Cover Only">
    <p:spTree>
      <p:nvGrpSpPr>
        <p:cNvPr id="1" name="Shape 270"/>
        <p:cNvGrpSpPr/>
        <p:nvPr/>
      </p:nvGrpSpPr>
      <p:grpSpPr>
        <a:xfrm>
          <a:off x="0" y="0"/>
          <a:ext cx="0" cy="0"/>
          <a:chOff x="0" y="0"/>
          <a:chExt cx="0" cy="0"/>
        </a:xfrm>
      </p:grpSpPr>
      <p:sp>
        <p:nvSpPr>
          <p:cNvPr id="271" name="Google Shape;271;p25"/>
          <p:cNvSpPr txBox="1">
            <a:spLocks noGrp="1"/>
          </p:cNvSpPr>
          <p:nvPr>
            <p:ph type="title"/>
          </p:nvPr>
        </p:nvSpPr>
        <p:spPr>
          <a:xfrm>
            <a:off x="711200" y="297870"/>
            <a:ext cx="10769600" cy="914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72" name="Google Shape;272;p25"/>
          <p:cNvCxnSpPr/>
          <p:nvPr/>
        </p:nvCxnSpPr>
        <p:spPr>
          <a:xfrm rot="10800000" flipH="1">
            <a:off x="508002" y="609600"/>
            <a:ext cx="10972800" cy="152400"/>
          </a:xfrm>
          <a:prstGeom prst="bentConnector2">
            <a:avLst/>
          </a:prstGeom>
          <a:noFill/>
          <a:ln w="12700" cap="flat" cmpd="sng">
            <a:solidFill>
              <a:schemeClr val="dk2"/>
            </a:solidFill>
            <a:prstDash val="solid"/>
            <a:round/>
            <a:headEnd type="none" w="sm" len="sm"/>
            <a:tailEnd type="none" w="sm" len="sm"/>
          </a:ln>
        </p:spPr>
      </p:cxnSp>
      <p:sp>
        <p:nvSpPr>
          <p:cNvPr id="275" name="Google Shape;275;p25"/>
          <p:cNvSpPr txBox="1">
            <a:spLocks noGrp="1"/>
          </p:cNvSpPr>
          <p:nvPr>
            <p:ph type="sldNum" idx="12"/>
          </p:nvPr>
        </p:nvSpPr>
        <p:spPr>
          <a:xfrm>
            <a:off x="9448800" y="6477000"/>
            <a:ext cx="2036064" cy="152400"/>
          </a:xfrm>
          <a:prstGeom prst="rect">
            <a:avLst/>
          </a:prstGeom>
          <a:noFill/>
          <a:ln>
            <a:noFill/>
          </a:ln>
        </p:spPr>
        <p:txBody>
          <a:bodyPr spcFirstLastPara="1" wrap="square" lIns="0" tIns="0" rIns="0" bIns="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4_Cover Only">
  <p:cSld name="4_Cover Only">
    <p:spTree>
      <p:nvGrpSpPr>
        <p:cNvPr id="1" name="Shape 289"/>
        <p:cNvGrpSpPr/>
        <p:nvPr/>
      </p:nvGrpSpPr>
      <p:grpSpPr>
        <a:xfrm>
          <a:off x="0" y="0"/>
          <a:ext cx="0" cy="0"/>
          <a:chOff x="0" y="0"/>
          <a:chExt cx="0" cy="0"/>
        </a:xfrm>
      </p:grpSpPr>
      <p:sp>
        <p:nvSpPr>
          <p:cNvPr id="290" name="Google Shape;290;p28"/>
          <p:cNvSpPr txBox="1">
            <a:spLocks noGrp="1"/>
          </p:cNvSpPr>
          <p:nvPr>
            <p:ph type="title"/>
          </p:nvPr>
        </p:nvSpPr>
        <p:spPr>
          <a:xfrm>
            <a:off x="707136" y="235529"/>
            <a:ext cx="10769600" cy="914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91" name="Google Shape;291;p28"/>
          <p:cNvCxnSpPr/>
          <p:nvPr/>
        </p:nvCxnSpPr>
        <p:spPr>
          <a:xfrm rot="10800000" flipH="1">
            <a:off x="508002" y="609600"/>
            <a:ext cx="10972800" cy="152400"/>
          </a:xfrm>
          <a:prstGeom prst="bentConnector2">
            <a:avLst/>
          </a:prstGeom>
          <a:noFill/>
          <a:ln w="12700" cap="flat" cmpd="sng">
            <a:solidFill>
              <a:schemeClr val="accent3"/>
            </a:solidFill>
            <a:prstDash val="solid"/>
            <a:round/>
            <a:headEnd type="none" w="sm" len="sm"/>
            <a:tailEnd type="none" w="sm" len="sm"/>
          </a:ln>
        </p:spPr>
      </p:cxnSp>
      <p:sp>
        <p:nvSpPr>
          <p:cNvPr id="294" name="Google Shape;294;p28"/>
          <p:cNvSpPr txBox="1">
            <a:spLocks noGrp="1"/>
          </p:cNvSpPr>
          <p:nvPr>
            <p:ph type="sldNum" idx="12"/>
          </p:nvPr>
        </p:nvSpPr>
        <p:spPr>
          <a:xfrm>
            <a:off x="9448800" y="6477000"/>
            <a:ext cx="2036064" cy="152400"/>
          </a:xfrm>
          <a:prstGeom prst="rect">
            <a:avLst/>
          </a:prstGeom>
          <a:noFill/>
          <a:ln>
            <a:noFill/>
          </a:ln>
        </p:spPr>
        <p:txBody>
          <a:bodyPr spcFirstLastPara="1" wrap="square" lIns="0" tIns="0" rIns="0" bIns="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Empty no Footer">
  <p:cSld name="Empty no Footer">
    <p:spTree>
      <p:nvGrpSpPr>
        <p:cNvPr id="1" name="Shape 15"/>
        <p:cNvGrpSpPr/>
        <p:nvPr/>
      </p:nvGrpSpPr>
      <p:grpSpPr>
        <a:xfrm>
          <a:off x="0" y="0"/>
          <a:ext cx="0" cy="0"/>
          <a:chOff x="0" y="0"/>
          <a:chExt cx="0" cy="0"/>
        </a:xfrm>
      </p:grpSpPr>
    </p:spTree>
    <p:extLst>
      <p:ext uri="{BB962C8B-B14F-4D97-AF65-F5344CB8AC3E}">
        <p14:creationId xmlns:p14="http://schemas.microsoft.com/office/powerpoint/2010/main" val="13424787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Cover Only">
  <p:cSld name="1_Cover Only">
    <p:spTree>
      <p:nvGrpSpPr>
        <p:cNvPr id="1" name="Shape 264"/>
        <p:cNvGrpSpPr/>
        <p:nvPr/>
      </p:nvGrpSpPr>
      <p:grpSpPr>
        <a:xfrm>
          <a:off x="0" y="0"/>
          <a:ext cx="0" cy="0"/>
          <a:chOff x="0" y="0"/>
          <a:chExt cx="0" cy="0"/>
        </a:xfrm>
      </p:grpSpPr>
      <p:sp>
        <p:nvSpPr>
          <p:cNvPr id="265" name="Google Shape;265;p24"/>
          <p:cNvSpPr txBox="1">
            <a:spLocks noGrp="1"/>
          </p:cNvSpPr>
          <p:nvPr>
            <p:ph type="title"/>
          </p:nvPr>
        </p:nvSpPr>
        <p:spPr>
          <a:xfrm>
            <a:off x="711200" y="187041"/>
            <a:ext cx="10769600" cy="914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9" name="Google Shape;269;p24"/>
          <p:cNvSpPr txBox="1">
            <a:spLocks noGrp="1"/>
          </p:cNvSpPr>
          <p:nvPr>
            <p:ph type="sldNum" idx="12"/>
          </p:nvPr>
        </p:nvSpPr>
        <p:spPr>
          <a:xfrm>
            <a:off x="9448800" y="6477000"/>
            <a:ext cx="2036064" cy="152400"/>
          </a:xfrm>
          <a:prstGeom prst="rect">
            <a:avLst/>
          </a:prstGeom>
          <a:noFill/>
          <a:ln>
            <a:noFill/>
          </a:ln>
        </p:spPr>
        <p:txBody>
          <a:bodyPr spcFirstLastPara="1" wrap="square" lIns="0" tIns="0" rIns="0" bIns="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spTree>
    <p:extLst>
      <p:ext uri="{BB962C8B-B14F-4D97-AF65-F5344CB8AC3E}">
        <p14:creationId xmlns:p14="http://schemas.microsoft.com/office/powerpoint/2010/main" val="40626200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losing Statement" userDrawn="1">
  <p:cSld name="Closing Statement">
    <p:bg>
      <p:bgPr>
        <a:solidFill>
          <a:schemeClr val="lt2"/>
        </a:solidFill>
        <a:effectLst/>
      </p:bgPr>
    </p:bg>
    <p:spTree>
      <p:nvGrpSpPr>
        <p:cNvPr id="1" name="Shape 41"/>
        <p:cNvGrpSpPr/>
        <p:nvPr/>
      </p:nvGrpSpPr>
      <p:grpSpPr>
        <a:xfrm>
          <a:off x="0" y="0"/>
          <a:ext cx="0" cy="0"/>
          <a:chOff x="0" y="0"/>
          <a:chExt cx="0" cy="0"/>
        </a:xfrm>
      </p:grpSpPr>
      <p:cxnSp>
        <p:nvCxnSpPr>
          <p:cNvPr id="42" name="Google Shape;42;p6"/>
          <p:cNvCxnSpPr/>
          <p:nvPr/>
        </p:nvCxnSpPr>
        <p:spPr>
          <a:xfrm rot="10800000">
            <a:off x="4615543" y="733426"/>
            <a:ext cx="2093232" cy="0"/>
          </a:xfrm>
          <a:prstGeom prst="straightConnector1">
            <a:avLst/>
          </a:prstGeom>
          <a:noFill/>
          <a:ln w="57150" cap="flat" cmpd="sng">
            <a:solidFill>
              <a:schemeClr val="accent5"/>
            </a:solidFill>
            <a:prstDash val="solid"/>
            <a:round/>
            <a:headEnd type="none" w="sm" len="sm"/>
            <a:tailEnd type="none" w="sm" len="sm"/>
          </a:ln>
        </p:spPr>
      </p:cxnSp>
      <p:sp>
        <p:nvSpPr>
          <p:cNvPr id="44" name="Google Shape;44;p6"/>
          <p:cNvSpPr txBox="1"/>
          <p:nvPr/>
        </p:nvSpPr>
        <p:spPr>
          <a:xfrm>
            <a:off x="6604428" y="509193"/>
            <a:ext cx="4204599" cy="914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968C6D"/>
              </a:buClr>
              <a:buSzPts val="5400"/>
              <a:buFont typeface="Georgia"/>
              <a:buNone/>
            </a:pPr>
            <a:r>
              <a:rPr lang="en-US" sz="5400" b="1" i="1" dirty="0">
                <a:solidFill>
                  <a:schemeClr val="accent5"/>
                </a:solidFill>
                <a:latin typeface="Georgia"/>
                <a:ea typeface="Georgia"/>
                <a:cs typeface="Georgia"/>
                <a:sym typeface="Georgia"/>
              </a:rPr>
              <a:t>Thank you</a:t>
            </a:r>
            <a:endParaRPr dirty="0">
              <a:solidFill>
                <a:schemeClr val="accent5"/>
              </a:solidFill>
            </a:endParaRPr>
          </a:p>
        </p:txBody>
      </p:sp>
      <p:cxnSp>
        <p:nvCxnSpPr>
          <p:cNvPr id="45" name="Google Shape;45;p6"/>
          <p:cNvCxnSpPr/>
          <p:nvPr/>
        </p:nvCxnSpPr>
        <p:spPr>
          <a:xfrm rot="10800000">
            <a:off x="10344150" y="1143637"/>
            <a:ext cx="1847313" cy="0"/>
          </a:xfrm>
          <a:prstGeom prst="straightConnector1">
            <a:avLst/>
          </a:prstGeom>
          <a:noFill/>
          <a:ln w="57150" cap="flat" cmpd="sng">
            <a:solidFill>
              <a:schemeClr val="accent5"/>
            </a:solidFill>
            <a:prstDash val="solid"/>
            <a:round/>
            <a:headEnd type="none" w="sm" len="sm"/>
            <a:tailEnd type="none" w="sm" len="sm"/>
          </a:ln>
        </p:spPr>
      </p:cxnSp>
      <p:sp>
        <p:nvSpPr>
          <p:cNvPr id="47" name="Google Shape;47;p6"/>
          <p:cNvSpPr/>
          <p:nvPr/>
        </p:nvSpPr>
        <p:spPr>
          <a:xfrm>
            <a:off x="4615542" y="0"/>
            <a:ext cx="87087" cy="6858000"/>
          </a:xfrm>
          <a:prstGeom prst="rect">
            <a:avLst/>
          </a:prstGeom>
          <a:solidFill>
            <a:schemeClr val="accent5"/>
          </a:solidFill>
          <a:ln w="9525" cap="flat" cmpd="sng">
            <a:solidFill>
              <a:srgbClr val="968C6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Georgia"/>
              <a:ea typeface="Georgia"/>
              <a:cs typeface="Georgia"/>
              <a:sym typeface="Georgia"/>
            </a:endParaRPr>
          </a:p>
        </p:txBody>
      </p:sp>
      <p:grpSp>
        <p:nvGrpSpPr>
          <p:cNvPr id="8" name="Google Shape;689;p83">
            <a:extLst>
              <a:ext uri="{FF2B5EF4-FFF2-40B4-BE49-F238E27FC236}">
                <a16:creationId xmlns:a16="http://schemas.microsoft.com/office/drawing/2014/main" id="{28825253-9934-4922-9074-E2469512E0EA}"/>
              </a:ext>
            </a:extLst>
          </p:cNvPr>
          <p:cNvGrpSpPr/>
          <p:nvPr userDrawn="1"/>
        </p:nvGrpSpPr>
        <p:grpSpPr>
          <a:xfrm>
            <a:off x="692239" y="182264"/>
            <a:ext cx="2972404" cy="6493471"/>
            <a:chOff x="8526270" y="314916"/>
            <a:chExt cx="2867218" cy="6263683"/>
          </a:xfrm>
        </p:grpSpPr>
        <p:grpSp>
          <p:nvGrpSpPr>
            <p:cNvPr id="9" name="Google Shape;690;p83">
              <a:extLst>
                <a:ext uri="{FF2B5EF4-FFF2-40B4-BE49-F238E27FC236}">
                  <a16:creationId xmlns:a16="http://schemas.microsoft.com/office/drawing/2014/main" id="{D68134A9-68C8-4BA2-BA0F-B3FB019772D6}"/>
                </a:ext>
              </a:extLst>
            </p:cNvPr>
            <p:cNvGrpSpPr/>
            <p:nvPr/>
          </p:nvGrpSpPr>
          <p:grpSpPr>
            <a:xfrm>
              <a:off x="10769534" y="314916"/>
              <a:ext cx="605384" cy="635096"/>
              <a:chOff x="10860088" y="192087"/>
              <a:chExt cx="517525" cy="542925"/>
            </a:xfrm>
          </p:grpSpPr>
          <p:sp>
            <p:nvSpPr>
              <p:cNvPr id="113" name="Google Shape;691;p83">
                <a:extLst>
                  <a:ext uri="{FF2B5EF4-FFF2-40B4-BE49-F238E27FC236}">
                    <a16:creationId xmlns:a16="http://schemas.microsoft.com/office/drawing/2014/main" id="{4FF5BD37-7415-45FC-AA58-81EAB17E10ED}"/>
                  </a:ext>
                </a:extLst>
              </p:cNvPr>
              <p:cNvSpPr/>
              <p:nvPr/>
            </p:nvSpPr>
            <p:spPr>
              <a:xfrm>
                <a:off x="11172825" y="363538"/>
                <a:ext cx="55563" cy="58738"/>
              </a:xfrm>
              <a:custGeom>
                <a:avLst/>
                <a:gdLst/>
                <a:ahLst/>
                <a:cxnLst/>
                <a:rect l="l" t="t" r="r" b="b"/>
                <a:pathLst>
                  <a:path w="32" h="33" extrusionOk="0">
                    <a:moveTo>
                      <a:pt x="23" y="30"/>
                    </a:moveTo>
                    <a:cubicBezTo>
                      <a:pt x="24" y="31"/>
                      <a:pt x="24" y="32"/>
                      <a:pt x="25" y="33"/>
                    </a:cubicBezTo>
                    <a:cubicBezTo>
                      <a:pt x="32" y="27"/>
                      <a:pt x="32" y="27"/>
                      <a:pt x="32" y="27"/>
                    </a:cubicBezTo>
                    <a:cubicBezTo>
                      <a:pt x="6" y="0"/>
                      <a:pt x="6" y="0"/>
                      <a:pt x="6" y="0"/>
                    </a:cubicBezTo>
                    <a:cubicBezTo>
                      <a:pt x="0" y="5"/>
                      <a:pt x="0" y="5"/>
                      <a:pt x="0" y="5"/>
                    </a:cubicBezTo>
                    <a:cubicBezTo>
                      <a:pt x="0" y="6"/>
                      <a:pt x="0" y="6"/>
                      <a:pt x="0" y="6"/>
                    </a:cubicBezTo>
                    <a:lnTo>
                      <a:pt x="23" y="3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14" name="Google Shape;692;p83">
                <a:extLst>
                  <a:ext uri="{FF2B5EF4-FFF2-40B4-BE49-F238E27FC236}">
                    <a16:creationId xmlns:a16="http://schemas.microsoft.com/office/drawing/2014/main" id="{082A34A0-EB5F-4683-9D3D-88F6F66B01D0}"/>
                  </a:ext>
                </a:extLst>
              </p:cNvPr>
              <p:cNvSpPr/>
              <p:nvPr/>
            </p:nvSpPr>
            <p:spPr>
              <a:xfrm>
                <a:off x="11007725" y="527050"/>
                <a:ext cx="42863" cy="42863"/>
              </a:xfrm>
              <a:custGeom>
                <a:avLst/>
                <a:gdLst/>
                <a:ahLst/>
                <a:cxnLst/>
                <a:rect l="l" t="t" r="r" b="b"/>
                <a:pathLst>
                  <a:path w="24" h="25" extrusionOk="0">
                    <a:moveTo>
                      <a:pt x="0" y="6"/>
                    </a:moveTo>
                    <a:cubicBezTo>
                      <a:pt x="2" y="8"/>
                      <a:pt x="5" y="10"/>
                      <a:pt x="7" y="12"/>
                    </a:cubicBezTo>
                    <a:cubicBezTo>
                      <a:pt x="10" y="16"/>
                      <a:pt x="14" y="21"/>
                      <a:pt x="16" y="25"/>
                    </a:cubicBezTo>
                    <a:cubicBezTo>
                      <a:pt x="24" y="18"/>
                      <a:pt x="24" y="18"/>
                      <a:pt x="24" y="18"/>
                    </a:cubicBezTo>
                    <a:cubicBezTo>
                      <a:pt x="7" y="0"/>
                      <a:pt x="7" y="0"/>
                      <a:pt x="7" y="0"/>
                    </a:cubicBezTo>
                    <a:lnTo>
                      <a:pt x="0" y="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15" name="Google Shape;693;p83">
                <a:extLst>
                  <a:ext uri="{FF2B5EF4-FFF2-40B4-BE49-F238E27FC236}">
                    <a16:creationId xmlns:a16="http://schemas.microsoft.com/office/drawing/2014/main" id="{E6542948-3457-41F1-95BC-3D58A26750A4}"/>
                  </a:ext>
                </a:extLst>
              </p:cNvPr>
              <p:cNvSpPr/>
              <p:nvPr/>
            </p:nvSpPr>
            <p:spPr>
              <a:xfrm>
                <a:off x="10947400" y="584200"/>
                <a:ext cx="11113" cy="19050"/>
              </a:xfrm>
              <a:custGeom>
                <a:avLst/>
                <a:gdLst/>
                <a:ahLst/>
                <a:cxnLst/>
                <a:rect l="l" t="t" r="r" b="b"/>
                <a:pathLst>
                  <a:path w="7" h="11" extrusionOk="0">
                    <a:moveTo>
                      <a:pt x="0" y="10"/>
                    </a:moveTo>
                    <a:cubicBezTo>
                      <a:pt x="1" y="10"/>
                      <a:pt x="2" y="10"/>
                      <a:pt x="2" y="11"/>
                    </a:cubicBezTo>
                    <a:cubicBezTo>
                      <a:pt x="7" y="1"/>
                      <a:pt x="7" y="1"/>
                      <a:pt x="7" y="1"/>
                    </a:cubicBezTo>
                    <a:cubicBezTo>
                      <a:pt x="5" y="0"/>
                      <a:pt x="5" y="0"/>
                      <a:pt x="5" y="0"/>
                    </a:cubicBezTo>
                    <a:lnTo>
                      <a:pt x="0" y="1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16" name="Google Shape;694;p83">
                <a:extLst>
                  <a:ext uri="{FF2B5EF4-FFF2-40B4-BE49-F238E27FC236}">
                    <a16:creationId xmlns:a16="http://schemas.microsoft.com/office/drawing/2014/main" id="{FC524DA5-F039-4B4E-B451-59D6D2E93312}"/>
                  </a:ext>
                </a:extLst>
              </p:cNvPr>
              <p:cNvSpPr/>
              <p:nvPr/>
            </p:nvSpPr>
            <p:spPr>
              <a:xfrm>
                <a:off x="10953750" y="600075"/>
                <a:ext cx="20638" cy="9525"/>
              </a:xfrm>
              <a:custGeom>
                <a:avLst/>
                <a:gdLst/>
                <a:ahLst/>
                <a:cxnLst/>
                <a:rect l="l" t="t" r="r" b="b"/>
                <a:pathLst>
                  <a:path w="12" h="6" extrusionOk="0">
                    <a:moveTo>
                      <a:pt x="12" y="2"/>
                    </a:moveTo>
                    <a:cubicBezTo>
                      <a:pt x="10" y="0"/>
                      <a:pt x="10" y="0"/>
                      <a:pt x="10" y="0"/>
                    </a:cubicBezTo>
                    <a:cubicBezTo>
                      <a:pt x="0" y="4"/>
                      <a:pt x="0" y="4"/>
                      <a:pt x="0" y="4"/>
                    </a:cubicBezTo>
                    <a:cubicBezTo>
                      <a:pt x="1" y="5"/>
                      <a:pt x="1" y="5"/>
                      <a:pt x="2" y="6"/>
                    </a:cubicBezTo>
                    <a:lnTo>
                      <a:pt x="12" y="2"/>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17" name="Google Shape;695;p83">
                <a:extLst>
                  <a:ext uri="{FF2B5EF4-FFF2-40B4-BE49-F238E27FC236}">
                    <a16:creationId xmlns:a16="http://schemas.microsoft.com/office/drawing/2014/main" id="{F5C6D2E0-3FE7-4DC0-A866-05164FB0B208}"/>
                  </a:ext>
                </a:extLst>
              </p:cNvPr>
              <p:cNvSpPr/>
              <p:nvPr/>
            </p:nvSpPr>
            <p:spPr>
              <a:xfrm>
                <a:off x="10926763" y="603250"/>
                <a:ext cx="26988" cy="25400"/>
              </a:xfrm>
              <a:custGeom>
                <a:avLst/>
                <a:gdLst/>
                <a:ahLst/>
                <a:cxnLst/>
                <a:rect l="l" t="t" r="r" b="b"/>
                <a:pathLst>
                  <a:path w="16" h="15" extrusionOk="0">
                    <a:moveTo>
                      <a:pt x="15" y="5"/>
                    </a:moveTo>
                    <a:cubicBezTo>
                      <a:pt x="15" y="4"/>
                      <a:pt x="14" y="4"/>
                      <a:pt x="14" y="3"/>
                    </a:cubicBezTo>
                    <a:cubicBezTo>
                      <a:pt x="14" y="3"/>
                      <a:pt x="14" y="3"/>
                      <a:pt x="14" y="3"/>
                    </a:cubicBezTo>
                    <a:cubicBezTo>
                      <a:pt x="13" y="2"/>
                      <a:pt x="13" y="2"/>
                      <a:pt x="13" y="2"/>
                    </a:cubicBezTo>
                    <a:cubicBezTo>
                      <a:pt x="13" y="2"/>
                      <a:pt x="12" y="1"/>
                      <a:pt x="11" y="1"/>
                    </a:cubicBezTo>
                    <a:cubicBezTo>
                      <a:pt x="9" y="0"/>
                      <a:pt x="6" y="0"/>
                      <a:pt x="3" y="2"/>
                    </a:cubicBezTo>
                    <a:cubicBezTo>
                      <a:pt x="1" y="5"/>
                      <a:pt x="0" y="9"/>
                      <a:pt x="3" y="12"/>
                    </a:cubicBezTo>
                    <a:cubicBezTo>
                      <a:pt x="6" y="15"/>
                      <a:pt x="10" y="15"/>
                      <a:pt x="13" y="13"/>
                    </a:cubicBezTo>
                    <a:cubicBezTo>
                      <a:pt x="15" y="11"/>
                      <a:pt x="16" y="8"/>
                      <a:pt x="15" y="5"/>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18" name="Google Shape;696;p83">
                <a:extLst>
                  <a:ext uri="{FF2B5EF4-FFF2-40B4-BE49-F238E27FC236}">
                    <a16:creationId xmlns:a16="http://schemas.microsoft.com/office/drawing/2014/main" id="{D9C38661-570D-409A-9EF9-58018C762EC3}"/>
                  </a:ext>
                </a:extLst>
              </p:cNvPr>
              <p:cNvSpPr/>
              <p:nvPr/>
            </p:nvSpPr>
            <p:spPr>
              <a:xfrm>
                <a:off x="10907713" y="509588"/>
                <a:ext cx="147638" cy="150813"/>
              </a:xfrm>
              <a:custGeom>
                <a:avLst/>
                <a:gdLst/>
                <a:ahLst/>
                <a:cxnLst/>
                <a:rect l="l" t="t" r="r" b="b"/>
                <a:pathLst>
                  <a:path w="84" h="87" extrusionOk="0">
                    <a:moveTo>
                      <a:pt x="61" y="24"/>
                    </a:moveTo>
                    <a:cubicBezTo>
                      <a:pt x="59" y="22"/>
                      <a:pt x="57" y="20"/>
                      <a:pt x="55" y="18"/>
                    </a:cubicBezTo>
                    <a:cubicBezTo>
                      <a:pt x="34" y="0"/>
                      <a:pt x="11" y="2"/>
                      <a:pt x="0" y="11"/>
                    </a:cubicBezTo>
                    <a:cubicBezTo>
                      <a:pt x="28" y="41"/>
                      <a:pt x="28" y="41"/>
                      <a:pt x="28" y="41"/>
                    </a:cubicBezTo>
                    <a:cubicBezTo>
                      <a:pt x="30" y="43"/>
                      <a:pt x="30" y="43"/>
                      <a:pt x="30" y="43"/>
                    </a:cubicBezTo>
                    <a:cubicBezTo>
                      <a:pt x="37" y="51"/>
                      <a:pt x="37" y="51"/>
                      <a:pt x="37" y="51"/>
                    </a:cubicBezTo>
                    <a:cubicBezTo>
                      <a:pt x="39" y="53"/>
                      <a:pt x="39" y="53"/>
                      <a:pt x="39" y="53"/>
                    </a:cubicBezTo>
                    <a:cubicBezTo>
                      <a:pt x="70" y="87"/>
                      <a:pt x="70" y="87"/>
                      <a:pt x="70" y="87"/>
                    </a:cubicBezTo>
                    <a:cubicBezTo>
                      <a:pt x="80" y="77"/>
                      <a:pt x="84" y="58"/>
                      <a:pt x="71" y="37"/>
                    </a:cubicBezTo>
                    <a:cubicBezTo>
                      <a:pt x="68" y="33"/>
                      <a:pt x="65" y="29"/>
                      <a:pt x="61" y="24"/>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19" name="Google Shape;697;p83">
                <a:extLst>
                  <a:ext uri="{FF2B5EF4-FFF2-40B4-BE49-F238E27FC236}">
                    <a16:creationId xmlns:a16="http://schemas.microsoft.com/office/drawing/2014/main" id="{8C84E231-5CEF-4DC7-B6BD-1A9424AE3DBB}"/>
                  </a:ext>
                </a:extLst>
              </p:cNvPr>
              <p:cNvSpPr/>
              <p:nvPr/>
            </p:nvSpPr>
            <p:spPr>
              <a:xfrm>
                <a:off x="10920413" y="593725"/>
                <a:ext cx="17463" cy="17463"/>
              </a:xfrm>
              <a:custGeom>
                <a:avLst/>
                <a:gdLst/>
                <a:ahLst/>
                <a:cxnLst/>
                <a:rect l="l" t="t" r="r" b="b"/>
                <a:pathLst>
                  <a:path w="10" h="10" extrusionOk="0">
                    <a:moveTo>
                      <a:pt x="9" y="2"/>
                    </a:moveTo>
                    <a:cubicBezTo>
                      <a:pt x="9" y="2"/>
                      <a:pt x="9" y="2"/>
                      <a:pt x="9" y="2"/>
                    </a:cubicBezTo>
                    <a:cubicBezTo>
                      <a:pt x="10" y="1"/>
                      <a:pt x="9" y="1"/>
                      <a:pt x="9" y="0"/>
                    </a:cubicBezTo>
                    <a:cubicBezTo>
                      <a:pt x="7" y="0"/>
                      <a:pt x="4" y="1"/>
                      <a:pt x="2" y="3"/>
                    </a:cubicBezTo>
                    <a:cubicBezTo>
                      <a:pt x="0" y="4"/>
                      <a:pt x="0" y="7"/>
                      <a:pt x="0" y="9"/>
                    </a:cubicBezTo>
                    <a:cubicBezTo>
                      <a:pt x="0" y="10"/>
                      <a:pt x="0" y="10"/>
                      <a:pt x="1" y="10"/>
                    </a:cubicBezTo>
                    <a:cubicBezTo>
                      <a:pt x="1" y="10"/>
                      <a:pt x="1" y="10"/>
                      <a:pt x="1" y="10"/>
                    </a:cubicBezTo>
                    <a:cubicBezTo>
                      <a:pt x="1" y="9"/>
                      <a:pt x="1" y="9"/>
                      <a:pt x="1" y="9"/>
                    </a:cubicBezTo>
                    <a:cubicBezTo>
                      <a:pt x="1" y="7"/>
                      <a:pt x="2" y="5"/>
                      <a:pt x="3" y="4"/>
                    </a:cubicBezTo>
                    <a:cubicBezTo>
                      <a:pt x="5" y="2"/>
                      <a:pt x="7" y="2"/>
                      <a:pt x="9" y="2"/>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20" name="Google Shape;698;p83">
                <a:extLst>
                  <a:ext uri="{FF2B5EF4-FFF2-40B4-BE49-F238E27FC236}">
                    <a16:creationId xmlns:a16="http://schemas.microsoft.com/office/drawing/2014/main" id="{0FA96F75-9EC1-437B-A627-336F9E17B333}"/>
                  </a:ext>
                </a:extLst>
              </p:cNvPr>
              <p:cNvSpPr/>
              <p:nvPr/>
            </p:nvSpPr>
            <p:spPr>
              <a:xfrm>
                <a:off x="10907713" y="584200"/>
                <a:ext cx="26988" cy="23813"/>
              </a:xfrm>
              <a:custGeom>
                <a:avLst/>
                <a:gdLst/>
                <a:ahLst/>
                <a:cxnLst/>
                <a:rect l="l" t="t" r="r" b="b"/>
                <a:pathLst>
                  <a:path w="15" h="14" extrusionOk="0">
                    <a:moveTo>
                      <a:pt x="15" y="2"/>
                    </a:moveTo>
                    <a:cubicBezTo>
                      <a:pt x="15" y="2"/>
                      <a:pt x="15" y="2"/>
                      <a:pt x="15" y="2"/>
                    </a:cubicBezTo>
                    <a:cubicBezTo>
                      <a:pt x="15" y="1"/>
                      <a:pt x="15" y="0"/>
                      <a:pt x="14" y="0"/>
                    </a:cubicBezTo>
                    <a:cubicBezTo>
                      <a:pt x="11" y="0"/>
                      <a:pt x="7" y="1"/>
                      <a:pt x="4" y="3"/>
                    </a:cubicBezTo>
                    <a:cubicBezTo>
                      <a:pt x="2" y="6"/>
                      <a:pt x="0" y="9"/>
                      <a:pt x="0" y="13"/>
                    </a:cubicBezTo>
                    <a:cubicBezTo>
                      <a:pt x="0" y="14"/>
                      <a:pt x="1" y="14"/>
                      <a:pt x="2" y="14"/>
                    </a:cubicBezTo>
                    <a:cubicBezTo>
                      <a:pt x="2" y="14"/>
                      <a:pt x="2" y="14"/>
                      <a:pt x="2" y="14"/>
                    </a:cubicBezTo>
                    <a:cubicBezTo>
                      <a:pt x="2" y="13"/>
                      <a:pt x="2" y="13"/>
                      <a:pt x="2" y="13"/>
                    </a:cubicBezTo>
                    <a:cubicBezTo>
                      <a:pt x="2" y="10"/>
                      <a:pt x="4" y="7"/>
                      <a:pt x="6" y="5"/>
                    </a:cubicBezTo>
                    <a:cubicBezTo>
                      <a:pt x="8" y="3"/>
                      <a:pt x="11" y="2"/>
                      <a:pt x="14" y="2"/>
                    </a:cubicBezTo>
                    <a:lnTo>
                      <a:pt x="15" y="2"/>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21" name="Google Shape;699;p83">
                <a:extLst>
                  <a:ext uri="{FF2B5EF4-FFF2-40B4-BE49-F238E27FC236}">
                    <a16:creationId xmlns:a16="http://schemas.microsoft.com/office/drawing/2014/main" id="{37463CE0-7A2D-4A42-9F69-13DD1DA00651}"/>
                  </a:ext>
                </a:extLst>
              </p:cNvPr>
              <p:cNvSpPr/>
              <p:nvPr/>
            </p:nvSpPr>
            <p:spPr>
              <a:xfrm>
                <a:off x="10896600" y="569913"/>
                <a:ext cx="39688" cy="38100"/>
              </a:xfrm>
              <a:custGeom>
                <a:avLst/>
                <a:gdLst/>
                <a:ahLst/>
                <a:cxnLst/>
                <a:rect l="l" t="t" r="r" b="b"/>
                <a:pathLst>
                  <a:path w="23" h="22" extrusionOk="0">
                    <a:moveTo>
                      <a:pt x="20" y="4"/>
                    </a:moveTo>
                    <a:cubicBezTo>
                      <a:pt x="21" y="4"/>
                      <a:pt x="21" y="4"/>
                      <a:pt x="22" y="3"/>
                    </a:cubicBezTo>
                    <a:cubicBezTo>
                      <a:pt x="22" y="3"/>
                      <a:pt x="22" y="3"/>
                      <a:pt x="22" y="3"/>
                    </a:cubicBezTo>
                    <a:cubicBezTo>
                      <a:pt x="23" y="2"/>
                      <a:pt x="22" y="1"/>
                      <a:pt x="21" y="1"/>
                    </a:cubicBezTo>
                    <a:cubicBezTo>
                      <a:pt x="15" y="0"/>
                      <a:pt x="10" y="2"/>
                      <a:pt x="6" y="5"/>
                    </a:cubicBezTo>
                    <a:cubicBezTo>
                      <a:pt x="2" y="9"/>
                      <a:pt x="0" y="15"/>
                      <a:pt x="0" y="20"/>
                    </a:cubicBezTo>
                    <a:cubicBezTo>
                      <a:pt x="0" y="21"/>
                      <a:pt x="2" y="22"/>
                      <a:pt x="3" y="21"/>
                    </a:cubicBezTo>
                    <a:cubicBezTo>
                      <a:pt x="3" y="21"/>
                      <a:pt x="3" y="21"/>
                      <a:pt x="3" y="21"/>
                    </a:cubicBezTo>
                    <a:cubicBezTo>
                      <a:pt x="3" y="21"/>
                      <a:pt x="3" y="20"/>
                      <a:pt x="3" y="20"/>
                    </a:cubicBezTo>
                    <a:cubicBezTo>
                      <a:pt x="3" y="15"/>
                      <a:pt x="5" y="11"/>
                      <a:pt x="8" y="8"/>
                    </a:cubicBezTo>
                    <a:cubicBezTo>
                      <a:pt x="12" y="5"/>
                      <a:pt x="16" y="3"/>
                      <a:pt x="20" y="4"/>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22" name="Google Shape;700;p83">
                <a:extLst>
                  <a:ext uri="{FF2B5EF4-FFF2-40B4-BE49-F238E27FC236}">
                    <a16:creationId xmlns:a16="http://schemas.microsoft.com/office/drawing/2014/main" id="{04CDD2DE-F2C5-4E35-9F13-DDFCDE293B84}"/>
                  </a:ext>
                </a:extLst>
              </p:cNvPr>
              <p:cNvSpPr/>
              <p:nvPr/>
            </p:nvSpPr>
            <p:spPr>
              <a:xfrm>
                <a:off x="10944225" y="620713"/>
                <a:ext cx="17463" cy="17463"/>
              </a:xfrm>
              <a:custGeom>
                <a:avLst/>
                <a:gdLst/>
                <a:ahLst/>
                <a:cxnLst/>
                <a:rect l="l" t="t" r="r" b="b"/>
                <a:pathLst>
                  <a:path w="10" h="10" extrusionOk="0">
                    <a:moveTo>
                      <a:pt x="10" y="1"/>
                    </a:moveTo>
                    <a:cubicBezTo>
                      <a:pt x="10" y="0"/>
                      <a:pt x="9" y="0"/>
                      <a:pt x="9" y="0"/>
                    </a:cubicBezTo>
                    <a:cubicBezTo>
                      <a:pt x="9" y="0"/>
                      <a:pt x="9" y="0"/>
                      <a:pt x="9" y="0"/>
                    </a:cubicBezTo>
                    <a:cubicBezTo>
                      <a:pt x="8" y="1"/>
                      <a:pt x="8" y="1"/>
                      <a:pt x="8" y="1"/>
                    </a:cubicBezTo>
                    <a:cubicBezTo>
                      <a:pt x="9" y="3"/>
                      <a:pt x="8" y="5"/>
                      <a:pt x="6" y="6"/>
                    </a:cubicBezTo>
                    <a:cubicBezTo>
                      <a:pt x="5" y="7"/>
                      <a:pt x="3" y="8"/>
                      <a:pt x="1" y="8"/>
                    </a:cubicBezTo>
                    <a:cubicBezTo>
                      <a:pt x="0" y="8"/>
                      <a:pt x="0" y="8"/>
                      <a:pt x="0" y="8"/>
                    </a:cubicBezTo>
                    <a:cubicBezTo>
                      <a:pt x="0" y="8"/>
                      <a:pt x="0" y="8"/>
                      <a:pt x="0" y="8"/>
                    </a:cubicBezTo>
                    <a:cubicBezTo>
                      <a:pt x="0" y="9"/>
                      <a:pt x="0" y="9"/>
                      <a:pt x="1" y="9"/>
                    </a:cubicBezTo>
                    <a:cubicBezTo>
                      <a:pt x="3" y="10"/>
                      <a:pt x="5" y="9"/>
                      <a:pt x="7" y="7"/>
                    </a:cubicBezTo>
                    <a:cubicBezTo>
                      <a:pt x="9" y="5"/>
                      <a:pt x="10" y="3"/>
                      <a:pt x="10" y="1"/>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23" name="Google Shape;701;p83">
                <a:extLst>
                  <a:ext uri="{FF2B5EF4-FFF2-40B4-BE49-F238E27FC236}">
                    <a16:creationId xmlns:a16="http://schemas.microsoft.com/office/drawing/2014/main" id="{2F628F5A-9E7A-45EC-84ED-7E973F17EAED}"/>
                  </a:ext>
                </a:extLst>
              </p:cNvPr>
              <p:cNvSpPr/>
              <p:nvPr/>
            </p:nvSpPr>
            <p:spPr>
              <a:xfrm>
                <a:off x="10945813" y="623888"/>
                <a:ext cx="25400" cy="23813"/>
              </a:xfrm>
              <a:custGeom>
                <a:avLst/>
                <a:gdLst/>
                <a:ahLst/>
                <a:cxnLst/>
                <a:rect l="l" t="t" r="r" b="b"/>
                <a:pathLst>
                  <a:path w="15" h="14" extrusionOk="0">
                    <a:moveTo>
                      <a:pt x="1" y="14"/>
                    </a:moveTo>
                    <a:cubicBezTo>
                      <a:pt x="5" y="14"/>
                      <a:pt x="9" y="13"/>
                      <a:pt x="11" y="11"/>
                    </a:cubicBezTo>
                    <a:cubicBezTo>
                      <a:pt x="14" y="8"/>
                      <a:pt x="15" y="5"/>
                      <a:pt x="15" y="1"/>
                    </a:cubicBezTo>
                    <a:cubicBezTo>
                      <a:pt x="15" y="0"/>
                      <a:pt x="14" y="0"/>
                      <a:pt x="13" y="0"/>
                    </a:cubicBezTo>
                    <a:cubicBezTo>
                      <a:pt x="13" y="0"/>
                      <a:pt x="13" y="0"/>
                      <a:pt x="13" y="0"/>
                    </a:cubicBezTo>
                    <a:cubicBezTo>
                      <a:pt x="13" y="1"/>
                      <a:pt x="13" y="1"/>
                      <a:pt x="13" y="1"/>
                    </a:cubicBezTo>
                    <a:cubicBezTo>
                      <a:pt x="13" y="4"/>
                      <a:pt x="12" y="7"/>
                      <a:pt x="10" y="9"/>
                    </a:cubicBezTo>
                    <a:cubicBezTo>
                      <a:pt x="7" y="11"/>
                      <a:pt x="5" y="12"/>
                      <a:pt x="2" y="12"/>
                    </a:cubicBezTo>
                    <a:cubicBezTo>
                      <a:pt x="1" y="12"/>
                      <a:pt x="1" y="12"/>
                      <a:pt x="1" y="12"/>
                    </a:cubicBezTo>
                    <a:cubicBezTo>
                      <a:pt x="1" y="12"/>
                      <a:pt x="1" y="12"/>
                      <a:pt x="1" y="12"/>
                    </a:cubicBezTo>
                    <a:cubicBezTo>
                      <a:pt x="0" y="13"/>
                      <a:pt x="1" y="14"/>
                      <a:pt x="1" y="14"/>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24" name="Google Shape;702;p83">
                <a:extLst>
                  <a:ext uri="{FF2B5EF4-FFF2-40B4-BE49-F238E27FC236}">
                    <a16:creationId xmlns:a16="http://schemas.microsoft.com/office/drawing/2014/main" id="{58DAE9BC-FB50-4E29-9D4F-D9A8CBC0BED1}"/>
                  </a:ext>
                </a:extLst>
              </p:cNvPr>
              <p:cNvSpPr/>
              <p:nvPr/>
            </p:nvSpPr>
            <p:spPr>
              <a:xfrm>
                <a:off x="10945813" y="623888"/>
                <a:ext cx="39688" cy="38100"/>
              </a:xfrm>
              <a:custGeom>
                <a:avLst/>
                <a:gdLst/>
                <a:ahLst/>
                <a:cxnLst/>
                <a:rect l="l" t="t" r="r" b="b"/>
                <a:pathLst>
                  <a:path w="23" h="22" extrusionOk="0">
                    <a:moveTo>
                      <a:pt x="20" y="1"/>
                    </a:moveTo>
                    <a:cubicBezTo>
                      <a:pt x="20" y="1"/>
                      <a:pt x="20" y="1"/>
                      <a:pt x="20" y="1"/>
                    </a:cubicBezTo>
                    <a:cubicBezTo>
                      <a:pt x="20" y="1"/>
                      <a:pt x="19" y="2"/>
                      <a:pt x="19" y="2"/>
                    </a:cubicBezTo>
                    <a:cubicBezTo>
                      <a:pt x="19" y="6"/>
                      <a:pt x="18" y="11"/>
                      <a:pt x="14" y="14"/>
                    </a:cubicBezTo>
                    <a:cubicBezTo>
                      <a:pt x="11" y="17"/>
                      <a:pt x="7" y="18"/>
                      <a:pt x="2" y="18"/>
                    </a:cubicBezTo>
                    <a:cubicBezTo>
                      <a:pt x="2" y="18"/>
                      <a:pt x="1" y="18"/>
                      <a:pt x="1" y="18"/>
                    </a:cubicBezTo>
                    <a:cubicBezTo>
                      <a:pt x="1" y="18"/>
                      <a:pt x="1" y="18"/>
                      <a:pt x="1" y="18"/>
                    </a:cubicBezTo>
                    <a:cubicBezTo>
                      <a:pt x="0" y="19"/>
                      <a:pt x="0" y="21"/>
                      <a:pt x="2" y="21"/>
                    </a:cubicBezTo>
                    <a:cubicBezTo>
                      <a:pt x="7" y="22"/>
                      <a:pt x="13" y="20"/>
                      <a:pt x="17" y="16"/>
                    </a:cubicBezTo>
                    <a:cubicBezTo>
                      <a:pt x="21" y="13"/>
                      <a:pt x="23" y="7"/>
                      <a:pt x="23" y="2"/>
                    </a:cubicBezTo>
                    <a:cubicBezTo>
                      <a:pt x="23" y="1"/>
                      <a:pt x="21" y="0"/>
                      <a:pt x="20" y="1"/>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25" name="Google Shape;703;p83">
                <a:extLst>
                  <a:ext uri="{FF2B5EF4-FFF2-40B4-BE49-F238E27FC236}">
                    <a16:creationId xmlns:a16="http://schemas.microsoft.com/office/drawing/2014/main" id="{701BD9BF-C241-4882-AA65-21BD860E8818}"/>
                  </a:ext>
                </a:extLst>
              </p:cNvPr>
              <p:cNvSpPr/>
              <p:nvPr/>
            </p:nvSpPr>
            <p:spPr>
              <a:xfrm>
                <a:off x="10860088" y="192087"/>
                <a:ext cx="517525" cy="542925"/>
              </a:xfrm>
              <a:custGeom>
                <a:avLst/>
                <a:gdLst/>
                <a:ahLst/>
                <a:cxnLst/>
                <a:rect l="l" t="t" r="r" b="b"/>
                <a:pathLst>
                  <a:path w="296" h="312" extrusionOk="0">
                    <a:moveTo>
                      <a:pt x="23" y="75"/>
                    </a:moveTo>
                    <a:cubicBezTo>
                      <a:pt x="39" y="59"/>
                      <a:pt x="39" y="59"/>
                      <a:pt x="39" y="59"/>
                    </a:cubicBezTo>
                    <a:cubicBezTo>
                      <a:pt x="45" y="66"/>
                      <a:pt x="45" y="66"/>
                      <a:pt x="45" y="66"/>
                    </a:cubicBezTo>
                    <a:cubicBezTo>
                      <a:pt x="29" y="81"/>
                      <a:pt x="29" y="81"/>
                      <a:pt x="29" y="81"/>
                    </a:cubicBezTo>
                    <a:cubicBezTo>
                      <a:pt x="56" y="111"/>
                      <a:pt x="56" y="111"/>
                      <a:pt x="56" y="111"/>
                    </a:cubicBezTo>
                    <a:cubicBezTo>
                      <a:pt x="73" y="95"/>
                      <a:pt x="73" y="95"/>
                      <a:pt x="73" y="95"/>
                    </a:cubicBezTo>
                    <a:cubicBezTo>
                      <a:pt x="78" y="101"/>
                      <a:pt x="78" y="101"/>
                      <a:pt x="78" y="101"/>
                    </a:cubicBezTo>
                    <a:cubicBezTo>
                      <a:pt x="62" y="116"/>
                      <a:pt x="62" y="116"/>
                      <a:pt x="62" y="116"/>
                    </a:cubicBezTo>
                    <a:cubicBezTo>
                      <a:pt x="86" y="143"/>
                      <a:pt x="86" y="143"/>
                      <a:pt x="86" y="143"/>
                    </a:cubicBezTo>
                    <a:cubicBezTo>
                      <a:pt x="103" y="128"/>
                      <a:pt x="103" y="128"/>
                      <a:pt x="103" y="128"/>
                    </a:cubicBezTo>
                    <a:cubicBezTo>
                      <a:pt x="112" y="138"/>
                      <a:pt x="112" y="138"/>
                      <a:pt x="112" y="138"/>
                    </a:cubicBezTo>
                    <a:cubicBezTo>
                      <a:pt x="95" y="154"/>
                      <a:pt x="95" y="154"/>
                      <a:pt x="95" y="154"/>
                    </a:cubicBezTo>
                    <a:cubicBezTo>
                      <a:pt x="85" y="163"/>
                      <a:pt x="83" y="178"/>
                      <a:pt x="91" y="187"/>
                    </a:cubicBezTo>
                    <a:cubicBezTo>
                      <a:pt x="94" y="190"/>
                      <a:pt x="94" y="190"/>
                      <a:pt x="94" y="190"/>
                    </a:cubicBezTo>
                    <a:cubicBezTo>
                      <a:pt x="111" y="208"/>
                      <a:pt x="111" y="208"/>
                      <a:pt x="111" y="208"/>
                    </a:cubicBezTo>
                    <a:cubicBezTo>
                      <a:pt x="113" y="211"/>
                      <a:pt x="113" y="211"/>
                      <a:pt x="113" y="211"/>
                    </a:cubicBezTo>
                    <a:cubicBezTo>
                      <a:pt x="121" y="219"/>
                      <a:pt x="135" y="218"/>
                      <a:pt x="146" y="209"/>
                    </a:cubicBezTo>
                    <a:cubicBezTo>
                      <a:pt x="163" y="193"/>
                      <a:pt x="163" y="193"/>
                      <a:pt x="163" y="193"/>
                    </a:cubicBezTo>
                    <a:cubicBezTo>
                      <a:pt x="172" y="204"/>
                      <a:pt x="172" y="204"/>
                      <a:pt x="172" y="204"/>
                    </a:cubicBezTo>
                    <a:cubicBezTo>
                      <a:pt x="156" y="219"/>
                      <a:pt x="156" y="219"/>
                      <a:pt x="156" y="219"/>
                    </a:cubicBezTo>
                    <a:cubicBezTo>
                      <a:pt x="181" y="246"/>
                      <a:pt x="181" y="246"/>
                      <a:pt x="181" y="246"/>
                    </a:cubicBezTo>
                    <a:cubicBezTo>
                      <a:pt x="197" y="230"/>
                      <a:pt x="197" y="230"/>
                      <a:pt x="197" y="230"/>
                    </a:cubicBezTo>
                    <a:cubicBezTo>
                      <a:pt x="202" y="236"/>
                      <a:pt x="202" y="236"/>
                      <a:pt x="202" y="236"/>
                    </a:cubicBezTo>
                    <a:cubicBezTo>
                      <a:pt x="186" y="251"/>
                      <a:pt x="186" y="251"/>
                      <a:pt x="186" y="251"/>
                    </a:cubicBezTo>
                    <a:cubicBezTo>
                      <a:pt x="213" y="281"/>
                      <a:pt x="213" y="281"/>
                      <a:pt x="213" y="281"/>
                    </a:cubicBezTo>
                    <a:cubicBezTo>
                      <a:pt x="230" y="266"/>
                      <a:pt x="230" y="266"/>
                      <a:pt x="230" y="266"/>
                    </a:cubicBezTo>
                    <a:cubicBezTo>
                      <a:pt x="236" y="272"/>
                      <a:pt x="236" y="272"/>
                      <a:pt x="236" y="272"/>
                    </a:cubicBezTo>
                    <a:cubicBezTo>
                      <a:pt x="219" y="287"/>
                      <a:pt x="219" y="287"/>
                      <a:pt x="219" y="287"/>
                    </a:cubicBezTo>
                    <a:cubicBezTo>
                      <a:pt x="242" y="312"/>
                      <a:pt x="242" y="312"/>
                      <a:pt x="242" y="312"/>
                    </a:cubicBezTo>
                    <a:cubicBezTo>
                      <a:pt x="296" y="263"/>
                      <a:pt x="296" y="263"/>
                      <a:pt x="296" y="263"/>
                    </a:cubicBezTo>
                    <a:cubicBezTo>
                      <a:pt x="273" y="238"/>
                      <a:pt x="273" y="238"/>
                      <a:pt x="273" y="238"/>
                    </a:cubicBezTo>
                    <a:cubicBezTo>
                      <a:pt x="258" y="252"/>
                      <a:pt x="258" y="252"/>
                      <a:pt x="258" y="252"/>
                    </a:cubicBezTo>
                    <a:cubicBezTo>
                      <a:pt x="252" y="246"/>
                      <a:pt x="252" y="246"/>
                      <a:pt x="252" y="246"/>
                    </a:cubicBezTo>
                    <a:cubicBezTo>
                      <a:pt x="267" y="231"/>
                      <a:pt x="267" y="231"/>
                      <a:pt x="267" y="231"/>
                    </a:cubicBezTo>
                    <a:cubicBezTo>
                      <a:pt x="240" y="202"/>
                      <a:pt x="240" y="202"/>
                      <a:pt x="240" y="202"/>
                    </a:cubicBezTo>
                    <a:cubicBezTo>
                      <a:pt x="224" y="216"/>
                      <a:pt x="224" y="216"/>
                      <a:pt x="224" y="216"/>
                    </a:cubicBezTo>
                    <a:cubicBezTo>
                      <a:pt x="219" y="210"/>
                      <a:pt x="219" y="210"/>
                      <a:pt x="219" y="210"/>
                    </a:cubicBezTo>
                    <a:cubicBezTo>
                      <a:pt x="235" y="196"/>
                      <a:pt x="235" y="196"/>
                      <a:pt x="235" y="196"/>
                    </a:cubicBezTo>
                    <a:cubicBezTo>
                      <a:pt x="210" y="169"/>
                      <a:pt x="210" y="169"/>
                      <a:pt x="210" y="169"/>
                    </a:cubicBezTo>
                    <a:cubicBezTo>
                      <a:pt x="194" y="183"/>
                      <a:pt x="194" y="183"/>
                      <a:pt x="194" y="183"/>
                    </a:cubicBezTo>
                    <a:cubicBezTo>
                      <a:pt x="185" y="173"/>
                      <a:pt x="185" y="173"/>
                      <a:pt x="185" y="173"/>
                    </a:cubicBezTo>
                    <a:cubicBezTo>
                      <a:pt x="195" y="164"/>
                      <a:pt x="195" y="164"/>
                      <a:pt x="195" y="164"/>
                    </a:cubicBezTo>
                    <a:cubicBezTo>
                      <a:pt x="204" y="155"/>
                      <a:pt x="207" y="143"/>
                      <a:pt x="202" y="134"/>
                    </a:cubicBezTo>
                    <a:cubicBezTo>
                      <a:pt x="201" y="133"/>
                      <a:pt x="200" y="132"/>
                      <a:pt x="199" y="131"/>
                    </a:cubicBezTo>
                    <a:cubicBezTo>
                      <a:pt x="177" y="107"/>
                      <a:pt x="177" y="107"/>
                      <a:pt x="177" y="107"/>
                    </a:cubicBezTo>
                    <a:cubicBezTo>
                      <a:pt x="177" y="106"/>
                      <a:pt x="177" y="106"/>
                      <a:pt x="177" y="106"/>
                    </a:cubicBezTo>
                    <a:cubicBezTo>
                      <a:pt x="169" y="98"/>
                      <a:pt x="154" y="99"/>
                      <a:pt x="144" y="109"/>
                    </a:cubicBezTo>
                    <a:cubicBezTo>
                      <a:pt x="134" y="118"/>
                      <a:pt x="134" y="118"/>
                      <a:pt x="134" y="118"/>
                    </a:cubicBezTo>
                    <a:cubicBezTo>
                      <a:pt x="125" y="108"/>
                      <a:pt x="125" y="108"/>
                      <a:pt x="125" y="108"/>
                    </a:cubicBezTo>
                    <a:cubicBezTo>
                      <a:pt x="140" y="93"/>
                      <a:pt x="140" y="93"/>
                      <a:pt x="140" y="93"/>
                    </a:cubicBezTo>
                    <a:cubicBezTo>
                      <a:pt x="115" y="67"/>
                      <a:pt x="115" y="67"/>
                      <a:pt x="115" y="67"/>
                    </a:cubicBezTo>
                    <a:cubicBezTo>
                      <a:pt x="100" y="81"/>
                      <a:pt x="100" y="81"/>
                      <a:pt x="100" y="81"/>
                    </a:cubicBezTo>
                    <a:cubicBezTo>
                      <a:pt x="95" y="75"/>
                      <a:pt x="95" y="75"/>
                      <a:pt x="95" y="75"/>
                    </a:cubicBezTo>
                    <a:cubicBezTo>
                      <a:pt x="110" y="61"/>
                      <a:pt x="110" y="61"/>
                      <a:pt x="110" y="61"/>
                    </a:cubicBezTo>
                    <a:cubicBezTo>
                      <a:pt x="83" y="31"/>
                      <a:pt x="83" y="31"/>
                      <a:pt x="83" y="31"/>
                    </a:cubicBezTo>
                    <a:cubicBezTo>
                      <a:pt x="67" y="46"/>
                      <a:pt x="67" y="46"/>
                      <a:pt x="67" y="46"/>
                    </a:cubicBezTo>
                    <a:cubicBezTo>
                      <a:pt x="61" y="39"/>
                      <a:pt x="61" y="39"/>
                      <a:pt x="61" y="39"/>
                    </a:cubicBezTo>
                    <a:cubicBezTo>
                      <a:pt x="77" y="25"/>
                      <a:pt x="77" y="25"/>
                      <a:pt x="77" y="25"/>
                    </a:cubicBezTo>
                    <a:cubicBezTo>
                      <a:pt x="54" y="0"/>
                      <a:pt x="54" y="0"/>
                      <a:pt x="54" y="0"/>
                    </a:cubicBezTo>
                    <a:cubicBezTo>
                      <a:pt x="0" y="50"/>
                      <a:pt x="0" y="50"/>
                      <a:pt x="0" y="50"/>
                    </a:cubicBezTo>
                    <a:lnTo>
                      <a:pt x="23" y="75"/>
                    </a:lnTo>
                    <a:close/>
                    <a:moveTo>
                      <a:pt x="165" y="218"/>
                    </a:moveTo>
                    <a:cubicBezTo>
                      <a:pt x="176" y="208"/>
                      <a:pt x="176" y="208"/>
                      <a:pt x="176" y="208"/>
                    </a:cubicBezTo>
                    <a:cubicBezTo>
                      <a:pt x="180" y="212"/>
                      <a:pt x="180" y="212"/>
                      <a:pt x="180" y="212"/>
                    </a:cubicBezTo>
                    <a:cubicBezTo>
                      <a:pt x="169" y="223"/>
                      <a:pt x="169" y="223"/>
                      <a:pt x="169" y="223"/>
                    </a:cubicBezTo>
                    <a:lnTo>
                      <a:pt x="165" y="218"/>
                    </a:lnTo>
                    <a:close/>
                    <a:moveTo>
                      <a:pt x="172" y="226"/>
                    </a:moveTo>
                    <a:cubicBezTo>
                      <a:pt x="184" y="216"/>
                      <a:pt x="184" y="216"/>
                      <a:pt x="184" y="216"/>
                    </a:cubicBezTo>
                    <a:cubicBezTo>
                      <a:pt x="187" y="220"/>
                      <a:pt x="187" y="220"/>
                      <a:pt x="187" y="220"/>
                    </a:cubicBezTo>
                    <a:cubicBezTo>
                      <a:pt x="176" y="230"/>
                      <a:pt x="176" y="230"/>
                      <a:pt x="176" y="230"/>
                    </a:cubicBezTo>
                    <a:lnTo>
                      <a:pt x="172" y="226"/>
                    </a:lnTo>
                    <a:close/>
                    <a:moveTo>
                      <a:pt x="183" y="238"/>
                    </a:moveTo>
                    <a:cubicBezTo>
                      <a:pt x="179" y="234"/>
                      <a:pt x="179" y="234"/>
                      <a:pt x="179" y="234"/>
                    </a:cubicBezTo>
                    <a:cubicBezTo>
                      <a:pt x="191" y="223"/>
                      <a:pt x="191" y="223"/>
                      <a:pt x="191" y="223"/>
                    </a:cubicBezTo>
                    <a:cubicBezTo>
                      <a:pt x="194" y="227"/>
                      <a:pt x="194" y="227"/>
                      <a:pt x="194" y="227"/>
                    </a:cubicBezTo>
                    <a:lnTo>
                      <a:pt x="183" y="238"/>
                    </a:lnTo>
                    <a:close/>
                    <a:moveTo>
                      <a:pt x="189" y="211"/>
                    </a:moveTo>
                    <a:cubicBezTo>
                      <a:pt x="200" y="200"/>
                      <a:pt x="200" y="200"/>
                      <a:pt x="200" y="200"/>
                    </a:cubicBezTo>
                    <a:cubicBezTo>
                      <a:pt x="204" y="204"/>
                      <a:pt x="204" y="204"/>
                      <a:pt x="204" y="204"/>
                    </a:cubicBezTo>
                    <a:cubicBezTo>
                      <a:pt x="193" y="215"/>
                      <a:pt x="193" y="215"/>
                      <a:pt x="193" y="215"/>
                    </a:cubicBezTo>
                    <a:lnTo>
                      <a:pt x="189" y="211"/>
                    </a:lnTo>
                    <a:close/>
                    <a:moveTo>
                      <a:pt x="196" y="219"/>
                    </a:moveTo>
                    <a:cubicBezTo>
                      <a:pt x="207" y="208"/>
                      <a:pt x="207" y="208"/>
                      <a:pt x="207" y="208"/>
                    </a:cubicBezTo>
                    <a:cubicBezTo>
                      <a:pt x="211" y="212"/>
                      <a:pt x="211" y="212"/>
                      <a:pt x="211" y="212"/>
                    </a:cubicBezTo>
                    <a:cubicBezTo>
                      <a:pt x="200" y="223"/>
                      <a:pt x="200" y="223"/>
                      <a:pt x="200" y="223"/>
                    </a:cubicBezTo>
                    <a:lnTo>
                      <a:pt x="196" y="219"/>
                    </a:lnTo>
                    <a:close/>
                    <a:moveTo>
                      <a:pt x="194" y="250"/>
                    </a:moveTo>
                    <a:cubicBezTo>
                      <a:pt x="206" y="239"/>
                      <a:pt x="206" y="239"/>
                      <a:pt x="206" y="239"/>
                    </a:cubicBezTo>
                    <a:cubicBezTo>
                      <a:pt x="208" y="242"/>
                      <a:pt x="208" y="242"/>
                      <a:pt x="208" y="242"/>
                    </a:cubicBezTo>
                    <a:cubicBezTo>
                      <a:pt x="197" y="253"/>
                      <a:pt x="197" y="253"/>
                      <a:pt x="197" y="253"/>
                    </a:cubicBezTo>
                    <a:lnTo>
                      <a:pt x="194" y="250"/>
                    </a:lnTo>
                    <a:close/>
                    <a:moveTo>
                      <a:pt x="200" y="256"/>
                    </a:moveTo>
                    <a:cubicBezTo>
                      <a:pt x="211" y="246"/>
                      <a:pt x="211" y="246"/>
                      <a:pt x="211" y="246"/>
                    </a:cubicBezTo>
                    <a:cubicBezTo>
                      <a:pt x="215" y="249"/>
                      <a:pt x="215" y="249"/>
                      <a:pt x="215" y="249"/>
                    </a:cubicBezTo>
                    <a:cubicBezTo>
                      <a:pt x="203" y="260"/>
                      <a:pt x="203" y="260"/>
                      <a:pt x="203" y="260"/>
                    </a:cubicBezTo>
                    <a:lnTo>
                      <a:pt x="200" y="256"/>
                    </a:lnTo>
                    <a:close/>
                    <a:moveTo>
                      <a:pt x="206" y="263"/>
                    </a:moveTo>
                    <a:cubicBezTo>
                      <a:pt x="218" y="253"/>
                      <a:pt x="218" y="253"/>
                      <a:pt x="218" y="253"/>
                    </a:cubicBezTo>
                    <a:cubicBezTo>
                      <a:pt x="221" y="256"/>
                      <a:pt x="221" y="256"/>
                      <a:pt x="221" y="256"/>
                    </a:cubicBezTo>
                    <a:cubicBezTo>
                      <a:pt x="210" y="267"/>
                      <a:pt x="210" y="267"/>
                      <a:pt x="210" y="267"/>
                    </a:cubicBezTo>
                    <a:lnTo>
                      <a:pt x="206" y="263"/>
                    </a:lnTo>
                    <a:close/>
                    <a:moveTo>
                      <a:pt x="220" y="245"/>
                    </a:moveTo>
                    <a:cubicBezTo>
                      <a:pt x="216" y="241"/>
                      <a:pt x="216" y="241"/>
                      <a:pt x="216" y="241"/>
                    </a:cubicBezTo>
                    <a:cubicBezTo>
                      <a:pt x="228" y="230"/>
                      <a:pt x="228" y="230"/>
                      <a:pt x="228" y="230"/>
                    </a:cubicBezTo>
                    <a:cubicBezTo>
                      <a:pt x="231" y="234"/>
                      <a:pt x="231" y="234"/>
                      <a:pt x="231" y="234"/>
                    </a:cubicBezTo>
                    <a:lnTo>
                      <a:pt x="220" y="245"/>
                    </a:lnTo>
                    <a:close/>
                    <a:moveTo>
                      <a:pt x="234" y="237"/>
                    </a:moveTo>
                    <a:cubicBezTo>
                      <a:pt x="238" y="241"/>
                      <a:pt x="238" y="241"/>
                      <a:pt x="238" y="241"/>
                    </a:cubicBezTo>
                    <a:cubicBezTo>
                      <a:pt x="226" y="252"/>
                      <a:pt x="226" y="252"/>
                      <a:pt x="226" y="252"/>
                    </a:cubicBezTo>
                    <a:cubicBezTo>
                      <a:pt x="223" y="248"/>
                      <a:pt x="223" y="248"/>
                      <a:pt x="223" y="248"/>
                    </a:cubicBezTo>
                    <a:lnTo>
                      <a:pt x="234" y="237"/>
                    </a:lnTo>
                    <a:close/>
                    <a:moveTo>
                      <a:pt x="215" y="273"/>
                    </a:moveTo>
                    <a:cubicBezTo>
                      <a:pt x="213" y="270"/>
                      <a:pt x="213" y="270"/>
                      <a:pt x="213" y="270"/>
                    </a:cubicBezTo>
                    <a:cubicBezTo>
                      <a:pt x="224" y="260"/>
                      <a:pt x="224" y="260"/>
                      <a:pt x="224" y="260"/>
                    </a:cubicBezTo>
                    <a:cubicBezTo>
                      <a:pt x="227" y="262"/>
                      <a:pt x="227" y="262"/>
                      <a:pt x="227" y="262"/>
                    </a:cubicBezTo>
                    <a:lnTo>
                      <a:pt x="215" y="273"/>
                    </a:lnTo>
                    <a:close/>
                    <a:moveTo>
                      <a:pt x="229" y="255"/>
                    </a:moveTo>
                    <a:cubicBezTo>
                      <a:pt x="241" y="244"/>
                      <a:pt x="241" y="244"/>
                      <a:pt x="241" y="244"/>
                    </a:cubicBezTo>
                    <a:cubicBezTo>
                      <a:pt x="243" y="247"/>
                      <a:pt x="243" y="247"/>
                      <a:pt x="243" y="247"/>
                    </a:cubicBezTo>
                    <a:cubicBezTo>
                      <a:pt x="232" y="258"/>
                      <a:pt x="232" y="258"/>
                      <a:pt x="232" y="258"/>
                    </a:cubicBezTo>
                    <a:lnTo>
                      <a:pt x="229" y="255"/>
                    </a:lnTo>
                    <a:close/>
                    <a:moveTo>
                      <a:pt x="227" y="286"/>
                    </a:moveTo>
                    <a:cubicBezTo>
                      <a:pt x="239" y="275"/>
                      <a:pt x="239" y="275"/>
                      <a:pt x="239" y="275"/>
                    </a:cubicBezTo>
                    <a:cubicBezTo>
                      <a:pt x="242" y="279"/>
                      <a:pt x="242" y="279"/>
                      <a:pt x="242" y="279"/>
                    </a:cubicBezTo>
                    <a:cubicBezTo>
                      <a:pt x="230" y="289"/>
                      <a:pt x="230" y="289"/>
                      <a:pt x="230" y="289"/>
                    </a:cubicBezTo>
                    <a:lnTo>
                      <a:pt x="227" y="286"/>
                    </a:lnTo>
                    <a:close/>
                    <a:moveTo>
                      <a:pt x="233" y="293"/>
                    </a:moveTo>
                    <a:cubicBezTo>
                      <a:pt x="245" y="282"/>
                      <a:pt x="245" y="282"/>
                      <a:pt x="245" y="282"/>
                    </a:cubicBezTo>
                    <a:cubicBezTo>
                      <a:pt x="249" y="286"/>
                      <a:pt x="249" y="286"/>
                      <a:pt x="249" y="286"/>
                    </a:cubicBezTo>
                    <a:cubicBezTo>
                      <a:pt x="237" y="297"/>
                      <a:pt x="237" y="297"/>
                      <a:pt x="237" y="297"/>
                    </a:cubicBezTo>
                    <a:lnTo>
                      <a:pt x="233" y="293"/>
                    </a:lnTo>
                    <a:close/>
                    <a:moveTo>
                      <a:pt x="245" y="305"/>
                    </a:moveTo>
                    <a:cubicBezTo>
                      <a:pt x="241" y="301"/>
                      <a:pt x="241" y="301"/>
                      <a:pt x="241" y="301"/>
                    </a:cubicBezTo>
                    <a:cubicBezTo>
                      <a:pt x="252" y="290"/>
                      <a:pt x="252" y="290"/>
                      <a:pt x="252" y="290"/>
                    </a:cubicBezTo>
                    <a:cubicBezTo>
                      <a:pt x="256" y="294"/>
                      <a:pt x="256" y="294"/>
                      <a:pt x="256" y="294"/>
                    </a:cubicBezTo>
                    <a:lnTo>
                      <a:pt x="245" y="305"/>
                    </a:lnTo>
                    <a:close/>
                    <a:moveTo>
                      <a:pt x="250" y="277"/>
                    </a:moveTo>
                    <a:cubicBezTo>
                      <a:pt x="262" y="267"/>
                      <a:pt x="262" y="267"/>
                      <a:pt x="262" y="267"/>
                    </a:cubicBezTo>
                    <a:cubicBezTo>
                      <a:pt x="266" y="271"/>
                      <a:pt x="266" y="271"/>
                      <a:pt x="266" y="271"/>
                    </a:cubicBezTo>
                    <a:cubicBezTo>
                      <a:pt x="254" y="282"/>
                      <a:pt x="254" y="282"/>
                      <a:pt x="254" y="282"/>
                    </a:cubicBezTo>
                    <a:lnTo>
                      <a:pt x="250" y="277"/>
                    </a:lnTo>
                    <a:close/>
                    <a:moveTo>
                      <a:pt x="261" y="289"/>
                    </a:moveTo>
                    <a:cubicBezTo>
                      <a:pt x="257" y="285"/>
                      <a:pt x="257" y="285"/>
                      <a:pt x="257" y="285"/>
                    </a:cubicBezTo>
                    <a:cubicBezTo>
                      <a:pt x="269" y="275"/>
                      <a:pt x="269" y="275"/>
                      <a:pt x="269" y="275"/>
                    </a:cubicBezTo>
                    <a:cubicBezTo>
                      <a:pt x="273" y="279"/>
                      <a:pt x="273" y="279"/>
                      <a:pt x="273" y="279"/>
                    </a:cubicBezTo>
                    <a:lnTo>
                      <a:pt x="261" y="289"/>
                    </a:lnTo>
                    <a:close/>
                    <a:moveTo>
                      <a:pt x="290" y="263"/>
                    </a:moveTo>
                    <a:cubicBezTo>
                      <a:pt x="278" y="274"/>
                      <a:pt x="278" y="274"/>
                      <a:pt x="278" y="274"/>
                    </a:cubicBezTo>
                    <a:cubicBezTo>
                      <a:pt x="274" y="270"/>
                      <a:pt x="274" y="270"/>
                      <a:pt x="274" y="270"/>
                    </a:cubicBezTo>
                    <a:cubicBezTo>
                      <a:pt x="286" y="259"/>
                      <a:pt x="286" y="259"/>
                      <a:pt x="286" y="259"/>
                    </a:cubicBezTo>
                    <a:lnTo>
                      <a:pt x="290" y="263"/>
                    </a:lnTo>
                    <a:close/>
                    <a:moveTo>
                      <a:pt x="282" y="256"/>
                    </a:moveTo>
                    <a:cubicBezTo>
                      <a:pt x="271" y="266"/>
                      <a:pt x="271" y="266"/>
                      <a:pt x="271" y="266"/>
                    </a:cubicBezTo>
                    <a:cubicBezTo>
                      <a:pt x="267" y="262"/>
                      <a:pt x="267" y="262"/>
                      <a:pt x="267" y="262"/>
                    </a:cubicBezTo>
                    <a:cubicBezTo>
                      <a:pt x="278" y="251"/>
                      <a:pt x="278" y="251"/>
                      <a:pt x="278" y="251"/>
                    </a:cubicBezTo>
                    <a:lnTo>
                      <a:pt x="282" y="256"/>
                    </a:lnTo>
                    <a:close/>
                    <a:moveTo>
                      <a:pt x="272" y="244"/>
                    </a:moveTo>
                    <a:cubicBezTo>
                      <a:pt x="275" y="248"/>
                      <a:pt x="275" y="248"/>
                      <a:pt x="275" y="248"/>
                    </a:cubicBezTo>
                    <a:cubicBezTo>
                      <a:pt x="264" y="258"/>
                      <a:pt x="264" y="258"/>
                      <a:pt x="264" y="258"/>
                    </a:cubicBezTo>
                    <a:cubicBezTo>
                      <a:pt x="260" y="255"/>
                      <a:pt x="260" y="255"/>
                      <a:pt x="260" y="255"/>
                    </a:cubicBezTo>
                    <a:lnTo>
                      <a:pt x="272" y="244"/>
                    </a:lnTo>
                    <a:close/>
                    <a:moveTo>
                      <a:pt x="258" y="263"/>
                    </a:moveTo>
                    <a:cubicBezTo>
                      <a:pt x="247" y="274"/>
                      <a:pt x="247" y="274"/>
                      <a:pt x="247" y="274"/>
                    </a:cubicBezTo>
                    <a:cubicBezTo>
                      <a:pt x="244" y="270"/>
                      <a:pt x="244" y="270"/>
                      <a:pt x="244" y="270"/>
                    </a:cubicBezTo>
                    <a:cubicBezTo>
                      <a:pt x="255" y="260"/>
                      <a:pt x="255" y="260"/>
                      <a:pt x="255" y="260"/>
                    </a:cubicBezTo>
                    <a:lnTo>
                      <a:pt x="258" y="263"/>
                    </a:lnTo>
                    <a:close/>
                    <a:moveTo>
                      <a:pt x="251" y="258"/>
                    </a:moveTo>
                    <a:cubicBezTo>
                      <a:pt x="242" y="266"/>
                      <a:pt x="242" y="266"/>
                      <a:pt x="242" y="266"/>
                    </a:cubicBezTo>
                    <a:cubicBezTo>
                      <a:pt x="236" y="260"/>
                      <a:pt x="236" y="260"/>
                      <a:pt x="236" y="260"/>
                    </a:cubicBezTo>
                    <a:cubicBezTo>
                      <a:pt x="245" y="252"/>
                      <a:pt x="245" y="252"/>
                      <a:pt x="245" y="252"/>
                    </a:cubicBezTo>
                    <a:lnTo>
                      <a:pt x="251" y="258"/>
                    </a:lnTo>
                    <a:close/>
                    <a:moveTo>
                      <a:pt x="260" y="231"/>
                    </a:moveTo>
                    <a:cubicBezTo>
                      <a:pt x="249" y="242"/>
                      <a:pt x="249" y="242"/>
                      <a:pt x="249" y="242"/>
                    </a:cubicBezTo>
                    <a:cubicBezTo>
                      <a:pt x="246" y="239"/>
                      <a:pt x="246" y="239"/>
                      <a:pt x="246" y="239"/>
                    </a:cubicBezTo>
                    <a:cubicBezTo>
                      <a:pt x="258" y="229"/>
                      <a:pt x="258" y="229"/>
                      <a:pt x="258" y="229"/>
                    </a:cubicBezTo>
                    <a:lnTo>
                      <a:pt x="260" y="231"/>
                    </a:lnTo>
                    <a:close/>
                    <a:moveTo>
                      <a:pt x="255" y="226"/>
                    </a:moveTo>
                    <a:cubicBezTo>
                      <a:pt x="243" y="236"/>
                      <a:pt x="243" y="236"/>
                      <a:pt x="243" y="236"/>
                    </a:cubicBezTo>
                    <a:cubicBezTo>
                      <a:pt x="240" y="232"/>
                      <a:pt x="240" y="232"/>
                      <a:pt x="240" y="232"/>
                    </a:cubicBezTo>
                    <a:cubicBezTo>
                      <a:pt x="251" y="222"/>
                      <a:pt x="251" y="222"/>
                      <a:pt x="251" y="222"/>
                    </a:cubicBezTo>
                    <a:lnTo>
                      <a:pt x="255" y="226"/>
                    </a:lnTo>
                    <a:close/>
                    <a:moveTo>
                      <a:pt x="248" y="219"/>
                    </a:moveTo>
                    <a:cubicBezTo>
                      <a:pt x="237" y="229"/>
                      <a:pt x="237" y="229"/>
                      <a:pt x="237" y="229"/>
                    </a:cubicBezTo>
                    <a:cubicBezTo>
                      <a:pt x="233" y="225"/>
                      <a:pt x="233" y="225"/>
                      <a:pt x="233" y="225"/>
                    </a:cubicBezTo>
                    <a:cubicBezTo>
                      <a:pt x="245" y="215"/>
                      <a:pt x="245" y="215"/>
                      <a:pt x="245" y="215"/>
                    </a:cubicBezTo>
                    <a:lnTo>
                      <a:pt x="248" y="219"/>
                    </a:lnTo>
                    <a:close/>
                    <a:moveTo>
                      <a:pt x="239" y="209"/>
                    </a:moveTo>
                    <a:cubicBezTo>
                      <a:pt x="242" y="212"/>
                      <a:pt x="242" y="212"/>
                      <a:pt x="242" y="212"/>
                    </a:cubicBezTo>
                    <a:cubicBezTo>
                      <a:pt x="230" y="222"/>
                      <a:pt x="230" y="222"/>
                      <a:pt x="230" y="222"/>
                    </a:cubicBezTo>
                    <a:cubicBezTo>
                      <a:pt x="227" y="219"/>
                      <a:pt x="227" y="219"/>
                      <a:pt x="227" y="219"/>
                    </a:cubicBezTo>
                    <a:lnTo>
                      <a:pt x="239" y="209"/>
                    </a:lnTo>
                    <a:close/>
                    <a:moveTo>
                      <a:pt x="225" y="227"/>
                    </a:moveTo>
                    <a:cubicBezTo>
                      <a:pt x="213" y="238"/>
                      <a:pt x="213" y="238"/>
                      <a:pt x="213" y="238"/>
                    </a:cubicBezTo>
                    <a:cubicBezTo>
                      <a:pt x="211" y="235"/>
                      <a:pt x="211" y="235"/>
                      <a:pt x="211" y="235"/>
                    </a:cubicBezTo>
                    <a:cubicBezTo>
                      <a:pt x="222" y="224"/>
                      <a:pt x="222" y="224"/>
                      <a:pt x="222" y="224"/>
                    </a:cubicBezTo>
                    <a:lnTo>
                      <a:pt x="225" y="227"/>
                    </a:lnTo>
                    <a:close/>
                    <a:moveTo>
                      <a:pt x="218" y="222"/>
                    </a:moveTo>
                    <a:cubicBezTo>
                      <a:pt x="209" y="230"/>
                      <a:pt x="209" y="230"/>
                      <a:pt x="209" y="230"/>
                    </a:cubicBezTo>
                    <a:cubicBezTo>
                      <a:pt x="204" y="224"/>
                      <a:pt x="204" y="224"/>
                      <a:pt x="204" y="224"/>
                    </a:cubicBezTo>
                    <a:cubicBezTo>
                      <a:pt x="212" y="216"/>
                      <a:pt x="212" y="216"/>
                      <a:pt x="212" y="216"/>
                    </a:cubicBezTo>
                    <a:lnTo>
                      <a:pt x="218" y="222"/>
                    </a:lnTo>
                    <a:close/>
                    <a:moveTo>
                      <a:pt x="228" y="196"/>
                    </a:moveTo>
                    <a:cubicBezTo>
                      <a:pt x="216" y="207"/>
                      <a:pt x="216" y="207"/>
                      <a:pt x="216" y="207"/>
                    </a:cubicBezTo>
                    <a:cubicBezTo>
                      <a:pt x="215" y="206"/>
                      <a:pt x="215" y="206"/>
                      <a:pt x="215" y="206"/>
                    </a:cubicBezTo>
                    <a:cubicBezTo>
                      <a:pt x="213" y="203"/>
                      <a:pt x="213" y="203"/>
                      <a:pt x="213" y="203"/>
                    </a:cubicBezTo>
                    <a:cubicBezTo>
                      <a:pt x="224" y="193"/>
                      <a:pt x="224" y="193"/>
                      <a:pt x="224" y="193"/>
                    </a:cubicBezTo>
                    <a:lnTo>
                      <a:pt x="228" y="196"/>
                    </a:lnTo>
                    <a:close/>
                    <a:moveTo>
                      <a:pt x="221" y="189"/>
                    </a:moveTo>
                    <a:cubicBezTo>
                      <a:pt x="209" y="200"/>
                      <a:pt x="209" y="200"/>
                      <a:pt x="209" y="200"/>
                    </a:cubicBezTo>
                    <a:cubicBezTo>
                      <a:pt x="205" y="195"/>
                      <a:pt x="205" y="195"/>
                      <a:pt x="205" y="195"/>
                    </a:cubicBezTo>
                    <a:cubicBezTo>
                      <a:pt x="217" y="185"/>
                      <a:pt x="217" y="185"/>
                      <a:pt x="217" y="185"/>
                    </a:cubicBezTo>
                    <a:lnTo>
                      <a:pt x="221" y="189"/>
                    </a:lnTo>
                    <a:close/>
                    <a:moveTo>
                      <a:pt x="210" y="177"/>
                    </a:moveTo>
                    <a:cubicBezTo>
                      <a:pt x="214" y="181"/>
                      <a:pt x="214" y="181"/>
                      <a:pt x="214" y="181"/>
                    </a:cubicBezTo>
                    <a:cubicBezTo>
                      <a:pt x="202" y="192"/>
                      <a:pt x="202" y="192"/>
                      <a:pt x="202" y="192"/>
                    </a:cubicBezTo>
                    <a:cubicBezTo>
                      <a:pt x="198" y="188"/>
                      <a:pt x="198" y="188"/>
                      <a:pt x="198" y="188"/>
                    </a:cubicBezTo>
                    <a:lnTo>
                      <a:pt x="210" y="177"/>
                    </a:lnTo>
                    <a:close/>
                    <a:moveTo>
                      <a:pt x="197" y="197"/>
                    </a:moveTo>
                    <a:cubicBezTo>
                      <a:pt x="185" y="207"/>
                      <a:pt x="185" y="207"/>
                      <a:pt x="185" y="207"/>
                    </a:cubicBezTo>
                    <a:cubicBezTo>
                      <a:pt x="181" y="203"/>
                      <a:pt x="181" y="203"/>
                      <a:pt x="181" y="203"/>
                    </a:cubicBezTo>
                    <a:cubicBezTo>
                      <a:pt x="193" y="192"/>
                      <a:pt x="193" y="192"/>
                      <a:pt x="193" y="192"/>
                    </a:cubicBezTo>
                    <a:lnTo>
                      <a:pt x="197" y="197"/>
                    </a:lnTo>
                    <a:close/>
                    <a:moveTo>
                      <a:pt x="178" y="179"/>
                    </a:moveTo>
                    <a:cubicBezTo>
                      <a:pt x="188" y="190"/>
                      <a:pt x="188" y="190"/>
                      <a:pt x="188" y="190"/>
                    </a:cubicBezTo>
                    <a:cubicBezTo>
                      <a:pt x="179" y="197"/>
                      <a:pt x="179" y="197"/>
                      <a:pt x="179" y="197"/>
                    </a:cubicBezTo>
                    <a:cubicBezTo>
                      <a:pt x="169" y="187"/>
                      <a:pt x="169" y="187"/>
                      <a:pt x="169" y="187"/>
                    </a:cubicBezTo>
                    <a:lnTo>
                      <a:pt x="178" y="179"/>
                    </a:lnTo>
                    <a:close/>
                    <a:moveTo>
                      <a:pt x="15" y="56"/>
                    </a:moveTo>
                    <a:cubicBezTo>
                      <a:pt x="26" y="45"/>
                      <a:pt x="26" y="45"/>
                      <a:pt x="26" y="45"/>
                    </a:cubicBezTo>
                    <a:cubicBezTo>
                      <a:pt x="30" y="49"/>
                      <a:pt x="30" y="49"/>
                      <a:pt x="30" y="49"/>
                    </a:cubicBezTo>
                    <a:cubicBezTo>
                      <a:pt x="19" y="60"/>
                      <a:pt x="19" y="60"/>
                      <a:pt x="19" y="60"/>
                    </a:cubicBezTo>
                    <a:lnTo>
                      <a:pt x="15" y="56"/>
                    </a:lnTo>
                    <a:close/>
                    <a:moveTo>
                      <a:pt x="25" y="67"/>
                    </a:moveTo>
                    <a:cubicBezTo>
                      <a:pt x="22" y="64"/>
                      <a:pt x="22" y="64"/>
                      <a:pt x="22" y="64"/>
                    </a:cubicBezTo>
                    <a:cubicBezTo>
                      <a:pt x="33" y="53"/>
                      <a:pt x="33" y="53"/>
                      <a:pt x="33" y="53"/>
                    </a:cubicBezTo>
                    <a:cubicBezTo>
                      <a:pt x="37" y="56"/>
                      <a:pt x="37" y="56"/>
                      <a:pt x="37" y="56"/>
                    </a:cubicBezTo>
                    <a:lnTo>
                      <a:pt x="25" y="67"/>
                    </a:lnTo>
                    <a:close/>
                    <a:moveTo>
                      <a:pt x="31" y="40"/>
                    </a:moveTo>
                    <a:cubicBezTo>
                      <a:pt x="43" y="30"/>
                      <a:pt x="43" y="30"/>
                      <a:pt x="43" y="30"/>
                    </a:cubicBezTo>
                    <a:cubicBezTo>
                      <a:pt x="47" y="34"/>
                      <a:pt x="47" y="34"/>
                      <a:pt x="47" y="34"/>
                    </a:cubicBezTo>
                    <a:cubicBezTo>
                      <a:pt x="35" y="45"/>
                      <a:pt x="35" y="45"/>
                      <a:pt x="35" y="45"/>
                    </a:cubicBezTo>
                    <a:lnTo>
                      <a:pt x="31" y="40"/>
                    </a:lnTo>
                    <a:close/>
                    <a:moveTo>
                      <a:pt x="39" y="48"/>
                    </a:moveTo>
                    <a:cubicBezTo>
                      <a:pt x="50" y="38"/>
                      <a:pt x="50" y="38"/>
                      <a:pt x="50" y="38"/>
                    </a:cubicBezTo>
                    <a:cubicBezTo>
                      <a:pt x="53" y="41"/>
                      <a:pt x="53" y="41"/>
                      <a:pt x="53" y="41"/>
                    </a:cubicBezTo>
                    <a:cubicBezTo>
                      <a:pt x="42" y="52"/>
                      <a:pt x="42" y="52"/>
                      <a:pt x="42" y="52"/>
                    </a:cubicBezTo>
                    <a:lnTo>
                      <a:pt x="39" y="48"/>
                    </a:lnTo>
                    <a:close/>
                    <a:moveTo>
                      <a:pt x="37" y="80"/>
                    </a:moveTo>
                    <a:cubicBezTo>
                      <a:pt x="48" y="69"/>
                      <a:pt x="48" y="69"/>
                      <a:pt x="48" y="69"/>
                    </a:cubicBezTo>
                    <a:cubicBezTo>
                      <a:pt x="51" y="72"/>
                      <a:pt x="51" y="72"/>
                      <a:pt x="51" y="72"/>
                    </a:cubicBezTo>
                    <a:cubicBezTo>
                      <a:pt x="39" y="83"/>
                      <a:pt x="39" y="83"/>
                      <a:pt x="39" y="83"/>
                    </a:cubicBezTo>
                    <a:lnTo>
                      <a:pt x="37" y="80"/>
                    </a:lnTo>
                    <a:close/>
                    <a:moveTo>
                      <a:pt x="42" y="86"/>
                    </a:moveTo>
                    <a:cubicBezTo>
                      <a:pt x="54" y="75"/>
                      <a:pt x="54" y="75"/>
                      <a:pt x="54" y="75"/>
                    </a:cubicBezTo>
                    <a:cubicBezTo>
                      <a:pt x="57" y="79"/>
                      <a:pt x="57" y="79"/>
                      <a:pt x="57" y="79"/>
                    </a:cubicBezTo>
                    <a:cubicBezTo>
                      <a:pt x="46" y="90"/>
                      <a:pt x="46" y="90"/>
                      <a:pt x="46" y="90"/>
                    </a:cubicBezTo>
                    <a:lnTo>
                      <a:pt x="42" y="86"/>
                    </a:lnTo>
                    <a:close/>
                    <a:moveTo>
                      <a:pt x="49" y="93"/>
                    </a:moveTo>
                    <a:cubicBezTo>
                      <a:pt x="60" y="82"/>
                      <a:pt x="60" y="82"/>
                      <a:pt x="60" y="82"/>
                    </a:cubicBezTo>
                    <a:cubicBezTo>
                      <a:pt x="64" y="86"/>
                      <a:pt x="64" y="86"/>
                      <a:pt x="64" y="86"/>
                    </a:cubicBezTo>
                    <a:cubicBezTo>
                      <a:pt x="52" y="97"/>
                      <a:pt x="52" y="97"/>
                      <a:pt x="52" y="97"/>
                    </a:cubicBezTo>
                    <a:lnTo>
                      <a:pt x="49" y="93"/>
                    </a:lnTo>
                    <a:close/>
                    <a:moveTo>
                      <a:pt x="63" y="74"/>
                    </a:moveTo>
                    <a:cubicBezTo>
                      <a:pt x="59" y="70"/>
                      <a:pt x="59" y="70"/>
                      <a:pt x="59" y="70"/>
                    </a:cubicBezTo>
                    <a:cubicBezTo>
                      <a:pt x="71" y="60"/>
                      <a:pt x="71" y="60"/>
                      <a:pt x="71" y="60"/>
                    </a:cubicBezTo>
                    <a:cubicBezTo>
                      <a:pt x="74" y="64"/>
                      <a:pt x="74" y="64"/>
                      <a:pt x="74" y="64"/>
                    </a:cubicBezTo>
                    <a:lnTo>
                      <a:pt x="63" y="74"/>
                    </a:lnTo>
                    <a:close/>
                    <a:moveTo>
                      <a:pt x="77" y="67"/>
                    </a:moveTo>
                    <a:cubicBezTo>
                      <a:pt x="81" y="71"/>
                      <a:pt x="81" y="71"/>
                      <a:pt x="81" y="71"/>
                    </a:cubicBezTo>
                    <a:cubicBezTo>
                      <a:pt x="69" y="81"/>
                      <a:pt x="69" y="81"/>
                      <a:pt x="69" y="81"/>
                    </a:cubicBezTo>
                    <a:cubicBezTo>
                      <a:pt x="66" y="77"/>
                      <a:pt x="66" y="77"/>
                      <a:pt x="66" y="77"/>
                    </a:cubicBezTo>
                    <a:lnTo>
                      <a:pt x="77" y="67"/>
                    </a:lnTo>
                    <a:close/>
                    <a:moveTo>
                      <a:pt x="58" y="103"/>
                    </a:moveTo>
                    <a:cubicBezTo>
                      <a:pt x="55" y="100"/>
                      <a:pt x="55" y="100"/>
                      <a:pt x="55" y="100"/>
                    </a:cubicBezTo>
                    <a:cubicBezTo>
                      <a:pt x="67" y="89"/>
                      <a:pt x="67" y="89"/>
                      <a:pt x="67" y="89"/>
                    </a:cubicBezTo>
                    <a:cubicBezTo>
                      <a:pt x="70" y="92"/>
                      <a:pt x="70" y="92"/>
                      <a:pt x="70" y="92"/>
                    </a:cubicBezTo>
                    <a:lnTo>
                      <a:pt x="58" y="103"/>
                    </a:lnTo>
                    <a:close/>
                    <a:moveTo>
                      <a:pt x="72" y="84"/>
                    </a:moveTo>
                    <a:cubicBezTo>
                      <a:pt x="84" y="74"/>
                      <a:pt x="84" y="74"/>
                      <a:pt x="84" y="74"/>
                    </a:cubicBezTo>
                    <a:cubicBezTo>
                      <a:pt x="86" y="77"/>
                      <a:pt x="86" y="77"/>
                      <a:pt x="86" y="77"/>
                    </a:cubicBezTo>
                    <a:cubicBezTo>
                      <a:pt x="75" y="87"/>
                      <a:pt x="75" y="87"/>
                      <a:pt x="75" y="87"/>
                    </a:cubicBezTo>
                    <a:lnTo>
                      <a:pt x="72" y="84"/>
                    </a:lnTo>
                    <a:close/>
                    <a:moveTo>
                      <a:pt x="69" y="115"/>
                    </a:moveTo>
                    <a:cubicBezTo>
                      <a:pt x="81" y="104"/>
                      <a:pt x="81" y="104"/>
                      <a:pt x="81" y="104"/>
                    </a:cubicBezTo>
                    <a:cubicBezTo>
                      <a:pt x="84" y="108"/>
                      <a:pt x="84" y="108"/>
                      <a:pt x="84" y="108"/>
                    </a:cubicBezTo>
                    <a:cubicBezTo>
                      <a:pt x="73" y="119"/>
                      <a:pt x="73" y="119"/>
                      <a:pt x="73" y="119"/>
                    </a:cubicBezTo>
                    <a:lnTo>
                      <a:pt x="69" y="115"/>
                    </a:lnTo>
                    <a:close/>
                    <a:moveTo>
                      <a:pt x="76" y="122"/>
                    </a:moveTo>
                    <a:cubicBezTo>
                      <a:pt x="88" y="112"/>
                      <a:pt x="88" y="112"/>
                      <a:pt x="88" y="112"/>
                    </a:cubicBezTo>
                    <a:cubicBezTo>
                      <a:pt x="92" y="116"/>
                      <a:pt x="92" y="116"/>
                      <a:pt x="92" y="116"/>
                    </a:cubicBezTo>
                    <a:cubicBezTo>
                      <a:pt x="80" y="127"/>
                      <a:pt x="80" y="127"/>
                      <a:pt x="80" y="127"/>
                    </a:cubicBezTo>
                    <a:lnTo>
                      <a:pt x="76" y="122"/>
                    </a:lnTo>
                    <a:close/>
                    <a:moveTo>
                      <a:pt x="87" y="134"/>
                    </a:moveTo>
                    <a:cubicBezTo>
                      <a:pt x="83" y="130"/>
                      <a:pt x="83" y="130"/>
                      <a:pt x="83" y="130"/>
                    </a:cubicBezTo>
                    <a:cubicBezTo>
                      <a:pt x="95" y="120"/>
                      <a:pt x="95" y="120"/>
                      <a:pt x="95" y="120"/>
                    </a:cubicBezTo>
                    <a:cubicBezTo>
                      <a:pt x="99" y="124"/>
                      <a:pt x="99" y="124"/>
                      <a:pt x="99" y="124"/>
                    </a:cubicBezTo>
                    <a:lnTo>
                      <a:pt x="87" y="134"/>
                    </a:lnTo>
                    <a:close/>
                    <a:moveTo>
                      <a:pt x="93" y="107"/>
                    </a:moveTo>
                    <a:cubicBezTo>
                      <a:pt x="104" y="96"/>
                      <a:pt x="104" y="96"/>
                      <a:pt x="104" y="96"/>
                    </a:cubicBezTo>
                    <a:cubicBezTo>
                      <a:pt x="108" y="101"/>
                      <a:pt x="108" y="101"/>
                      <a:pt x="108" y="101"/>
                    </a:cubicBezTo>
                    <a:cubicBezTo>
                      <a:pt x="97" y="111"/>
                      <a:pt x="97" y="111"/>
                      <a:pt x="97" y="111"/>
                    </a:cubicBezTo>
                    <a:lnTo>
                      <a:pt x="93" y="107"/>
                    </a:lnTo>
                    <a:close/>
                    <a:moveTo>
                      <a:pt x="100" y="115"/>
                    </a:moveTo>
                    <a:cubicBezTo>
                      <a:pt x="112" y="104"/>
                      <a:pt x="112" y="104"/>
                      <a:pt x="112" y="104"/>
                    </a:cubicBezTo>
                    <a:cubicBezTo>
                      <a:pt x="116" y="108"/>
                      <a:pt x="116" y="108"/>
                      <a:pt x="116" y="108"/>
                    </a:cubicBezTo>
                    <a:cubicBezTo>
                      <a:pt x="104" y="119"/>
                      <a:pt x="104" y="119"/>
                      <a:pt x="104" y="119"/>
                    </a:cubicBezTo>
                    <a:lnTo>
                      <a:pt x="100" y="115"/>
                    </a:lnTo>
                    <a:close/>
                    <a:moveTo>
                      <a:pt x="127" y="124"/>
                    </a:moveTo>
                    <a:cubicBezTo>
                      <a:pt x="119" y="132"/>
                      <a:pt x="119" y="132"/>
                      <a:pt x="119" y="132"/>
                    </a:cubicBezTo>
                    <a:cubicBezTo>
                      <a:pt x="109" y="122"/>
                      <a:pt x="109" y="122"/>
                      <a:pt x="109" y="122"/>
                    </a:cubicBezTo>
                    <a:cubicBezTo>
                      <a:pt x="118" y="114"/>
                      <a:pt x="118" y="114"/>
                      <a:pt x="118" y="114"/>
                    </a:cubicBezTo>
                    <a:lnTo>
                      <a:pt x="127" y="124"/>
                    </a:lnTo>
                    <a:close/>
                    <a:moveTo>
                      <a:pt x="132" y="93"/>
                    </a:moveTo>
                    <a:cubicBezTo>
                      <a:pt x="121" y="104"/>
                      <a:pt x="121" y="104"/>
                      <a:pt x="121" y="104"/>
                    </a:cubicBezTo>
                    <a:cubicBezTo>
                      <a:pt x="117" y="99"/>
                      <a:pt x="117" y="99"/>
                      <a:pt x="117" y="99"/>
                    </a:cubicBezTo>
                    <a:cubicBezTo>
                      <a:pt x="128" y="89"/>
                      <a:pt x="128" y="89"/>
                      <a:pt x="128" y="89"/>
                    </a:cubicBezTo>
                    <a:lnTo>
                      <a:pt x="132" y="93"/>
                    </a:lnTo>
                    <a:close/>
                    <a:moveTo>
                      <a:pt x="125" y="85"/>
                    </a:moveTo>
                    <a:cubicBezTo>
                      <a:pt x="114" y="96"/>
                      <a:pt x="114" y="96"/>
                      <a:pt x="114" y="96"/>
                    </a:cubicBezTo>
                    <a:cubicBezTo>
                      <a:pt x="110" y="92"/>
                      <a:pt x="110" y="92"/>
                      <a:pt x="110" y="92"/>
                    </a:cubicBezTo>
                    <a:cubicBezTo>
                      <a:pt x="121" y="81"/>
                      <a:pt x="121" y="81"/>
                      <a:pt x="121" y="81"/>
                    </a:cubicBezTo>
                    <a:lnTo>
                      <a:pt x="125" y="85"/>
                    </a:lnTo>
                    <a:close/>
                    <a:moveTo>
                      <a:pt x="114" y="73"/>
                    </a:moveTo>
                    <a:cubicBezTo>
                      <a:pt x="118" y="77"/>
                      <a:pt x="118" y="77"/>
                      <a:pt x="118" y="77"/>
                    </a:cubicBezTo>
                    <a:cubicBezTo>
                      <a:pt x="106" y="88"/>
                      <a:pt x="106" y="88"/>
                      <a:pt x="106" y="88"/>
                    </a:cubicBezTo>
                    <a:cubicBezTo>
                      <a:pt x="103" y="84"/>
                      <a:pt x="103" y="84"/>
                      <a:pt x="103" y="84"/>
                    </a:cubicBezTo>
                    <a:lnTo>
                      <a:pt x="114" y="73"/>
                    </a:lnTo>
                    <a:close/>
                    <a:moveTo>
                      <a:pt x="101" y="93"/>
                    </a:moveTo>
                    <a:cubicBezTo>
                      <a:pt x="90" y="103"/>
                      <a:pt x="90" y="103"/>
                      <a:pt x="90" y="103"/>
                    </a:cubicBezTo>
                    <a:cubicBezTo>
                      <a:pt x="86" y="99"/>
                      <a:pt x="86" y="99"/>
                      <a:pt x="86" y="99"/>
                    </a:cubicBezTo>
                    <a:cubicBezTo>
                      <a:pt x="97" y="89"/>
                      <a:pt x="97" y="89"/>
                      <a:pt x="97" y="89"/>
                    </a:cubicBezTo>
                    <a:lnTo>
                      <a:pt x="101" y="93"/>
                    </a:lnTo>
                    <a:close/>
                    <a:moveTo>
                      <a:pt x="93" y="87"/>
                    </a:moveTo>
                    <a:cubicBezTo>
                      <a:pt x="85" y="95"/>
                      <a:pt x="85" y="95"/>
                      <a:pt x="85" y="95"/>
                    </a:cubicBezTo>
                    <a:cubicBezTo>
                      <a:pt x="79" y="89"/>
                      <a:pt x="79" y="89"/>
                      <a:pt x="79" y="89"/>
                    </a:cubicBezTo>
                    <a:cubicBezTo>
                      <a:pt x="88" y="81"/>
                      <a:pt x="88" y="81"/>
                      <a:pt x="88" y="81"/>
                    </a:cubicBezTo>
                    <a:lnTo>
                      <a:pt x="93" y="87"/>
                    </a:lnTo>
                    <a:close/>
                    <a:moveTo>
                      <a:pt x="103" y="61"/>
                    </a:moveTo>
                    <a:cubicBezTo>
                      <a:pt x="91" y="72"/>
                      <a:pt x="91" y="72"/>
                      <a:pt x="91" y="72"/>
                    </a:cubicBezTo>
                    <a:cubicBezTo>
                      <a:pt x="89" y="69"/>
                      <a:pt x="89" y="69"/>
                      <a:pt x="89" y="69"/>
                    </a:cubicBezTo>
                    <a:cubicBezTo>
                      <a:pt x="100" y="58"/>
                      <a:pt x="100" y="58"/>
                      <a:pt x="100" y="58"/>
                    </a:cubicBezTo>
                    <a:lnTo>
                      <a:pt x="103" y="61"/>
                    </a:lnTo>
                    <a:close/>
                    <a:moveTo>
                      <a:pt x="97" y="55"/>
                    </a:moveTo>
                    <a:cubicBezTo>
                      <a:pt x="86" y="66"/>
                      <a:pt x="86" y="66"/>
                      <a:pt x="86" y="66"/>
                    </a:cubicBezTo>
                    <a:cubicBezTo>
                      <a:pt x="82" y="62"/>
                      <a:pt x="82" y="62"/>
                      <a:pt x="82" y="62"/>
                    </a:cubicBezTo>
                    <a:cubicBezTo>
                      <a:pt x="94" y="51"/>
                      <a:pt x="94" y="51"/>
                      <a:pt x="94" y="51"/>
                    </a:cubicBezTo>
                    <a:lnTo>
                      <a:pt x="97" y="55"/>
                    </a:lnTo>
                    <a:close/>
                    <a:moveTo>
                      <a:pt x="91" y="48"/>
                    </a:moveTo>
                    <a:cubicBezTo>
                      <a:pt x="79" y="59"/>
                      <a:pt x="79" y="59"/>
                      <a:pt x="79" y="59"/>
                    </a:cubicBezTo>
                    <a:cubicBezTo>
                      <a:pt x="76" y="55"/>
                      <a:pt x="76" y="55"/>
                      <a:pt x="76" y="55"/>
                    </a:cubicBezTo>
                    <a:cubicBezTo>
                      <a:pt x="87" y="44"/>
                      <a:pt x="87" y="44"/>
                      <a:pt x="87" y="44"/>
                    </a:cubicBezTo>
                    <a:lnTo>
                      <a:pt x="91" y="48"/>
                    </a:lnTo>
                    <a:close/>
                    <a:moveTo>
                      <a:pt x="82" y="38"/>
                    </a:moveTo>
                    <a:cubicBezTo>
                      <a:pt x="84" y="41"/>
                      <a:pt x="84" y="41"/>
                      <a:pt x="84" y="41"/>
                    </a:cubicBezTo>
                    <a:cubicBezTo>
                      <a:pt x="73" y="52"/>
                      <a:pt x="73" y="52"/>
                      <a:pt x="73" y="52"/>
                    </a:cubicBezTo>
                    <a:cubicBezTo>
                      <a:pt x="71" y="49"/>
                      <a:pt x="71" y="49"/>
                      <a:pt x="71" y="49"/>
                    </a:cubicBezTo>
                    <a:cubicBezTo>
                      <a:pt x="70" y="49"/>
                      <a:pt x="70" y="49"/>
                      <a:pt x="70" y="49"/>
                    </a:cubicBezTo>
                    <a:lnTo>
                      <a:pt x="82" y="38"/>
                    </a:lnTo>
                    <a:close/>
                    <a:moveTo>
                      <a:pt x="68" y="57"/>
                    </a:moveTo>
                    <a:cubicBezTo>
                      <a:pt x="56" y="67"/>
                      <a:pt x="56" y="67"/>
                      <a:pt x="56" y="67"/>
                    </a:cubicBezTo>
                    <a:cubicBezTo>
                      <a:pt x="54" y="64"/>
                      <a:pt x="54" y="64"/>
                      <a:pt x="54" y="64"/>
                    </a:cubicBezTo>
                    <a:cubicBezTo>
                      <a:pt x="65" y="54"/>
                      <a:pt x="65" y="54"/>
                      <a:pt x="65" y="54"/>
                    </a:cubicBezTo>
                    <a:lnTo>
                      <a:pt x="68" y="57"/>
                    </a:lnTo>
                    <a:close/>
                    <a:moveTo>
                      <a:pt x="61" y="52"/>
                    </a:moveTo>
                    <a:cubicBezTo>
                      <a:pt x="52" y="60"/>
                      <a:pt x="52" y="60"/>
                      <a:pt x="52" y="60"/>
                    </a:cubicBezTo>
                    <a:cubicBezTo>
                      <a:pt x="46" y="53"/>
                      <a:pt x="46" y="53"/>
                      <a:pt x="46" y="53"/>
                    </a:cubicBezTo>
                    <a:cubicBezTo>
                      <a:pt x="55" y="45"/>
                      <a:pt x="55" y="45"/>
                      <a:pt x="55" y="45"/>
                    </a:cubicBezTo>
                    <a:lnTo>
                      <a:pt x="61" y="52"/>
                    </a:lnTo>
                    <a:close/>
                    <a:moveTo>
                      <a:pt x="70" y="26"/>
                    </a:moveTo>
                    <a:cubicBezTo>
                      <a:pt x="58" y="36"/>
                      <a:pt x="58" y="36"/>
                      <a:pt x="58" y="36"/>
                    </a:cubicBezTo>
                    <a:cubicBezTo>
                      <a:pt x="55" y="33"/>
                      <a:pt x="55" y="33"/>
                      <a:pt x="55" y="33"/>
                    </a:cubicBezTo>
                    <a:cubicBezTo>
                      <a:pt x="67" y="22"/>
                      <a:pt x="67" y="22"/>
                      <a:pt x="67" y="22"/>
                    </a:cubicBezTo>
                    <a:lnTo>
                      <a:pt x="70" y="26"/>
                    </a:lnTo>
                    <a:close/>
                    <a:moveTo>
                      <a:pt x="64" y="19"/>
                    </a:moveTo>
                    <a:cubicBezTo>
                      <a:pt x="52" y="29"/>
                      <a:pt x="52" y="29"/>
                      <a:pt x="52" y="29"/>
                    </a:cubicBezTo>
                    <a:cubicBezTo>
                      <a:pt x="48" y="25"/>
                      <a:pt x="48" y="25"/>
                      <a:pt x="48" y="25"/>
                    </a:cubicBezTo>
                    <a:cubicBezTo>
                      <a:pt x="60" y="14"/>
                      <a:pt x="60" y="14"/>
                      <a:pt x="60" y="14"/>
                    </a:cubicBezTo>
                    <a:lnTo>
                      <a:pt x="64" y="19"/>
                    </a:lnTo>
                    <a:close/>
                    <a:moveTo>
                      <a:pt x="52" y="6"/>
                    </a:moveTo>
                    <a:cubicBezTo>
                      <a:pt x="56" y="11"/>
                      <a:pt x="56" y="11"/>
                      <a:pt x="56" y="11"/>
                    </a:cubicBezTo>
                    <a:cubicBezTo>
                      <a:pt x="45" y="21"/>
                      <a:pt x="45" y="21"/>
                      <a:pt x="45" y="21"/>
                    </a:cubicBezTo>
                    <a:cubicBezTo>
                      <a:pt x="41" y="17"/>
                      <a:pt x="41" y="17"/>
                      <a:pt x="41" y="17"/>
                    </a:cubicBezTo>
                    <a:lnTo>
                      <a:pt x="52" y="6"/>
                    </a:lnTo>
                    <a:close/>
                    <a:moveTo>
                      <a:pt x="36" y="22"/>
                    </a:moveTo>
                    <a:cubicBezTo>
                      <a:pt x="40" y="26"/>
                      <a:pt x="40" y="26"/>
                      <a:pt x="40" y="26"/>
                    </a:cubicBezTo>
                    <a:cubicBezTo>
                      <a:pt x="28" y="37"/>
                      <a:pt x="28" y="37"/>
                      <a:pt x="28" y="37"/>
                    </a:cubicBezTo>
                    <a:cubicBezTo>
                      <a:pt x="24" y="33"/>
                      <a:pt x="24" y="33"/>
                      <a:pt x="24" y="33"/>
                    </a:cubicBezTo>
                    <a:lnTo>
                      <a:pt x="36" y="22"/>
                    </a:lnTo>
                    <a:close/>
                    <a:moveTo>
                      <a:pt x="23" y="42"/>
                    </a:moveTo>
                    <a:cubicBezTo>
                      <a:pt x="11" y="52"/>
                      <a:pt x="11" y="52"/>
                      <a:pt x="11" y="52"/>
                    </a:cubicBezTo>
                    <a:cubicBezTo>
                      <a:pt x="7" y="48"/>
                      <a:pt x="7" y="48"/>
                      <a:pt x="7" y="48"/>
                    </a:cubicBezTo>
                    <a:cubicBezTo>
                      <a:pt x="19" y="37"/>
                      <a:pt x="19" y="37"/>
                      <a:pt x="19" y="37"/>
                    </a:cubicBezTo>
                    <a:lnTo>
                      <a:pt x="23" y="42"/>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grpSp>
          <p:nvGrpSpPr>
            <p:cNvPr id="10" name="Google Shape;704;p83">
              <a:extLst>
                <a:ext uri="{FF2B5EF4-FFF2-40B4-BE49-F238E27FC236}">
                  <a16:creationId xmlns:a16="http://schemas.microsoft.com/office/drawing/2014/main" id="{A68B79A3-30B8-49C4-98BF-E56325C478F0}"/>
                </a:ext>
              </a:extLst>
            </p:cNvPr>
            <p:cNvGrpSpPr/>
            <p:nvPr/>
          </p:nvGrpSpPr>
          <p:grpSpPr>
            <a:xfrm>
              <a:off x="8912021" y="4012338"/>
              <a:ext cx="430544" cy="935851"/>
              <a:chOff x="8888412" y="3197225"/>
              <a:chExt cx="265113" cy="576263"/>
            </a:xfrm>
          </p:grpSpPr>
          <p:sp>
            <p:nvSpPr>
              <p:cNvPr id="110" name="Google Shape;705;p83">
                <a:extLst>
                  <a:ext uri="{FF2B5EF4-FFF2-40B4-BE49-F238E27FC236}">
                    <a16:creationId xmlns:a16="http://schemas.microsoft.com/office/drawing/2014/main" id="{0E7E7B2B-32DA-4AC7-A415-D9EDD8403ACE}"/>
                  </a:ext>
                </a:extLst>
              </p:cNvPr>
              <p:cNvSpPr/>
              <p:nvPr/>
            </p:nvSpPr>
            <p:spPr>
              <a:xfrm>
                <a:off x="9023350" y="3560763"/>
                <a:ext cx="130175" cy="212725"/>
              </a:xfrm>
              <a:custGeom>
                <a:avLst/>
                <a:gdLst/>
                <a:ahLst/>
                <a:cxnLst/>
                <a:rect l="l" t="t" r="r" b="b"/>
                <a:pathLst>
                  <a:path w="75" h="122" extrusionOk="0">
                    <a:moveTo>
                      <a:pt x="23" y="101"/>
                    </a:moveTo>
                    <a:cubicBezTo>
                      <a:pt x="27" y="114"/>
                      <a:pt x="40" y="122"/>
                      <a:pt x="53" y="119"/>
                    </a:cubicBezTo>
                    <a:cubicBezTo>
                      <a:pt x="54" y="119"/>
                      <a:pt x="54" y="119"/>
                      <a:pt x="54" y="119"/>
                    </a:cubicBezTo>
                    <a:cubicBezTo>
                      <a:pt x="67" y="115"/>
                      <a:pt x="75" y="102"/>
                      <a:pt x="72" y="88"/>
                    </a:cubicBezTo>
                    <a:cubicBezTo>
                      <a:pt x="49" y="0"/>
                      <a:pt x="49" y="0"/>
                      <a:pt x="49" y="0"/>
                    </a:cubicBezTo>
                    <a:cubicBezTo>
                      <a:pt x="0" y="13"/>
                      <a:pt x="0" y="13"/>
                      <a:pt x="0" y="13"/>
                    </a:cubicBezTo>
                    <a:lnTo>
                      <a:pt x="23" y="101"/>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11" name="Google Shape;706;p83">
                <a:extLst>
                  <a:ext uri="{FF2B5EF4-FFF2-40B4-BE49-F238E27FC236}">
                    <a16:creationId xmlns:a16="http://schemas.microsoft.com/office/drawing/2014/main" id="{F21F9956-91BD-4C38-AA4D-342A261FF706}"/>
                  </a:ext>
                </a:extLst>
              </p:cNvPr>
              <p:cNvSpPr/>
              <p:nvPr/>
            </p:nvSpPr>
            <p:spPr>
              <a:xfrm>
                <a:off x="8888412" y="3197225"/>
                <a:ext cx="220663" cy="234950"/>
              </a:xfrm>
              <a:custGeom>
                <a:avLst/>
                <a:gdLst/>
                <a:ahLst/>
                <a:cxnLst/>
                <a:rect l="l" t="t" r="r" b="b"/>
                <a:pathLst>
                  <a:path w="126" h="135" extrusionOk="0">
                    <a:moveTo>
                      <a:pt x="77" y="3"/>
                    </a:moveTo>
                    <a:cubicBezTo>
                      <a:pt x="19" y="19"/>
                      <a:pt x="19" y="19"/>
                      <a:pt x="19" y="19"/>
                    </a:cubicBezTo>
                    <a:cubicBezTo>
                      <a:pt x="7" y="22"/>
                      <a:pt x="0" y="34"/>
                      <a:pt x="3" y="47"/>
                    </a:cubicBezTo>
                    <a:cubicBezTo>
                      <a:pt x="21" y="115"/>
                      <a:pt x="21" y="115"/>
                      <a:pt x="21" y="115"/>
                    </a:cubicBezTo>
                    <a:cubicBezTo>
                      <a:pt x="24" y="128"/>
                      <a:pt x="36" y="135"/>
                      <a:pt x="49" y="132"/>
                    </a:cubicBezTo>
                    <a:cubicBezTo>
                      <a:pt x="107" y="117"/>
                      <a:pt x="107" y="117"/>
                      <a:pt x="107" y="117"/>
                    </a:cubicBezTo>
                    <a:cubicBezTo>
                      <a:pt x="119" y="114"/>
                      <a:pt x="126" y="101"/>
                      <a:pt x="123" y="89"/>
                    </a:cubicBezTo>
                    <a:cubicBezTo>
                      <a:pt x="105" y="20"/>
                      <a:pt x="105" y="20"/>
                      <a:pt x="105" y="20"/>
                    </a:cubicBezTo>
                    <a:cubicBezTo>
                      <a:pt x="102" y="8"/>
                      <a:pt x="90" y="0"/>
                      <a:pt x="77" y="3"/>
                    </a:cubicBezTo>
                    <a:close/>
                    <a:moveTo>
                      <a:pt x="37" y="111"/>
                    </a:moveTo>
                    <a:cubicBezTo>
                      <a:pt x="37" y="112"/>
                      <a:pt x="36" y="114"/>
                      <a:pt x="34" y="114"/>
                    </a:cubicBezTo>
                    <a:cubicBezTo>
                      <a:pt x="34" y="114"/>
                      <a:pt x="34" y="114"/>
                      <a:pt x="34" y="114"/>
                    </a:cubicBezTo>
                    <a:cubicBezTo>
                      <a:pt x="33" y="115"/>
                      <a:pt x="31" y="114"/>
                      <a:pt x="31" y="112"/>
                    </a:cubicBezTo>
                    <a:cubicBezTo>
                      <a:pt x="30" y="110"/>
                      <a:pt x="30" y="110"/>
                      <a:pt x="30" y="110"/>
                    </a:cubicBezTo>
                    <a:cubicBezTo>
                      <a:pt x="30" y="109"/>
                      <a:pt x="31" y="107"/>
                      <a:pt x="32" y="107"/>
                    </a:cubicBezTo>
                    <a:cubicBezTo>
                      <a:pt x="32" y="107"/>
                      <a:pt x="32" y="107"/>
                      <a:pt x="32" y="107"/>
                    </a:cubicBezTo>
                    <a:cubicBezTo>
                      <a:pt x="34" y="106"/>
                      <a:pt x="36" y="107"/>
                      <a:pt x="36" y="109"/>
                    </a:cubicBezTo>
                    <a:lnTo>
                      <a:pt x="37" y="111"/>
                    </a:lnTo>
                    <a:close/>
                    <a:moveTo>
                      <a:pt x="34" y="99"/>
                    </a:moveTo>
                    <a:cubicBezTo>
                      <a:pt x="34" y="101"/>
                      <a:pt x="33" y="102"/>
                      <a:pt x="31" y="103"/>
                    </a:cubicBezTo>
                    <a:cubicBezTo>
                      <a:pt x="31" y="103"/>
                      <a:pt x="31" y="103"/>
                      <a:pt x="31" y="103"/>
                    </a:cubicBezTo>
                    <a:cubicBezTo>
                      <a:pt x="30" y="103"/>
                      <a:pt x="28" y="102"/>
                      <a:pt x="28" y="101"/>
                    </a:cubicBezTo>
                    <a:cubicBezTo>
                      <a:pt x="27" y="99"/>
                      <a:pt x="27" y="99"/>
                      <a:pt x="27" y="99"/>
                    </a:cubicBezTo>
                    <a:cubicBezTo>
                      <a:pt x="27" y="97"/>
                      <a:pt x="28" y="96"/>
                      <a:pt x="29" y="95"/>
                    </a:cubicBezTo>
                    <a:cubicBezTo>
                      <a:pt x="30" y="95"/>
                      <a:pt x="30" y="95"/>
                      <a:pt x="30" y="95"/>
                    </a:cubicBezTo>
                    <a:cubicBezTo>
                      <a:pt x="31" y="95"/>
                      <a:pt x="33" y="96"/>
                      <a:pt x="33" y="98"/>
                    </a:cubicBezTo>
                    <a:lnTo>
                      <a:pt x="34" y="99"/>
                    </a:lnTo>
                    <a:close/>
                    <a:moveTo>
                      <a:pt x="31" y="88"/>
                    </a:moveTo>
                    <a:cubicBezTo>
                      <a:pt x="31" y="89"/>
                      <a:pt x="30" y="91"/>
                      <a:pt x="28" y="91"/>
                    </a:cubicBezTo>
                    <a:cubicBezTo>
                      <a:pt x="28" y="91"/>
                      <a:pt x="28" y="91"/>
                      <a:pt x="28" y="91"/>
                    </a:cubicBezTo>
                    <a:cubicBezTo>
                      <a:pt x="27" y="92"/>
                      <a:pt x="25" y="91"/>
                      <a:pt x="25" y="89"/>
                    </a:cubicBezTo>
                    <a:cubicBezTo>
                      <a:pt x="24" y="88"/>
                      <a:pt x="24" y="88"/>
                      <a:pt x="24" y="88"/>
                    </a:cubicBezTo>
                    <a:cubicBezTo>
                      <a:pt x="24" y="86"/>
                      <a:pt x="25" y="85"/>
                      <a:pt x="27" y="84"/>
                    </a:cubicBezTo>
                    <a:cubicBezTo>
                      <a:pt x="27" y="84"/>
                      <a:pt x="27" y="84"/>
                      <a:pt x="27" y="84"/>
                    </a:cubicBezTo>
                    <a:cubicBezTo>
                      <a:pt x="28" y="84"/>
                      <a:pt x="30" y="85"/>
                      <a:pt x="30" y="86"/>
                    </a:cubicBezTo>
                    <a:lnTo>
                      <a:pt x="31" y="88"/>
                    </a:lnTo>
                    <a:close/>
                    <a:moveTo>
                      <a:pt x="28" y="77"/>
                    </a:moveTo>
                    <a:cubicBezTo>
                      <a:pt x="28" y="78"/>
                      <a:pt x="27" y="80"/>
                      <a:pt x="26" y="80"/>
                    </a:cubicBezTo>
                    <a:cubicBezTo>
                      <a:pt x="25" y="80"/>
                      <a:pt x="25" y="80"/>
                      <a:pt x="25" y="80"/>
                    </a:cubicBezTo>
                    <a:cubicBezTo>
                      <a:pt x="24" y="81"/>
                      <a:pt x="22" y="80"/>
                      <a:pt x="22" y="78"/>
                    </a:cubicBezTo>
                    <a:cubicBezTo>
                      <a:pt x="21" y="76"/>
                      <a:pt x="21" y="76"/>
                      <a:pt x="21" y="76"/>
                    </a:cubicBezTo>
                    <a:cubicBezTo>
                      <a:pt x="21" y="75"/>
                      <a:pt x="22" y="73"/>
                      <a:pt x="24" y="73"/>
                    </a:cubicBezTo>
                    <a:cubicBezTo>
                      <a:pt x="24" y="73"/>
                      <a:pt x="24" y="73"/>
                      <a:pt x="24" y="73"/>
                    </a:cubicBezTo>
                    <a:cubicBezTo>
                      <a:pt x="25" y="72"/>
                      <a:pt x="27" y="73"/>
                      <a:pt x="27" y="75"/>
                    </a:cubicBezTo>
                    <a:lnTo>
                      <a:pt x="28" y="77"/>
                    </a:lnTo>
                    <a:close/>
                    <a:moveTo>
                      <a:pt x="25" y="65"/>
                    </a:moveTo>
                    <a:cubicBezTo>
                      <a:pt x="25" y="67"/>
                      <a:pt x="24" y="68"/>
                      <a:pt x="23" y="69"/>
                    </a:cubicBezTo>
                    <a:cubicBezTo>
                      <a:pt x="23" y="69"/>
                      <a:pt x="23" y="69"/>
                      <a:pt x="23" y="69"/>
                    </a:cubicBezTo>
                    <a:cubicBezTo>
                      <a:pt x="21" y="69"/>
                      <a:pt x="19" y="68"/>
                      <a:pt x="19" y="67"/>
                    </a:cubicBezTo>
                    <a:cubicBezTo>
                      <a:pt x="18" y="65"/>
                      <a:pt x="18" y="65"/>
                      <a:pt x="18" y="65"/>
                    </a:cubicBezTo>
                    <a:cubicBezTo>
                      <a:pt x="18" y="63"/>
                      <a:pt x="19" y="62"/>
                      <a:pt x="21" y="61"/>
                    </a:cubicBezTo>
                    <a:cubicBezTo>
                      <a:pt x="21" y="61"/>
                      <a:pt x="21" y="61"/>
                      <a:pt x="21" y="61"/>
                    </a:cubicBezTo>
                    <a:cubicBezTo>
                      <a:pt x="22" y="61"/>
                      <a:pt x="24" y="62"/>
                      <a:pt x="24" y="63"/>
                    </a:cubicBezTo>
                    <a:lnTo>
                      <a:pt x="25" y="65"/>
                    </a:lnTo>
                    <a:close/>
                    <a:moveTo>
                      <a:pt x="22" y="54"/>
                    </a:moveTo>
                    <a:cubicBezTo>
                      <a:pt x="22" y="55"/>
                      <a:pt x="21" y="57"/>
                      <a:pt x="20" y="57"/>
                    </a:cubicBezTo>
                    <a:cubicBezTo>
                      <a:pt x="20" y="57"/>
                      <a:pt x="20" y="57"/>
                      <a:pt x="20" y="57"/>
                    </a:cubicBezTo>
                    <a:cubicBezTo>
                      <a:pt x="18" y="58"/>
                      <a:pt x="16" y="57"/>
                      <a:pt x="16" y="55"/>
                    </a:cubicBezTo>
                    <a:cubicBezTo>
                      <a:pt x="16" y="53"/>
                      <a:pt x="16" y="53"/>
                      <a:pt x="16" y="53"/>
                    </a:cubicBezTo>
                    <a:cubicBezTo>
                      <a:pt x="15" y="52"/>
                      <a:pt x="16" y="50"/>
                      <a:pt x="18" y="50"/>
                    </a:cubicBezTo>
                    <a:cubicBezTo>
                      <a:pt x="18" y="50"/>
                      <a:pt x="18" y="50"/>
                      <a:pt x="18" y="50"/>
                    </a:cubicBezTo>
                    <a:cubicBezTo>
                      <a:pt x="19" y="50"/>
                      <a:pt x="21" y="50"/>
                      <a:pt x="21" y="52"/>
                    </a:cubicBezTo>
                    <a:lnTo>
                      <a:pt x="22" y="54"/>
                    </a:lnTo>
                    <a:close/>
                    <a:moveTo>
                      <a:pt x="19" y="42"/>
                    </a:moveTo>
                    <a:cubicBezTo>
                      <a:pt x="19" y="44"/>
                      <a:pt x="18" y="46"/>
                      <a:pt x="17" y="46"/>
                    </a:cubicBezTo>
                    <a:cubicBezTo>
                      <a:pt x="17" y="46"/>
                      <a:pt x="17" y="46"/>
                      <a:pt x="17" y="46"/>
                    </a:cubicBezTo>
                    <a:cubicBezTo>
                      <a:pt x="15" y="46"/>
                      <a:pt x="13" y="45"/>
                      <a:pt x="13" y="44"/>
                    </a:cubicBezTo>
                    <a:cubicBezTo>
                      <a:pt x="13" y="42"/>
                      <a:pt x="13" y="42"/>
                      <a:pt x="13" y="42"/>
                    </a:cubicBezTo>
                    <a:cubicBezTo>
                      <a:pt x="12" y="41"/>
                      <a:pt x="13" y="39"/>
                      <a:pt x="15" y="39"/>
                    </a:cubicBezTo>
                    <a:cubicBezTo>
                      <a:pt x="15" y="39"/>
                      <a:pt x="15" y="39"/>
                      <a:pt x="15" y="39"/>
                    </a:cubicBezTo>
                    <a:cubicBezTo>
                      <a:pt x="16" y="38"/>
                      <a:pt x="18" y="39"/>
                      <a:pt x="18" y="41"/>
                    </a:cubicBezTo>
                    <a:lnTo>
                      <a:pt x="19" y="42"/>
                    </a:lnTo>
                    <a:close/>
                    <a:moveTo>
                      <a:pt x="44" y="109"/>
                    </a:moveTo>
                    <a:cubicBezTo>
                      <a:pt x="45" y="110"/>
                      <a:pt x="44" y="112"/>
                      <a:pt x="42" y="112"/>
                    </a:cubicBezTo>
                    <a:cubicBezTo>
                      <a:pt x="42" y="112"/>
                      <a:pt x="42" y="112"/>
                      <a:pt x="42" y="112"/>
                    </a:cubicBezTo>
                    <a:cubicBezTo>
                      <a:pt x="41" y="113"/>
                      <a:pt x="39" y="112"/>
                      <a:pt x="39" y="110"/>
                    </a:cubicBezTo>
                    <a:cubicBezTo>
                      <a:pt x="38" y="108"/>
                      <a:pt x="38" y="108"/>
                      <a:pt x="38" y="108"/>
                    </a:cubicBezTo>
                    <a:cubicBezTo>
                      <a:pt x="38" y="107"/>
                      <a:pt x="39" y="105"/>
                      <a:pt x="40" y="105"/>
                    </a:cubicBezTo>
                    <a:cubicBezTo>
                      <a:pt x="40" y="105"/>
                      <a:pt x="40" y="105"/>
                      <a:pt x="40" y="105"/>
                    </a:cubicBezTo>
                    <a:cubicBezTo>
                      <a:pt x="42" y="104"/>
                      <a:pt x="44" y="105"/>
                      <a:pt x="44" y="107"/>
                    </a:cubicBezTo>
                    <a:lnTo>
                      <a:pt x="44" y="109"/>
                    </a:lnTo>
                    <a:close/>
                    <a:moveTo>
                      <a:pt x="41" y="97"/>
                    </a:moveTo>
                    <a:cubicBezTo>
                      <a:pt x="42" y="99"/>
                      <a:pt x="41" y="100"/>
                      <a:pt x="39" y="101"/>
                    </a:cubicBezTo>
                    <a:cubicBezTo>
                      <a:pt x="39" y="101"/>
                      <a:pt x="39" y="101"/>
                      <a:pt x="39" y="101"/>
                    </a:cubicBezTo>
                    <a:cubicBezTo>
                      <a:pt x="38" y="101"/>
                      <a:pt x="36" y="100"/>
                      <a:pt x="36" y="99"/>
                    </a:cubicBezTo>
                    <a:cubicBezTo>
                      <a:pt x="35" y="97"/>
                      <a:pt x="35" y="97"/>
                      <a:pt x="35" y="97"/>
                    </a:cubicBezTo>
                    <a:cubicBezTo>
                      <a:pt x="35" y="95"/>
                      <a:pt x="36" y="94"/>
                      <a:pt x="37" y="93"/>
                    </a:cubicBezTo>
                    <a:cubicBezTo>
                      <a:pt x="37" y="93"/>
                      <a:pt x="37" y="93"/>
                      <a:pt x="37" y="93"/>
                    </a:cubicBezTo>
                    <a:cubicBezTo>
                      <a:pt x="39" y="93"/>
                      <a:pt x="41" y="94"/>
                      <a:pt x="41" y="95"/>
                    </a:cubicBezTo>
                    <a:lnTo>
                      <a:pt x="41" y="97"/>
                    </a:lnTo>
                    <a:close/>
                    <a:moveTo>
                      <a:pt x="38" y="86"/>
                    </a:moveTo>
                    <a:cubicBezTo>
                      <a:pt x="39" y="87"/>
                      <a:pt x="38" y="89"/>
                      <a:pt x="36" y="89"/>
                    </a:cubicBezTo>
                    <a:cubicBezTo>
                      <a:pt x="36" y="89"/>
                      <a:pt x="36" y="89"/>
                      <a:pt x="36" y="89"/>
                    </a:cubicBezTo>
                    <a:cubicBezTo>
                      <a:pt x="35" y="90"/>
                      <a:pt x="33" y="89"/>
                      <a:pt x="33" y="87"/>
                    </a:cubicBezTo>
                    <a:cubicBezTo>
                      <a:pt x="32" y="86"/>
                      <a:pt x="32" y="86"/>
                      <a:pt x="32" y="86"/>
                    </a:cubicBezTo>
                    <a:cubicBezTo>
                      <a:pt x="32" y="84"/>
                      <a:pt x="33" y="82"/>
                      <a:pt x="34" y="82"/>
                    </a:cubicBezTo>
                    <a:cubicBezTo>
                      <a:pt x="34" y="82"/>
                      <a:pt x="34" y="82"/>
                      <a:pt x="34" y="82"/>
                    </a:cubicBezTo>
                    <a:cubicBezTo>
                      <a:pt x="36" y="82"/>
                      <a:pt x="38" y="83"/>
                      <a:pt x="38" y="84"/>
                    </a:cubicBezTo>
                    <a:lnTo>
                      <a:pt x="38" y="86"/>
                    </a:lnTo>
                    <a:close/>
                    <a:moveTo>
                      <a:pt x="36" y="75"/>
                    </a:moveTo>
                    <a:cubicBezTo>
                      <a:pt x="36" y="76"/>
                      <a:pt x="35" y="78"/>
                      <a:pt x="33" y="78"/>
                    </a:cubicBezTo>
                    <a:cubicBezTo>
                      <a:pt x="33" y="78"/>
                      <a:pt x="33" y="78"/>
                      <a:pt x="33" y="78"/>
                    </a:cubicBezTo>
                    <a:cubicBezTo>
                      <a:pt x="32" y="78"/>
                      <a:pt x="30" y="78"/>
                      <a:pt x="30" y="76"/>
                    </a:cubicBezTo>
                    <a:cubicBezTo>
                      <a:pt x="29" y="74"/>
                      <a:pt x="29" y="74"/>
                      <a:pt x="29" y="74"/>
                    </a:cubicBezTo>
                    <a:cubicBezTo>
                      <a:pt x="29" y="73"/>
                      <a:pt x="30" y="71"/>
                      <a:pt x="31" y="71"/>
                    </a:cubicBezTo>
                    <a:cubicBezTo>
                      <a:pt x="31" y="71"/>
                      <a:pt x="31" y="71"/>
                      <a:pt x="31" y="71"/>
                    </a:cubicBezTo>
                    <a:cubicBezTo>
                      <a:pt x="33" y="70"/>
                      <a:pt x="35" y="71"/>
                      <a:pt x="35" y="73"/>
                    </a:cubicBezTo>
                    <a:lnTo>
                      <a:pt x="36" y="75"/>
                    </a:lnTo>
                    <a:close/>
                    <a:moveTo>
                      <a:pt x="33" y="63"/>
                    </a:moveTo>
                    <a:cubicBezTo>
                      <a:pt x="33" y="65"/>
                      <a:pt x="32" y="66"/>
                      <a:pt x="30" y="67"/>
                    </a:cubicBezTo>
                    <a:cubicBezTo>
                      <a:pt x="30" y="67"/>
                      <a:pt x="30" y="67"/>
                      <a:pt x="30" y="67"/>
                    </a:cubicBezTo>
                    <a:cubicBezTo>
                      <a:pt x="29" y="67"/>
                      <a:pt x="27" y="66"/>
                      <a:pt x="27" y="65"/>
                    </a:cubicBezTo>
                    <a:cubicBezTo>
                      <a:pt x="26" y="63"/>
                      <a:pt x="26" y="63"/>
                      <a:pt x="26" y="63"/>
                    </a:cubicBezTo>
                    <a:cubicBezTo>
                      <a:pt x="26" y="61"/>
                      <a:pt x="27" y="60"/>
                      <a:pt x="28" y="59"/>
                    </a:cubicBezTo>
                    <a:cubicBezTo>
                      <a:pt x="28" y="59"/>
                      <a:pt x="28" y="59"/>
                      <a:pt x="28" y="59"/>
                    </a:cubicBezTo>
                    <a:cubicBezTo>
                      <a:pt x="30" y="59"/>
                      <a:pt x="32" y="60"/>
                      <a:pt x="32" y="61"/>
                    </a:cubicBezTo>
                    <a:lnTo>
                      <a:pt x="33" y="63"/>
                    </a:lnTo>
                    <a:close/>
                    <a:moveTo>
                      <a:pt x="30" y="52"/>
                    </a:moveTo>
                    <a:cubicBezTo>
                      <a:pt x="30" y="53"/>
                      <a:pt x="29" y="55"/>
                      <a:pt x="27" y="55"/>
                    </a:cubicBezTo>
                    <a:cubicBezTo>
                      <a:pt x="27" y="55"/>
                      <a:pt x="27" y="55"/>
                      <a:pt x="27" y="55"/>
                    </a:cubicBezTo>
                    <a:cubicBezTo>
                      <a:pt x="26" y="56"/>
                      <a:pt x="24" y="55"/>
                      <a:pt x="24" y="53"/>
                    </a:cubicBezTo>
                    <a:cubicBezTo>
                      <a:pt x="23" y="51"/>
                      <a:pt x="23" y="51"/>
                      <a:pt x="23" y="51"/>
                    </a:cubicBezTo>
                    <a:cubicBezTo>
                      <a:pt x="23" y="50"/>
                      <a:pt x="24" y="48"/>
                      <a:pt x="25" y="48"/>
                    </a:cubicBezTo>
                    <a:cubicBezTo>
                      <a:pt x="26" y="48"/>
                      <a:pt x="26" y="48"/>
                      <a:pt x="26" y="48"/>
                    </a:cubicBezTo>
                    <a:cubicBezTo>
                      <a:pt x="27" y="47"/>
                      <a:pt x="29" y="48"/>
                      <a:pt x="29" y="50"/>
                    </a:cubicBezTo>
                    <a:lnTo>
                      <a:pt x="30" y="52"/>
                    </a:lnTo>
                    <a:close/>
                    <a:moveTo>
                      <a:pt x="27" y="40"/>
                    </a:moveTo>
                    <a:cubicBezTo>
                      <a:pt x="27" y="42"/>
                      <a:pt x="26" y="43"/>
                      <a:pt x="24" y="44"/>
                    </a:cubicBezTo>
                    <a:cubicBezTo>
                      <a:pt x="24" y="44"/>
                      <a:pt x="24" y="44"/>
                      <a:pt x="24" y="44"/>
                    </a:cubicBezTo>
                    <a:cubicBezTo>
                      <a:pt x="23" y="44"/>
                      <a:pt x="21" y="43"/>
                      <a:pt x="21" y="42"/>
                    </a:cubicBezTo>
                    <a:cubicBezTo>
                      <a:pt x="20" y="40"/>
                      <a:pt x="20" y="40"/>
                      <a:pt x="20" y="40"/>
                    </a:cubicBezTo>
                    <a:cubicBezTo>
                      <a:pt x="20" y="39"/>
                      <a:pt x="21" y="37"/>
                      <a:pt x="23" y="37"/>
                    </a:cubicBezTo>
                    <a:cubicBezTo>
                      <a:pt x="23" y="37"/>
                      <a:pt x="23" y="37"/>
                      <a:pt x="23" y="37"/>
                    </a:cubicBezTo>
                    <a:cubicBezTo>
                      <a:pt x="24" y="36"/>
                      <a:pt x="26" y="37"/>
                      <a:pt x="26" y="39"/>
                    </a:cubicBezTo>
                    <a:lnTo>
                      <a:pt x="27" y="40"/>
                    </a:lnTo>
                    <a:close/>
                    <a:moveTo>
                      <a:pt x="52" y="107"/>
                    </a:moveTo>
                    <a:cubicBezTo>
                      <a:pt x="53" y="108"/>
                      <a:pt x="52" y="110"/>
                      <a:pt x="50" y="110"/>
                    </a:cubicBezTo>
                    <a:cubicBezTo>
                      <a:pt x="50" y="110"/>
                      <a:pt x="50" y="110"/>
                      <a:pt x="50" y="110"/>
                    </a:cubicBezTo>
                    <a:cubicBezTo>
                      <a:pt x="48" y="111"/>
                      <a:pt x="47" y="110"/>
                      <a:pt x="46" y="108"/>
                    </a:cubicBezTo>
                    <a:cubicBezTo>
                      <a:pt x="46" y="106"/>
                      <a:pt x="46" y="106"/>
                      <a:pt x="46" y="106"/>
                    </a:cubicBezTo>
                    <a:cubicBezTo>
                      <a:pt x="46" y="105"/>
                      <a:pt x="47" y="103"/>
                      <a:pt x="48" y="103"/>
                    </a:cubicBezTo>
                    <a:cubicBezTo>
                      <a:pt x="48" y="103"/>
                      <a:pt x="48" y="103"/>
                      <a:pt x="48" y="103"/>
                    </a:cubicBezTo>
                    <a:cubicBezTo>
                      <a:pt x="50" y="102"/>
                      <a:pt x="51" y="103"/>
                      <a:pt x="52" y="105"/>
                    </a:cubicBezTo>
                    <a:lnTo>
                      <a:pt x="52" y="107"/>
                    </a:lnTo>
                    <a:close/>
                    <a:moveTo>
                      <a:pt x="49" y="95"/>
                    </a:moveTo>
                    <a:cubicBezTo>
                      <a:pt x="50" y="97"/>
                      <a:pt x="49" y="98"/>
                      <a:pt x="47" y="99"/>
                    </a:cubicBezTo>
                    <a:cubicBezTo>
                      <a:pt x="47" y="99"/>
                      <a:pt x="47" y="99"/>
                      <a:pt x="47" y="99"/>
                    </a:cubicBezTo>
                    <a:cubicBezTo>
                      <a:pt x="45" y="99"/>
                      <a:pt x="44" y="98"/>
                      <a:pt x="43" y="97"/>
                    </a:cubicBezTo>
                    <a:cubicBezTo>
                      <a:pt x="43" y="95"/>
                      <a:pt x="43" y="95"/>
                      <a:pt x="43" y="95"/>
                    </a:cubicBezTo>
                    <a:cubicBezTo>
                      <a:pt x="43" y="93"/>
                      <a:pt x="44" y="92"/>
                      <a:pt x="45" y="91"/>
                    </a:cubicBezTo>
                    <a:cubicBezTo>
                      <a:pt x="45" y="91"/>
                      <a:pt x="45" y="91"/>
                      <a:pt x="45" y="91"/>
                    </a:cubicBezTo>
                    <a:cubicBezTo>
                      <a:pt x="47" y="91"/>
                      <a:pt x="48" y="92"/>
                      <a:pt x="49" y="93"/>
                    </a:cubicBezTo>
                    <a:lnTo>
                      <a:pt x="49" y="95"/>
                    </a:lnTo>
                    <a:close/>
                    <a:moveTo>
                      <a:pt x="46" y="84"/>
                    </a:moveTo>
                    <a:cubicBezTo>
                      <a:pt x="47" y="85"/>
                      <a:pt x="46" y="87"/>
                      <a:pt x="44" y="87"/>
                    </a:cubicBezTo>
                    <a:cubicBezTo>
                      <a:pt x="44" y="87"/>
                      <a:pt x="44" y="87"/>
                      <a:pt x="44" y="87"/>
                    </a:cubicBezTo>
                    <a:cubicBezTo>
                      <a:pt x="43" y="88"/>
                      <a:pt x="41" y="87"/>
                      <a:pt x="41" y="85"/>
                    </a:cubicBezTo>
                    <a:cubicBezTo>
                      <a:pt x="40" y="84"/>
                      <a:pt x="40" y="84"/>
                      <a:pt x="40" y="84"/>
                    </a:cubicBezTo>
                    <a:cubicBezTo>
                      <a:pt x="40" y="82"/>
                      <a:pt x="41" y="80"/>
                      <a:pt x="42" y="80"/>
                    </a:cubicBezTo>
                    <a:cubicBezTo>
                      <a:pt x="42" y="80"/>
                      <a:pt x="42" y="80"/>
                      <a:pt x="42" y="80"/>
                    </a:cubicBezTo>
                    <a:cubicBezTo>
                      <a:pt x="44" y="80"/>
                      <a:pt x="45" y="81"/>
                      <a:pt x="46" y="82"/>
                    </a:cubicBezTo>
                    <a:lnTo>
                      <a:pt x="46" y="84"/>
                    </a:lnTo>
                    <a:close/>
                    <a:moveTo>
                      <a:pt x="43" y="72"/>
                    </a:moveTo>
                    <a:cubicBezTo>
                      <a:pt x="44" y="74"/>
                      <a:pt x="43" y="76"/>
                      <a:pt x="41" y="76"/>
                    </a:cubicBezTo>
                    <a:cubicBezTo>
                      <a:pt x="41" y="76"/>
                      <a:pt x="41" y="76"/>
                      <a:pt x="41" y="76"/>
                    </a:cubicBezTo>
                    <a:cubicBezTo>
                      <a:pt x="40" y="76"/>
                      <a:pt x="38" y="76"/>
                      <a:pt x="38" y="74"/>
                    </a:cubicBezTo>
                    <a:cubicBezTo>
                      <a:pt x="37" y="72"/>
                      <a:pt x="37" y="72"/>
                      <a:pt x="37" y="72"/>
                    </a:cubicBezTo>
                    <a:cubicBezTo>
                      <a:pt x="37" y="71"/>
                      <a:pt x="38" y="69"/>
                      <a:pt x="39" y="69"/>
                    </a:cubicBezTo>
                    <a:cubicBezTo>
                      <a:pt x="39" y="69"/>
                      <a:pt x="39" y="69"/>
                      <a:pt x="39" y="69"/>
                    </a:cubicBezTo>
                    <a:cubicBezTo>
                      <a:pt x="41" y="68"/>
                      <a:pt x="42" y="69"/>
                      <a:pt x="43" y="71"/>
                    </a:cubicBezTo>
                    <a:lnTo>
                      <a:pt x="43" y="72"/>
                    </a:lnTo>
                    <a:close/>
                    <a:moveTo>
                      <a:pt x="40" y="61"/>
                    </a:moveTo>
                    <a:cubicBezTo>
                      <a:pt x="41" y="63"/>
                      <a:pt x="40" y="64"/>
                      <a:pt x="38" y="65"/>
                    </a:cubicBezTo>
                    <a:cubicBezTo>
                      <a:pt x="38" y="65"/>
                      <a:pt x="38" y="65"/>
                      <a:pt x="38" y="65"/>
                    </a:cubicBezTo>
                    <a:cubicBezTo>
                      <a:pt x="37" y="65"/>
                      <a:pt x="35" y="64"/>
                      <a:pt x="35" y="63"/>
                    </a:cubicBezTo>
                    <a:cubicBezTo>
                      <a:pt x="34" y="61"/>
                      <a:pt x="34" y="61"/>
                      <a:pt x="34" y="61"/>
                    </a:cubicBezTo>
                    <a:cubicBezTo>
                      <a:pt x="34" y="59"/>
                      <a:pt x="35" y="58"/>
                      <a:pt x="36" y="57"/>
                    </a:cubicBezTo>
                    <a:cubicBezTo>
                      <a:pt x="36" y="57"/>
                      <a:pt x="36" y="57"/>
                      <a:pt x="36" y="57"/>
                    </a:cubicBezTo>
                    <a:cubicBezTo>
                      <a:pt x="38" y="57"/>
                      <a:pt x="40" y="58"/>
                      <a:pt x="40" y="59"/>
                    </a:cubicBezTo>
                    <a:lnTo>
                      <a:pt x="40" y="61"/>
                    </a:lnTo>
                    <a:close/>
                    <a:moveTo>
                      <a:pt x="37" y="50"/>
                    </a:moveTo>
                    <a:cubicBezTo>
                      <a:pt x="38" y="51"/>
                      <a:pt x="37" y="53"/>
                      <a:pt x="35" y="53"/>
                    </a:cubicBezTo>
                    <a:cubicBezTo>
                      <a:pt x="35" y="53"/>
                      <a:pt x="35" y="53"/>
                      <a:pt x="35" y="53"/>
                    </a:cubicBezTo>
                    <a:cubicBezTo>
                      <a:pt x="34" y="54"/>
                      <a:pt x="32" y="53"/>
                      <a:pt x="32" y="51"/>
                    </a:cubicBezTo>
                    <a:cubicBezTo>
                      <a:pt x="31" y="49"/>
                      <a:pt x="31" y="49"/>
                      <a:pt x="31" y="49"/>
                    </a:cubicBezTo>
                    <a:cubicBezTo>
                      <a:pt x="31" y="48"/>
                      <a:pt x="32" y="46"/>
                      <a:pt x="33" y="46"/>
                    </a:cubicBezTo>
                    <a:cubicBezTo>
                      <a:pt x="33" y="46"/>
                      <a:pt x="33" y="46"/>
                      <a:pt x="33" y="46"/>
                    </a:cubicBezTo>
                    <a:cubicBezTo>
                      <a:pt x="35" y="45"/>
                      <a:pt x="37" y="46"/>
                      <a:pt x="37" y="48"/>
                    </a:cubicBezTo>
                    <a:lnTo>
                      <a:pt x="37" y="50"/>
                    </a:lnTo>
                    <a:close/>
                    <a:moveTo>
                      <a:pt x="34" y="38"/>
                    </a:moveTo>
                    <a:cubicBezTo>
                      <a:pt x="35" y="40"/>
                      <a:pt x="34" y="41"/>
                      <a:pt x="32" y="42"/>
                    </a:cubicBezTo>
                    <a:cubicBezTo>
                      <a:pt x="32" y="42"/>
                      <a:pt x="32" y="42"/>
                      <a:pt x="32" y="42"/>
                    </a:cubicBezTo>
                    <a:cubicBezTo>
                      <a:pt x="31" y="42"/>
                      <a:pt x="29" y="41"/>
                      <a:pt x="29" y="40"/>
                    </a:cubicBezTo>
                    <a:cubicBezTo>
                      <a:pt x="28" y="38"/>
                      <a:pt x="28" y="38"/>
                      <a:pt x="28" y="38"/>
                    </a:cubicBezTo>
                    <a:cubicBezTo>
                      <a:pt x="28" y="36"/>
                      <a:pt x="29" y="35"/>
                      <a:pt x="30" y="34"/>
                    </a:cubicBezTo>
                    <a:cubicBezTo>
                      <a:pt x="30" y="34"/>
                      <a:pt x="30" y="34"/>
                      <a:pt x="30" y="34"/>
                    </a:cubicBezTo>
                    <a:cubicBezTo>
                      <a:pt x="32" y="34"/>
                      <a:pt x="34" y="35"/>
                      <a:pt x="34" y="37"/>
                    </a:cubicBezTo>
                    <a:lnTo>
                      <a:pt x="34" y="38"/>
                    </a:lnTo>
                    <a:close/>
                    <a:moveTo>
                      <a:pt x="60" y="105"/>
                    </a:moveTo>
                    <a:cubicBezTo>
                      <a:pt x="60" y="106"/>
                      <a:pt x="60" y="108"/>
                      <a:pt x="58" y="108"/>
                    </a:cubicBezTo>
                    <a:cubicBezTo>
                      <a:pt x="58" y="108"/>
                      <a:pt x="58" y="108"/>
                      <a:pt x="58" y="108"/>
                    </a:cubicBezTo>
                    <a:cubicBezTo>
                      <a:pt x="56" y="109"/>
                      <a:pt x="55" y="108"/>
                      <a:pt x="54" y="106"/>
                    </a:cubicBezTo>
                    <a:cubicBezTo>
                      <a:pt x="54" y="104"/>
                      <a:pt x="54" y="104"/>
                      <a:pt x="54" y="104"/>
                    </a:cubicBezTo>
                    <a:cubicBezTo>
                      <a:pt x="53" y="103"/>
                      <a:pt x="54" y="101"/>
                      <a:pt x="56" y="101"/>
                    </a:cubicBezTo>
                    <a:cubicBezTo>
                      <a:pt x="56" y="101"/>
                      <a:pt x="56" y="101"/>
                      <a:pt x="56" y="101"/>
                    </a:cubicBezTo>
                    <a:cubicBezTo>
                      <a:pt x="58" y="100"/>
                      <a:pt x="59" y="101"/>
                      <a:pt x="60" y="103"/>
                    </a:cubicBezTo>
                    <a:lnTo>
                      <a:pt x="60" y="105"/>
                    </a:lnTo>
                    <a:close/>
                    <a:moveTo>
                      <a:pt x="57" y="93"/>
                    </a:moveTo>
                    <a:cubicBezTo>
                      <a:pt x="57" y="95"/>
                      <a:pt x="57" y="96"/>
                      <a:pt x="55" y="97"/>
                    </a:cubicBezTo>
                    <a:cubicBezTo>
                      <a:pt x="55" y="97"/>
                      <a:pt x="55" y="97"/>
                      <a:pt x="55" y="97"/>
                    </a:cubicBezTo>
                    <a:cubicBezTo>
                      <a:pt x="53" y="97"/>
                      <a:pt x="52" y="96"/>
                      <a:pt x="51" y="95"/>
                    </a:cubicBezTo>
                    <a:cubicBezTo>
                      <a:pt x="51" y="93"/>
                      <a:pt x="51" y="93"/>
                      <a:pt x="51" y="93"/>
                    </a:cubicBezTo>
                    <a:cubicBezTo>
                      <a:pt x="50" y="91"/>
                      <a:pt x="51" y="90"/>
                      <a:pt x="53" y="89"/>
                    </a:cubicBezTo>
                    <a:cubicBezTo>
                      <a:pt x="53" y="89"/>
                      <a:pt x="53" y="89"/>
                      <a:pt x="53" y="89"/>
                    </a:cubicBezTo>
                    <a:cubicBezTo>
                      <a:pt x="55" y="89"/>
                      <a:pt x="56" y="90"/>
                      <a:pt x="57" y="91"/>
                    </a:cubicBezTo>
                    <a:lnTo>
                      <a:pt x="57" y="93"/>
                    </a:lnTo>
                    <a:close/>
                    <a:moveTo>
                      <a:pt x="54" y="82"/>
                    </a:moveTo>
                    <a:cubicBezTo>
                      <a:pt x="55" y="83"/>
                      <a:pt x="54" y="85"/>
                      <a:pt x="52" y="85"/>
                    </a:cubicBezTo>
                    <a:cubicBezTo>
                      <a:pt x="52" y="85"/>
                      <a:pt x="52" y="85"/>
                      <a:pt x="52" y="85"/>
                    </a:cubicBezTo>
                    <a:cubicBezTo>
                      <a:pt x="50" y="86"/>
                      <a:pt x="49" y="85"/>
                      <a:pt x="48" y="83"/>
                    </a:cubicBezTo>
                    <a:cubicBezTo>
                      <a:pt x="48" y="82"/>
                      <a:pt x="48" y="82"/>
                      <a:pt x="48" y="82"/>
                    </a:cubicBezTo>
                    <a:cubicBezTo>
                      <a:pt x="47" y="80"/>
                      <a:pt x="48" y="78"/>
                      <a:pt x="50" y="78"/>
                    </a:cubicBezTo>
                    <a:cubicBezTo>
                      <a:pt x="50" y="78"/>
                      <a:pt x="50" y="78"/>
                      <a:pt x="50" y="78"/>
                    </a:cubicBezTo>
                    <a:cubicBezTo>
                      <a:pt x="52" y="78"/>
                      <a:pt x="53" y="78"/>
                      <a:pt x="54" y="80"/>
                    </a:cubicBezTo>
                    <a:lnTo>
                      <a:pt x="54" y="82"/>
                    </a:lnTo>
                    <a:close/>
                    <a:moveTo>
                      <a:pt x="51" y="70"/>
                    </a:moveTo>
                    <a:cubicBezTo>
                      <a:pt x="52" y="72"/>
                      <a:pt x="51" y="74"/>
                      <a:pt x="49" y="74"/>
                    </a:cubicBezTo>
                    <a:cubicBezTo>
                      <a:pt x="49" y="74"/>
                      <a:pt x="49" y="74"/>
                      <a:pt x="49" y="74"/>
                    </a:cubicBezTo>
                    <a:cubicBezTo>
                      <a:pt x="47" y="74"/>
                      <a:pt x="46" y="73"/>
                      <a:pt x="45" y="72"/>
                    </a:cubicBezTo>
                    <a:cubicBezTo>
                      <a:pt x="45" y="70"/>
                      <a:pt x="45" y="70"/>
                      <a:pt x="45" y="70"/>
                    </a:cubicBezTo>
                    <a:cubicBezTo>
                      <a:pt x="45" y="69"/>
                      <a:pt x="45" y="67"/>
                      <a:pt x="47" y="67"/>
                    </a:cubicBezTo>
                    <a:cubicBezTo>
                      <a:pt x="47" y="67"/>
                      <a:pt x="47" y="67"/>
                      <a:pt x="47" y="67"/>
                    </a:cubicBezTo>
                    <a:cubicBezTo>
                      <a:pt x="49" y="66"/>
                      <a:pt x="50" y="67"/>
                      <a:pt x="51" y="69"/>
                    </a:cubicBezTo>
                    <a:lnTo>
                      <a:pt x="51" y="70"/>
                    </a:lnTo>
                    <a:close/>
                    <a:moveTo>
                      <a:pt x="48" y="59"/>
                    </a:moveTo>
                    <a:cubicBezTo>
                      <a:pt x="49" y="61"/>
                      <a:pt x="48" y="62"/>
                      <a:pt x="46" y="63"/>
                    </a:cubicBezTo>
                    <a:cubicBezTo>
                      <a:pt x="46" y="63"/>
                      <a:pt x="46" y="63"/>
                      <a:pt x="46" y="63"/>
                    </a:cubicBezTo>
                    <a:cubicBezTo>
                      <a:pt x="44" y="63"/>
                      <a:pt x="43" y="62"/>
                      <a:pt x="42" y="61"/>
                    </a:cubicBezTo>
                    <a:cubicBezTo>
                      <a:pt x="42" y="59"/>
                      <a:pt x="42" y="59"/>
                      <a:pt x="42" y="59"/>
                    </a:cubicBezTo>
                    <a:cubicBezTo>
                      <a:pt x="42" y="57"/>
                      <a:pt x="43" y="56"/>
                      <a:pt x="44" y="55"/>
                    </a:cubicBezTo>
                    <a:cubicBezTo>
                      <a:pt x="44" y="55"/>
                      <a:pt x="44" y="55"/>
                      <a:pt x="44" y="55"/>
                    </a:cubicBezTo>
                    <a:cubicBezTo>
                      <a:pt x="46" y="55"/>
                      <a:pt x="47" y="56"/>
                      <a:pt x="48" y="57"/>
                    </a:cubicBezTo>
                    <a:lnTo>
                      <a:pt x="48" y="59"/>
                    </a:lnTo>
                    <a:close/>
                    <a:moveTo>
                      <a:pt x="45" y="48"/>
                    </a:moveTo>
                    <a:cubicBezTo>
                      <a:pt x="46" y="49"/>
                      <a:pt x="45" y="51"/>
                      <a:pt x="43" y="51"/>
                    </a:cubicBezTo>
                    <a:cubicBezTo>
                      <a:pt x="43" y="51"/>
                      <a:pt x="43" y="51"/>
                      <a:pt x="43" y="51"/>
                    </a:cubicBezTo>
                    <a:cubicBezTo>
                      <a:pt x="41" y="52"/>
                      <a:pt x="40" y="51"/>
                      <a:pt x="39" y="49"/>
                    </a:cubicBezTo>
                    <a:cubicBezTo>
                      <a:pt x="39" y="47"/>
                      <a:pt x="39" y="47"/>
                      <a:pt x="39" y="47"/>
                    </a:cubicBezTo>
                    <a:cubicBezTo>
                      <a:pt x="39" y="46"/>
                      <a:pt x="40" y="44"/>
                      <a:pt x="41" y="44"/>
                    </a:cubicBezTo>
                    <a:cubicBezTo>
                      <a:pt x="41" y="44"/>
                      <a:pt x="41" y="44"/>
                      <a:pt x="41" y="44"/>
                    </a:cubicBezTo>
                    <a:cubicBezTo>
                      <a:pt x="43" y="43"/>
                      <a:pt x="44" y="44"/>
                      <a:pt x="45" y="46"/>
                    </a:cubicBezTo>
                    <a:lnTo>
                      <a:pt x="45" y="48"/>
                    </a:lnTo>
                    <a:close/>
                    <a:moveTo>
                      <a:pt x="42" y="36"/>
                    </a:moveTo>
                    <a:cubicBezTo>
                      <a:pt x="43" y="38"/>
                      <a:pt x="42" y="39"/>
                      <a:pt x="40" y="40"/>
                    </a:cubicBezTo>
                    <a:cubicBezTo>
                      <a:pt x="40" y="40"/>
                      <a:pt x="40" y="40"/>
                      <a:pt x="40" y="40"/>
                    </a:cubicBezTo>
                    <a:cubicBezTo>
                      <a:pt x="39" y="40"/>
                      <a:pt x="37" y="39"/>
                      <a:pt x="37" y="38"/>
                    </a:cubicBezTo>
                    <a:cubicBezTo>
                      <a:pt x="36" y="36"/>
                      <a:pt x="36" y="36"/>
                      <a:pt x="36" y="36"/>
                    </a:cubicBezTo>
                    <a:cubicBezTo>
                      <a:pt x="36" y="34"/>
                      <a:pt x="37" y="33"/>
                      <a:pt x="38" y="32"/>
                    </a:cubicBezTo>
                    <a:cubicBezTo>
                      <a:pt x="38" y="32"/>
                      <a:pt x="38" y="32"/>
                      <a:pt x="38" y="32"/>
                    </a:cubicBezTo>
                    <a:cubicBezTo>
                      <a:pt x="40" y="32"/>
                      <a:pt x="41" y="33"/>
                      <a:pt x="42" y="34"/>
                    </a:cubicBezTo>
                    <a:lnTo>
                      <a:pt x="42" y="36"/>
                    </a:lnTo>
                    <a:close/>
                    <a:moveTo>
                      <a:pt x="68" y="103"/>
                    </a:moveTo>
                    <a:cubicBezTo>
                      <a:pt x="68" y="104"/>
                      <a:pt x="67" y="106"/>
                      <a:pt x="66" y="106"/>
                    </a:cubicBezTo>
                    <a:cubicBezTo>
                      <a:pt x="66" y="106"/>
                      <a:pt x="66" y="106"/>
                      <a:pt x="66" y="106"/>
                    </a:cubicBezTo>
                    <a:cubicBezTo>
                      <a:pt x="64" y="107"/>
                      <a:pt x="63" y="106"/>
                      <a:pt x="62" y="104"/>
                    </a:cubicBezTo>
                    <a:cubicBezTo>
                      <a:pt x="62" y="102"/>
                      <a:pt x="62" y="102"/>
                      <a:pt x="62" y="102"/>
                    </a:cubicBezTo>
                    <a:cubicBezTo>
                      <a:pt x="61" y="101"/>
                      <a:pt x="62" y="99"/>
                      <a:pt x="64" y="99"/>
                    </a:cubicBezTo>
                    <a:cubicBezTo>
                      <a:pt x="64" y="99"/>
                      <a:pt x="64" y="99"/>
                      <a:pt x="64" y="99"/>
                    </a:cubicBezTo>
                    <a:cubicBezTo>
                      <a:pt x="65" y="98"/>
                      <a:pt x="67" y="99"/>
                      <a:pt x="67" y="101"/>
                    </a:cubicBezTo>
                    <a:lnTo>
                      <a:pt x="68" y="103"/>
                    </a:lnTo>
                    <a:close/>
                    <a:moveTo>
                      <a:pt x="65" y="91"/>
                    </a:moveTo>
                    <a:cubicBezTo>
                      <a:pt x="65" y="93"/>
                      <a:pt x="64" y="94"/>
                      <a:pt x="63" y="95"/>
                    </a:cubicBezTo>
                    <a:cubicBezTo>
                      <a:pt x="63" y="95"/>
                      <a:pt x="63" y="95"/>
                      <a:pt x="63" y="95"/>
                    </a:cubicBezTo>
                    <a:cubicBezTo>
                      <a:pt x="61" y="95"/>
                      <a:pt x="60" y="94"/>
                      <a:pt x="59" y="93"/>
                    </a:cubicBezTo>
                    <a:cubicBezTo>
                      <a:pt x="59" y="91"/>
                      <a:pt x="59" y="91"/>
                      <a:pt x="59" y="91"/>
                    </a:cubicBezTo>
                    <a:cubicBezTo>
                      <a:pt x="58" y="89"/>
                      <a:pt x="59" y="88"/>
                      <a:pt x="61" y="87"/>
                    </a:cubicBezTo>
                    <a:cubicBezTo>
                      <a:pt x="61" y="87"/>
                      <a:pt x="61" y="87"/>
                      <a:pt x="61" y="87"/>
                    </a:cubicBezTo>
                    <a:cubicBezTo>
                      <a:pt x="62" y="87"/>
                      <a:pt x="64" y="88"/>
                      <a:pt x="64" y="89"/>
                    </a:cubicBezTo>
                    <a:lnTo>
                      <a:pt x="65" y="91"/>
                    </a:lnTo>
                    <a:close/>
                    <a:moveTo>
                      <a:pt x="62" y="80"/>
                    </a:moveTo>
                    <a:cubicBezTo>
                      <a:pt x="62" y="81"/>
                      <a:pt x="61" y="83"/>
                      <a:pt x="60" y="83"/>
                    </a:cubicBezTo>
                    <a:cubicBezTo>
                      <a:pt x="60" y="83"/>
                      <a:pt x="60" y="83"/>
                      <a:pt x="60" y="83"/>
                    </a:cubicBezTo>
                    <a:cubicBezTo>
                      <a:pt x="58" y="84"/>
                      <a:pt x="57" y="83"/>
                      <a:pt x="56" y="81"/>
                    </a:cubicBezTo>
                    <a:cubicBezTo>
                      <a:pt x="56" y="79"/>
                      <a:pt x="56" y="79"/>
                      <a:pt x="56" y="79"/>
                    </a:cubicBezTo>
                    <a:cubicBezTo>
                      <a:pt x="55" y="78"/>
                      <a:pt x="56" y="76"/>
                      <a:pt x="58" y="76"/>
                    </a:cubicBezTo>
                    <a:cubicBezTo>
                      <a:pt x="58" y="76"/>
                      <a:pt x="58" y="76"/>
                      <a:pt x="58" y="76"/>
                    </a:cubicBezTo>
                    <a:cubicBezTo>
                      <a:pt x="60" y="76"/>
                      <a:pt x="61" y="76"/>
                      <a:pt x="62" y="78"/>
                    </a:cubicBezTo>
                    <a:lnTo>
                      <a:pt x="62" y="80"/>
                    </a:lnTo>
                    <a:close/>
                    <a:moveTo>
                      <a:pt x="59" y="68"/>
                    </a:moveTo>
                    <a:cubicBezTo>
                      <a:pt x="59" y="70"/>
                      <a:pt x="58" y="72"/>
                      <a:pt x="57" y="72"/>
                    </a:cubicBezTo>
                    <a:cubicBezTo>
                      <a:pt x="57" y="72"/>
                      <a:pt x="57" y="72"/>
                      <a:pt x="57" y="72"/>
                    </a:cubicBezTo>
                    <a:cubicBezTo>
                      <a:pt x="55" y="72"/>
                      <a:pt x="54" y="71"/>
                      <a:pt x="53" y="70"/>
                    </a:cubicBezTo>
                    <a:cubicBezTo>
                      <a:pt x="53" y="68"/>
                      <a:pt x="53" y="68"/>
                      <a:pt x="53" y="68"/>
                    </a:cubicBezTo>
                    <a:cubicBezTo>
                      <a:pt x="52" y="67"/>
                      <a:pt x="53" y="65"/>
                      <a:pt x="55" y="65"/>
                    </a:cubicBezTo>
                    <a:cubicBezTo>
                      <a:pt x="55" y="65"/>
                      <a:pt x="55" y="65"/>
                      <a:pt x="55" y="65"/>
                    </a:cubicBezTo>
                    <a:cubicBezTo>
                      <a:pt x="57" y="64"/>
                      <a:pt x="58" y="65"/>
                      <a:pt x="59" y="67"/>
                    </a:cubicBezTo>
                    <a:lnTo>
                      <a:pt x="59" y="68"/>
                    </a:lnTo>
                    <a:close/>
                    <a:moveTo>
                      <a:pt x="56" y="57"/>
                    </a:moveTo>
                    <a:cubicBezTo>
                      <a:pt x="56" y="59"/>
                      <a:pt x="56" y="60"/>
                      <a:pt x="54" y="61"/>
                    </a:cubicBezTo>
                    <a:cubicBezTo>
                      <a:pt x="54" y="61"/>
                      <a:pt x="54" y="61"/>
                      <a:pt x="54" y="61"/>
                    </a:cubicBezTo>
                    <a:cubicBezTo>
                      <a:pt x="52" y="61"/>
                      <a:pt x="51" y="60"/>
                      <a:pt x="50" y="59"/>
                    </a:cubicBezTo>
                    <a:cubicBezTo>
                      <a:pt x="50" y="57"/>
                      <a:pt x="50" y="57"/>
                      <a:pt x="50" y="57"/>
                    </a:cubicBezTo>
                    <a:cubicBezTo>
                      <a:pt x="49" y="55"/>
                      <a:pt x="50" y="54"/>
                      <a:pt x="52" y="53"/>
                    </a:cubicBezTo>
                    <a:cubicBezTo>
                      <a:pt x="52" y="53"/>
                      <a:pt x="52" y="53"/>
                      <a:pt x="52" y="53"/>
                    </a:cubicBezTo>
                    <a:cubicBezTo>
                      <a:pt x="54" y="53"/>
                      <a:pt x="55" y="54"/>
                      <a:pt x="56" y="55"/>
                    </a:cubicBezTo>
                    <a:lnTo>
                      <a:pt x="56" y="57"/>
                    </a:lnTo>
                    <a:close/>
                    <a:moveTo>
                      <a:pt x="53" y="46"/>
                    </a:moveTo>
                    <a:cubicBezTo>
                      <a:pt x="53" y="47"/>
                      <a:pt x="53" y="49"/>
                      <a:pt x="51" y="49"/>
                    </a:cubicBezTo>
                    <a:cubicBezTo>
                      <a:pt x="51" y="49"/>
                      <a:pt x="51" y="49"/>
                      <a:pt x="51" y="49"/>
                    </a:cubicBezTo>
                    <a:cubicBezTo>
                      <a:pt x="49" y="50"/>
                      <a:pt x="48" y="49"/>
                      <a:pt x="47" y="47"/>
                    </a:cubicBezTo>
                    <a:cubicBezTo>
                      <a:pt x="47" y="45"/>
                      <a:pt x="47" y="45"/>
                      <a:pt x="47" y="45"/>
                    </a:cubicBezTo>
                    <a:cubicBezTo>
                      <a:pt x="46" y="44"/>
                      <a:pt x="47" y="42"/>
                      <a:pt x="49" y="42"/>
                    </a:cubicBezTo>
                    <a:cubicBezTo>
                      <a:pt x="49" y="42"/>
                      <a:pt x="49" y="42"/>
                      <a:pt x="49" y="42"/>
                    </a:cubicBezTo>
                    <a:cubicBezTo>
                      <a:pt x="51" y="41"/>
                      <a:pt x="52" y="42"/>
                      <a:pt x="53" y="44"/>
                    </a:cubicBezTo>
                    <a:lnTo>
                      <a:pt x="53" y="46"/>
                    </a:lnTo>
                    <a:close/>
                    <a:moveTo>
                      <a:pt x="50" y="34"/>
                    </a:moveTo>
                    <a:cubicBezTo>
                      <a:pt x="51" y="36"/>
                      <a:pt x="50" y="37"/>
                      <a:pt x="48" y="38"/>
                    </a:cubicBezTo>
                    <a:cubicBezTo>
                      <a:pt x="48" y="38"/>
                      <a:pt x="48" y="38"/>
                      <a:pt x="48" y="38"/>
                    </a:cubicBezTo>
                    <a:cubicBezTo>
                      <a:pt x="46" y="38"/>
                      <a:pt x="45" y="37"/>
                      <a:pt x="44" y="36"/>
                    </a:cubicBezTo>
                    <a:cubicBezTo>
                      <a:pt x="44" y="34"/>
                      <a:pt x="44" y="34"/>
                      <a:pt x="44" y="34"/>
                    </a:cubicBezTo>
                    <a:cubicBezTo>
                      <a:pt x="44" y="32"/>
                      <a:pt x="44" y="31"/>
                      <a:pt x="46" y="30"/>
                    </a:cubicBezTo>
                    <a:cubicBezTo>
                      <a:pt x="46" y="30"/>
                      <a:pt x="46" y="30"/>
                      <a:pt x="46" y="30"/>
                    </a:cubicBezTo>
                    <a:cubicBezTo>
                      <a:pt x="48" y="30"/>
                      <a:pt x="49" y="31"/>
                      <a:pt x="50" y="32"/>
                    </a:cubicBezTo>
                    <a:lnTo>
                      <a:pt x="50" y="34"/>
                    </a:lnTo>
                    <a:close/>
                    <a:moveTo>
                      <a:pt x="76" y="101"/>
                    </a:moveTo>
                    <a:cubicBezTo>
                      <a:pt x="76" y="102"/>
                      <a:pt x="75" y="104"/>
                      <a:pt x="74" y="104"/>
                    </a:cubicBezTo>
                    <a:cubicBezTo>
                      <a:pt x="74" y="104"/>
                      <a:pt x="74" y="104"/>
                      <a:pt x="74" y="104"/>
                    </a:cubicBezTo>
                    <a:cubicBezTo>
                      <a:pt x="72" y="104"/>
                      <a:pt x="70" y="104"/>
                      <a:pt x="70" y="102"/>
                    </a:cubicBezTo>
                    <a:cubicBezTo>
                      <a:pt x="69" y="100"/>
                      <a:pt x="69" y="100"/>
                      <a:pt x="69" y="100"/>
                    </a:cubicBezTo>
                    <a:cubicBezTo>
                      <a:pt x="69" y="99"/>
                      <a:pt x="70" y="97"/>
                      <a:pt x="72" y="97"/>
                    </a:cubicBezTo>
                    <a:cubicBezTo>
                      <a:pt x="72" y="97"/>
                      <a:pt x="72" y="97"/>
                      <a:pt x="72" y="97"/>
                    </a:cubicBezTo>
                    <a:cubicBezTo>
                      <a:pt x="73" y="96"/>
                      <a:pt x="75" y="97"/>
                      <a:pt x="75" y="99"/>
                    </a:cubicBezTo>
                    <a:lnTo>
                      <a:pt x="76" y="101"/>
                    </a:lnTo>
                    <a:close/>
                    <a:moveTo>
                      <a:pt x="73" y="89"/>
                    </a:moveTo>
                    <a:cubicBezTo>
                      <a:pt x="73" y="91"/>
                      <a:pt x="72" y="92"/>
                      <a:pt x="71" y="93"/>
                    </a:cubicBezTo>
                    <a:cubicBezTo>
                      <a:pt x="71" y="93"/>
                      <a:pt x="71" y="93"/>
                      <a:pt x="71" y="93"/>
                    </a:cubicBezTo>
                    <a:cubicBezTo>
                      <a:pt x="69" y="93"/>
                      <a:pt x="67" y="92"/>
                      <a:pt x="67" y="91"/>
                    </a:cubicBezTo>
                    <a:cubicBezTo>
                      <a:pt x="67" y="89"/>
                      <a:pt x="67" y="89"/>
                      <a:pt x="67" y="89"/>
                    </a:cubicBezTo>
                    <a:cubicBezTo>
                      <a:pt x="66" y="87"/>
                      <a:pt x="67" y="86"/>
                      <a:pt x="69" y="85"/>
                    </a:cubicBezTo>
                    <a:cubicBezTo>
                      <a:pt x="69" y="85"/>
                      <a:pt x="69" y="85"/>
                      <a:pt x="69" y="85"/>
                    </a:cubicBezTo>
                    <a:cubicBezTo>
                      <a:pt x="70" y="85"/>
                      <a:pt x="72" y="86"/>
                      <a:pt x="72" y="87"/>
                    </a:cubicBezTo>
                    <a:lnTo>
                      <a:pt x="73" y="89"/>
                    </a:lnTo>
                    <a:close/>
                    <a:moveTo>
                      <a:pt x="70" y="78"/>
                    </a:moveTo>
                    <a:cubicBezTo>
                      <a:pt x="70" y="79"/>
                      <a:pt x="69" y="81"/>
                      <a:pt x="68" y="81"/>
                    </a:cubicBezTo>
                    <a:cubicBezTo>
                      <a:pt x="68" y="81"/>
                      <a:pt x="68" y="81"/>
                      <a:pt x="68" y="81"/>
                    </a:cubicBezTo>
                    <a:cubicBezTo>
                      <a:pt x="66" y="82"/>
                      <a:pt x="64" y="81"/>
                      <a:pt x="64" y="79"/>
                    </a:cubicBezTo>
                    <a:cubicBezTo>
                      <a:pt x="64" y="77"/>
                      <a:pt x="64" y="77"/>
                      <a:pt x="64" y="77"/>
                    </a:cubicBezTo>
                    <a:cubicBezTo>
                      <a:pt x="63" y="76"/>
                      <a:pt x="64" y="74"/>
                      <a:pt x="66" y="74"/>
                    </a:cubicBezTo>
                    <a:cubicBezTo>
                      <a:pt x="66" y="74"/>
                      <a:pt x="66" y="74"/>
                      <a:pt x="66" y="74"/>
                    </a:cubicBezTo>
                    <a:cubicBezTo>
                      <a:pt x="67" y="73"/>
                      <a:pt x="69" y="74"/>
                      <a:pt x="69" y="76"/>
                    </a:cubicBezTo>
                    <a:lnTo>
                      <a:pt x="70" y="78"/>
                    </a:lnTo>
                    <a:close/>
                    <a:moveTo>
                      <a:pt x="67" y="66"/>
                    </a:moveTo>
                    <a:cubicBezTo>
                      <a:pt x="67" y="68"/>
                      <a:pt x="66" y="69"/>
                      <a:pt x="65" y="70"/>
                    </a:cubicBezTo>
                    <a:cubicBezTo>
                      <a:pt x="65" y="70"/>
                      <a:pt x="65" y="70"/>
                      <a:pt x="65" y="70"/>
                    </a:cubicBezTo>
                    <a:cubicBezTo>
                      <a:pt x="63" y="70"/>
                      <a:pt x="61" y="69"/>
                      <a:pt x="61" y="68"/>
                    </a:cubicBezTo>
                    <a:cubicBezTo>
                      <a:pt x="61" y="66"/>
                      <a:pt x="61" y="66"/>
                      <a:pt x="61" y="66"/>
                    </a:cubicBezTo>
                    <a:cubicBezTo>
                      <a:pt x="60" y="65"/>
                      <a:pt x="61" y="63"/>
                      <a:pt x="63" y="63"/>
                    </a:cubicBezTo>
                    <a:cubicBezTo>
                      <a:pt x="63" y="63"/>
                      <a:pt x="63" y="63"/>
                      <a:pt x="63" y="63"/>
                    </a:cubicBezTo>
                    <a:cubicBezTo>
                      <a:pt x="64" y="62"/>
                      <a:pt x="66" y="63"/>
                      <a:pt x="66" y="65"/>
                    </a:cubicBezTo>
                    <a:lnTo>
                      <a:pt x="67" y="66"/>
                    </a:lnTo>
                    <a:close/>
                    <a:moveTo>
                      <a:pt x="64" y="55"/>
                    </a:moveTo>
                    <a:cubicBezTo>
                      <a:pt x="64" y="57"/>
                      <a:pt x="63" y="58"/>
                      <a:pt x="62" y="59"/>
                    </a:cubicBezTo>
                    <a:cubicBezTo>
                      <a:pt x="62" y="59"/>
                      <a:pt x="62" y="59"/>
                      <a:pt x="62" y="59"/>
                    </a:cubicBezTo>
                    <a:cubicBezTo>
                      <a:pt x="60" y="59"/>
                      <a:pt x="59" y="58"/>
                      <a:pt x="58" y="56"/>
                    </a:cubicBezTo>
                    <a:cubicBezTo>
                      <a:pt x="58" y="55"/>
                      <a:pt x="58" y="55"/>
                      <a:pt x="58" y="55"/>
                    </a:cubicBezTo>
                    <a:cubicBezTo>
                      <a:pt x="57" y="53"/>
                      <a:pt x="58" y="52"/>
                      <a:pt x="60" y="51"/>
                    </a:cubicBezTo>
                    <a:cubicBezTo>
                      <a:pt x="60" y="51"/>
                      <a:pt x="60" y="51"/>
                      <a:pt x="60" y="51"/>
                    </a:cubicBezTo>
                    <a:cubicBezTo>
                      <a:pt x="61" y="51"/>
                      <a:pt x="63" y="52"/>
                      <a:pt x="63" y="53"/>
                    </a:cubicBezTo>
                    <a:lnTo>
                      <a:pt x="64" y="55"/>
                    </a:lnTo>
                    <a:close/>
                    <a:moveTo>
                      <a:pt x="61" y="44"/>
                    </a:moveTo>
                    <a:cubicBezTo>
                      <a:pt x="61" y="45"/>
                      <a:pt x="60" y="47"/>
                      <a:pt x="59" y="47"/>
                    </a:cubicBezTo>
                    <a:cubicBezTo>
                      <a:pt x="59" y="47"/>
                      <a:pt x="59" y="47"/>
                      <a:pt x="59" y="47"/>
                    </a:cubicBezTo>
                    <a:cubicBezTo>
                      <a:pt x="57" y="48"/>
                      <a:pt x="56" y="47"/>
                      <a:pt x="55" y="45"/>
                    </a:cubicBezTo>
                    <a:cubicBezTo>
                      <a:pt x="55" y="43"/>
                      <a:pt x="55" y="43"/>
                      <a:pt x="55" y="43"/>
                    </a:cubicBezTo>
                    <a:cubicBezTo>
                      <a:pt x="54" y="42"/>
                      <a:pt x="55" y="40"/>
                      <a:pt x="57" y="40"/>
                    </a:cubicBezTo>
                    <a:cubicBezTo>
                      <a:pt x="57" y="40"/>
                      <a:pt x="57" y="40"/>
                      <a:pt x="57" y="40"/>
                    </a:cubicBezTo>
                    <a:cubicBezTo>
                      <a:pt x="58" y="39"/>
                      <a:pt x="60" y="40"/>
                      <a:pt x="60" y="42"/>
                    </a:cubicBezTo>
                    <a:lnTo>
                      <a:pt x="61" y="44"/>
                    </a:lnTo>
                    <a:close/>
                    <a:moveTo>
                      <a:pt x="58" y="32"/>
                    </a:moveTo>
                    <a:cubicBezTo>
                      <a:pt x="58" y="34"/>
                      <a:pt x="57" y="35"/>
                      <a:pt x="56" y="36"/>
                    </a:cubicBezTo>
                    <a:cubicBezTo>
                      <a:pt x="56" y="36"/>
                      <a:pt x="56" y="36"/>
                      <a:pt x="56" y="36"/>
                    </a:cubicBezTo>
                    <a:cubicBezTo>
                      <a:pt x="54" y="36"/>
                      <a:pt x="53" y="35"/>
                      <a:pt x="52" y="34"/>
                    </a:cubicBezTo>
                    <a:cubicBezTo>
                      <a:pt x="52" y="32"/>
                      <a:pt x="52" y="32"/>
                      <a:pt x="52" y="32"/>
                    </a:cubicBezTo>
                    <a:cubicBezTo>
                      <a:pt x="51" y="30"/>
                      <a:pt x="52" y="29"/>
                      <a:pt x="54" y="28"/>
                    </a:cubicBezTo>
                    <a:cubicBezTo>
                      <a:pt x="54" y="28"/>
                      <a:pt x="54" y="28"/>
                      <a:pt x="54" y="28"/>
                    </a:cubicBezTo>
                    <a:cubicBezTo>
                      <a:pt x="55" y="28"/>
                      <a:pt x="57" y="29"/>
                      <a:pt x="57" y="30"/>
                    </a:cubicBezTo>
                    <a:lnTo>
                      <a:pt x="58" y="32"/>
                    </a:lnTo>
                    <a:close/>
                    <a:moveTo>
                      <a:pt x="84" y="98"/>
                    </a:moveTo>
                    <a:cubicBezTo>
                      <a:pt x="84" y="100"/>
                      <a:pt x="83" y="102"/>
                      <a:pt x="81" y="102"/>
                    </a:cubicBezTo>
                    <a:cubicBezTo>
                      <a:pt x="81" y="102"/>
                      <a:pt x="81" y="102"/>
                      <a:pt x="81" y="102"/>
                    </a:cubicBezTo>
                    <a:cubicBezTo>
                      <a:pt x="80" y="102"/>
                      <a:pt x="78" y="102"/>
                      <a:pt x="78" y="100"/>
                    </a:cubicBezTo>
                    <a:cubicBezTo>
                      <a:pt x="77" y="98"/>
                      <a:pt x="77" y="98"/>
                      <a:pt x="77" y="98"/>
                    </a:cubicBezTo>
                    <a:cubicBezTo>
                      <a:pt x="77" y="97"/>
                      <a:pt x="78" y="95"/>
                      <a:pt x="79" y="95"/>
                    </a:cubicBezTo>
                    <a:cubicBezTo>
                      <a:pt x="80" y="95"/>
                      <a:pt x="80" y="95"/>
                      <a:pt x="80" y="95"/>
                    </a:cubicBezTo>
                    <a:cubicBezTo>
                      <a:pt x="81" y="94"/>
                      <a:pt x="83" y="95"/>
                      <a:pt x="83" y="97"/>
                    </a:cubicBezTo>
                    <a:lnTo>
                      <a:pt x="84" y="98"/>
                    </a:lnTo>
                    <a:close/>
                    <a:moveTo>
                      <a:pt x="81" y="87"/>
                    </a:moveTo>
                    <a:cubicBezTo>
                      <a:pt x="81" y="89"/>
                      <a:pt x="80" y="90"/>
                      <a:pt x="78" y="91"/>
                    </a:cubicBezTo>
                    <a:cubicBezTo>
                      <a:pt x="78" y="91"/>
                      <a:pt x="78" y="91"/>
                      <a:pt x="78" y="91"/>
                    </a:cubicBezTo>
                    <a:cubicBezTo>
                      <a:pt x="77" y="91"/>
                      <a:pt x="75" y="90"/>
                      <a:pt x="75" y="89"/>
                    </a:cubicBezTo>
                    <a:cubicBezTo>
                      <a:pt x="74" y="87"/>
                      <a:pt x="74" y="87"/>
                      <a:pt x="74" y="87"/>
                    </a:cubicBezTo>
                    <a:cubicBezTo>
                      <a:pt x="74" y="85"/>
                      <a:pt x="75" y="84"/>
                      <a:pt x="76" y="83"/>
                    </a:cubicBezTo>
                    <a:cubicBezTo>
                      <a:pt x="77" y="83"/>
                      <a:pt x="77" y="83"/>
                      <a:pt x="77" y="83"/>
                    </a:cubicBezTo>
                    <a:cubicBezTo>
                      <a:pt x="78" y="83"/>
                      <a:pt x="80" y="84"/>
                      <a:pt x="80" y="85"/>
                    </a:cubicBezTo>
                    <a:lnTo>
                      <a:pt x="81" y="87"/>
                    </a:lnTo>
                    <a:close/>
                    <a:moveTo>
                      <a:pt x="78" y="76"/>
                    </a:moveTo>
                    <a:cubicBezTo>
                      <a:pt x="78" y="77"/>
                      <a:pt x="77" y="79"/>
                      <a:pt x="76" y="79"/>
                    </a:cubicBezTo>
                    <a:cubicBezTo>
                      <a:pt x="75" y="79"/>
                      <a:pt x="75" y="79"/>
                      <a:pt x="75" y="79"/>
                    </a:cubicBezTo>
                    <a:cubicBezTo>
                      <a:pt x="74" y="80"/>
                      <a:pt x="72" y="79"/>
                      <a:pt x="72" y="77"/>
                    </a:cubicBezTo>
                    <a:cubicBezTo>
                      <a:pt x="71" y="75"/>
                      <a:pt x="71" y="75"/>
                      <a:pt x="71" y="75"/>
                    </a:cubicBezTo>
                    <a:cubicBezTo>
                      <a:pt x="71" y="74"/>
                      <a:pt x="72" y="72"/>
                      <a:pt x="74" y="72"/>
                    </a:cubicBezTo>
                    <a:cubicBezTo>
                      <a:pt x="74" y="72"/>
                      <a:pt x="74" y="72"/>
                      <a:pt x="74" y="72"/>
                    </a:cubicBezTo>
                    <a:cubicBezTo>
                      <a:pt x="75" y="71"/>
                      <a:pt x="77" y="72"/>
                      <a:pt x="77" y="74"/>
                    </a:cubicBezTo>
                    <a:lnTo>
                      <a:pt x="78" y="76"/>
                    </a:lnTo>
                    <a:close/>
                    <a:moveTo>
                      <a:pt x="75" y="64"/>
                    </a:moveTo>
                    <a:cubicBezTo>
                      <a:pt x="75" y="66"/>
                      <a:pt x="74" y="67"/>
                      <a:pt x="73" y="68"/>
                    </a:cubicBezTo>
                    <a:cubicBezTo>
                      <a:pt x="73" y="68"/>
                      <a:pt x="73" y="68"/>
                      <a:pt x="73" y="68"/>
                    </a:cubicBezTo>
                    <a:cubicBezTo>
                      <a:pt x="71" y="68"/>
                      <a:pt x="69" y="67"/>
                      <a:pt x="69" y="66"/>
                    </a:cubicBezTo>
                    <a:cubicBezTo>
                      <a:pt x="68" y="64"/>
                      <a:pt x="68" y="64"/>
                      <a:pt x="68" y="64"/>
                    </a:cubicBezTo>
                    <a:cubicBezTo>
                      <a:pt x="68" y="62"/>
                      <a:pt x="69" y="61"/>
                      <a:pt x="71" y="60"/>
                    </a:cubicBezTo>
                    <a:cubicBezTo>
                      <a:pt x="71" y="60"/>
                      <a:pt x="71" y="60"/>
                      <a:pt x="71" y="60"/>
                    </a:cubicBezTo>
                    <a:cubicBezTo>
                      <a:pt x="72" y="60"/>
                      <a:pt x="74" y="61"/>
                      <a:pt x="74" y="63"/>
                    </a:cubicBezTo>
                    <a:lnTo>
                      <a:pt x="75" y="64"/>
                    </a:lnTo>
                    <a:close/>
                    <a:moveTo>
                      <a:pt x="72" y="53"/>
                    </a:moveTo>
                    <a:cubicBezTo>
                      <a:pt x="72" y="54"/>
                      <a:pt x="71" y="56"/>
                      <a:pt x="70" y="56"/>
                    </a:cubicBezTo>
                    <a:cubicBezTo>
                      <a:pt x="70" y="56"/>
                      <a:pt x="70" y="56"/>
                      <a:pt x="70" y="56"/>
                    </a:cubicBezTo>
                    <a:cubicBezTo>
                      <a:pt x="68" y="57"/>
                      <a:pt x="66" y="56"/>
                      <a:pt x="66" y="54"/>
                    </a:cubicBezTo>
                    <a:cubicBezTo>
                      <a:pt x="65" y="53"/>
                      <a:pt x="65" y="53"/>
                      <a:pt x="65" y="53"/>
                    </a:cubicBezTo>
                    <a:cubicBezTo>
                      <a:pt x="65" y="51"/>
                      <a:pt x="66" y="50"/>
                      <a:pt x="68" y="49"/>
                    </a:cubicBezTo>
                    <a:cubicBezTo>
                      <a:pt x="68" y="49"/>
                      <a:pt x="68" y="49"/>
                      <a:pt x="68" y="49"/>
                    </a:cubicBezTo>
                    <a:cubicBezTo>
                      <a:pt x="69" y="49"/>
                      <a:pt x="71" y="50"/>
                      <a:pt x="71" y="51"/>
                    </a:cubicBezTo>
                    <a:lnTo>
                      <a:pt x="72" y="53"/>
                    </a:lnTo>
                    <a:close/>
                    <a:moveTo>
                      <a:pt x="69" y="42"/>
                    </a:moveTo>
                    <a:cubicBezTo>
                      <a:pt x="69" y="43"/>
                      <a:pt x="68" y="45"/>
                      <a:pt x="67" y="45"/>
                    </a:cubicBezTo>
                    <a:cubicBezTo>
                      <a:pt x="67" y="45"/>
                      <a:pt x="67" y="45"/>
                      <a:pt x="67" y="45"/>
                    </a:cubicBezTo>
                    <a:cubicBezTo>
                      <a:pt x="65" y="46"/>
                      <a:pt x="63" y="45"/>
                      <a:pt x="63" y="43"/>
                    </a:cubicBezTo>
                    <a:cubicBezTo>
                      <a:pt x="63" y="41"/>
                      <a:pt x="63" y="41"/>
                      <a:pt x="63" y="41"/>
                    </a:cubicBezTo>
                    <a:cubicBezTo>
                      <a:pt x="62" y="40"/>
                      <a:pt x="63" y="38"/>
                      <a:pt x="65" y="38"/>
                    </a:cubicBezTo>
                    <a:cubicBezTo>
                      <a:pt x="65" y="38"/>
                      <a:pt x="65" y="38"/>
                      <a:pt x="65" y="38"/>
                    </a:cubicBezTo>
                    <a:cubicBezTo>
                      <a:pt x="66" y="37"/>
                      <a:pt x="68" y="38"/>
                      <a:pt x="68" y="40"/>
                    </a:cubicBezTo>
                    <a:lnTo>
                      <a:pt x="69" y="42"/>
                    </a:lnTo>
                    <a:close/>
                    <a:moveTo>
                      <a:pt x="66" y="30"/>
                    </a:moveTo>
                    <a:cubicBezTo>
                      <a:pt x="66" y="32"/>
                      <a:pt x="65" y="33"/>
                      <a:pt x="64" y="34"/>
                    </a:cubicBezTo>
                    <a:cubicBezTo>
                      <a:pt x="64" y="34"/>
                      <a:pt x="64" y="34"/>
                      <a:pt x="64" y="34"/>
                    </a:cubicBezTo>
                    <a:cubicBezTo>
                      <a:pt x="62" y="34"/>
                      <a:pt x="60" y="33"/>
                      <a:pt x="60" y="32"/>
                    </a:cubicBezTo>
                    <a:cubicBezTo>
                      <a:pt x="60" y="30"/>
                      <a:pt x="60" y="30"/>
                      <a:pt x="60" y="30"/>
                    </a:cubicBezTo>
                    <a:cubicBezTo>
                      <a:pt x="59" y="28"/>
                      <a:pt x="60" y="27"/>
                      <a:pt x="62" y="26"/>
                    </a:cubicBezTo>
                    <a:cubicBezTo>
                      <a:pt x="62" y="26"/>
                      <a:pt x="62" y="26"/>
                      <a:pt x="62" y="26"/>
                    </a:cubicBezTo>
                    <a:cubicBezTo>
                      <a:pt x="63" y="26"/>
                      <a:pt x="65" y="27"/>
                      <a:pt x="65" y="28"/>
                    </a:cubicBezTo>
                    <a:lnTo>
                      <a:pt x="66" y="30"/>
                    </a:lnTo>
                    <a:close/>
                    <a:moveTo>
                      <a:pt x="91" y="96"/>
                    </a:moveTo>
                    <a:cubicBezTo>
                      <a:pt x="92" y="98"/>
                      <a:pt x="91" y="100"/>
                      <a:pt x="89" y="100"/>
                    </a:cubicBezTo>
                    <a:cubicBezTo>
                      <a:pt x="89" y="100"/>
                      <a:pt x="89" y="100"/>
                      <a:pt x="89" y="100"/>
                    </a:cubicBezTo>
                    <a:cubicBezTo>
                      <a:pt x="88" y="100"/>
                      <a:pt x="86" y="99"/>
                      <a:pt x="86" y="98"/>
                    </a:cubicBezTo>
                    <a:cubicBezTo>
                      <a:pt x="85" y="96"/>
                      <a:pt x="85" y="96"/>
                      <a:pt x="85" y="96"/>
                    </a:cubicBezTo>
                    <a:cubicBezTo>
                      <a:pt x="85" y="95"/>
                      <a:pt x="86" y="93"/>
                      <a:pt x="87" y="93"/>
                    </a:cubicBezTo>
                    <a:cubicBezTo>
                      <a:pt x="87" y="93"/>
                      <a:pt x="87" y="93"/>
                      <a:pt x="87" y="93"/>
                    </a:cubicBezTo>
                    <a:cubicBezTo>
                      <a:pt x="89" y="92"/>
                      <a:pt x="91" y="93"/>
                      <a:pt x="91" y="95"/>
                    </a:cubicBezTo>
                    <a:lnTo>
                      <a:pt x="91" y="96"/>
                    </a:lnTo>
                    <a:close/>
                    <a:moveTo>
                      <a:pt x="88" y="85"/>
                    </a:moveTo>
                    <a:cubicBezTo>
                      <a:pt x="89" y="87"/>
                      <a:pt x="88" y="88"/>
                      <a:pt x="86" y="89"/>
                    </a:cubicBezTo>
                    <a:cubicBezTo>
                      <a:pt x="86" y="89"/>
                      <a:pt x="86" y="89"/>
                      <a:pt x="86" y="89"/>
                    </a:cubicBezTo>
                    <a:cubicBezTo>
                      <a:pt x="85" y="89"/>
                      <a:pt x="83" y="88"/>
                      <a:pt x="83" y="87"/>
                    </a:cubicBezTo>
                    <a:cubicBezTo>
                      <a:pt x="82" y="85"/>
                      <a:pt x="82" y="85"/>
                      <a:pt x="82" y="85"/>
                    </a:cubicBezTo>
                    <a:cubicBezTo>
                      <a:pt x="82" y="83"/>
                      <a:pt x="83" y="82"/>
                      <a:pt x="84" y="81"/>
                    </a:cubicBezTo>
                    <a:cubicBezTo>
                      <a:pt x="84" y="81"/>
                      <a:pt x="84" y="81"/>
                      <a:pt x="84" y="81"/>
                    </a:cubicBezTo>
                    <a:cubicBezTo>
                      <a:pt x="86" y="81"/>
                      <a:pt x="88" y="82"/>
                      <a:pt x="88" y="83"/>
                    </a:cubicBezTo>
                    <a:lnTo>
                      <a:pt x="88" y="85"/>
                    </a:lnTo>
                    <a:close/>
                    <a:moveTo>
                      <a:pt x="85" y="74"/>
                    </a:moveTo>
                    <a:cubicBezTo>
                      <a:pt x="86" y="75"/>
                      <a:pt x="85" y="77"/>
                      <a:pt x="83" y="77"/>
                    </a:cubicBezTo>
                    <a:cubicBezTo>
                      <a:pt x="83" y="77"/>
                      <a:pt x="83" y="77"/>
                      <a:pt x="83" y="77"/>
                    </a:cubicBezTo>
                    <a:cubicBezTo>
                      <a:pt x="82" y="78"/>
                      <a:pt x="80" y="77"/>
                      <a:pt x="80" y="75"/>
                    </a:cubicBezTo>
                    <a:cubicBezTo>
                      <a:pt x="79" y="73"/>
                      <a:pt x="79" y="73"/>
                      <a:pt x="79" y="73"/>
                    </a:cubicBezTo>
                    <a:cubicBezTo>
                      <a:pt x="79" y="72"/>
                      <a:pt x="80" y="70"/>
                      <a:pt x="81" y="70"/>
                    </a:cubicBezTo>
                    <a:cubicBezTo>
                      <a:pt x="81" y="70"/>
                      <a:pt x="81" y="70"/>
                      <a:pt x="81" y="70"/>
                    </a:cubicBezTo>
                    <a:cubicBezTo>
                      <a:pt x="83" y="69"/>
                      <a:pt x="85" y="70"/>
                      <a:pt x="85" y="72"/>
                    </a:cubicBezTo>
                    <a:lnTo>
                      <a:pt x="85" y="74"/>
                    </a:lnTo>
                    <a:close/>
                    <a:moveTo>
                      <a:pt x="83" y="62"/>
                    </a:moveTo>
                    <a:cubicBezTo>
                      <a:pt x="83" y="64"/>
                      <a:pt x="82" y="65"/>
                      <a:pt x="80" y="66"/>
                    </a:cubicBezTo>
                    <a:cubicBezTo>
                      <a:pt x="80" y="66"/>
                      <a:pt x="80" y="66"/>
                      <a:pt x="80" y="66"/>
                    </a:cubicBezTo>
                    <a:cubicBezTo>
                      <a:pt x="79" y="66"/>
                      <a:pt x="77" y="65"/>
                      <a:pt x="77" y="64"/>
                    </a:cubicBezTo>
                    <a:cubicBezTo>
                      <a:pt x="76" y="62"/>
                      <a:pt x="76" y="62"/>
                      <a:pt x="76" y="62"/>
                    </a:cubicBezTo>
                    <a:cubicBezTo>
                      <a:pt x="76" y="60"/>
                      <a:pt x="77" y="59"/>
                      <a:pt x="78" y="58"/>
                    </a:cubicBezTo>
                    <a:cubicBezTo>
                      <a:pt x="78" y="58"/>
                      <a:pt x="78" y="58"/>
                      <a:pt x="78" y="58"/>
                    </a:cubicBezTo>
                    <a:cubicBezTo>
                      <a:pt x="80" y="58"/>
                      <a:pt x="82" y="59"/>
                      <a:pt x="82" y="60"/>
                    </a:cubicBezTo>
                    <a:lnTo>
                      <a:pt x="83" y="62"/>
                    </a:lnTo>
                    <a:close/>
                    <a:moveTo>
                      <a:pt x="80" y="51"/>
                    </a:moveTo>
                    <a:cubicBezTo>
                      <a:pt x="80" y="52"/>
                      <a:pt x="79" y="54"/>
                      <a:pt x="77" y="54"/>
                    </a:cubicBezTo>
                    <a:cubicBezTo>
                      <a:pt x="77" y="54"/>
                      <a:pt x="77" y="54"/>
                      <a:pt x="77" y="54"/>
                    </a:cubicBezTo>
                    <a:cubicBezTo>
                      <a:pt x="76" y="55"/>
                      <a:pt x="74" y="54"/>
                      <a:pt x="74" y="52"/>
                    </a:cubicBezTo>
                    <a:cubicBezTo>
                      <a:pt x="73" y="51"/>
                      <a:pt x="73" y="51"/>
                      <a:pt x="73" y="51"/>
                    </a:cubicBezTo>
                    <a:cubicBezTo>
                      <a:pt x="73" y="49"/>
                      <a:pt x="74" y="47"/>
                      <a:pt x="75" y="47"/>
                    </a:cubicBezTo>
                    <a:cubicBezTo>
                      <a:pt x="76" y="47"/>
                      <a:pt x="76" y="47"/>
                      <a:pt x="76" y="47"/>
                    </a:cubicBezTo>
                    <a:cubicBezTo>
                      <a:pt x="77" y="47"/>
                      <a:pt x="79" y="48"/>
                      <a:pt x="79" y="49"/>
                    </a:cubicBezTo>
                    <a:lnTo>
                      <a:pt x="80" y="51"/>
                    </a:lnTo>
                    <a:close/>
                    <a:moveTo>
                      <a:pt x="77" y="40"/>
                    </a:moveTo>
                    <a:cubicBezTo>
                      <a:pt x="77" y="41"/>
                      <a:pt x="76" y="43"/>
                      <a:pt x="74" y="43"/>
                    </a:cubicBezTo>
                    <a:cubicBezTo>
                      <a:pt x="74" y="43"/>
                      <a:pt x="74" y="43"/>
                      <a:pt x="74" y="43"/>
                    </a:cubicBezTo>
                    <a:cubicBezTo>
                      <a:pt x="73" y="43"/>
                      <a:pt x="71" y="43"/>
                      <a:pt x="71" y="41"/>
                    </a:cubicBezTo>
                    <a:cubicBezTo>
                      <a:pt x="70" y="39"/>
                      <a:pt x="70" y="39"/>
                      <a:pt x="70" y="39"/>
                    </a:cubicBezTo>
                    <a:cubicBezTo>
                      <a:pt x="70" y="38"/>
                      <a:pt x="71" y="36"/>
                      <a:pt x="73" y="36"/>
                    </a:cubicBezTo>
                    <a:cubicBezTo>
                      <a:pt x="73" y="36"/>
                      <a:pt x="73" y="36"/>
                      <a:pt x="73" y="36"/>
                    </a:cubicBezTo>
                    <a:cubicBezTo>
                      <a:pt x="74" y="35"/>
                      <a:pt x="76" y="36"/>
                      <a:pt x="76" y="38"/>
                    </a:cubicBezTo>
                    <a:lnTo>
                      <a:pt x="77" y="40"/>
                    </a:lnTo>
                    <a:close/>
                    <a:moveTo>
                      <a:pt x="74" y="28"/>
                    </a:moveTo>
                    <a:cubicBezTo>
                      <a:pt x="74" y="30"/>
                      <a:pt x="73" y="31"/>
                      <a:pt x="72" y="32"/>
                    </a:cubicBezTo>
                    <a:cubicBezTo>
                      <a:pt x="71" y="32"/>
                      <a:pt x="71" y="32"/>
                      <a:pt x="71" y="32"/>
                    </a:cubicBezTo>
                    <a:cubicBezTo>
                      <a:pt x="70" y="32"/>
                      <a:pt x="68" y="31"/>
                      <a:pt x="68" y="30"/>
                    </a:cubicBezTo>
                    <a:cubicBezTo>
                      <a:pt x="67" y="28"/>
                      <a:pt x="67" y="28"/>
                      <a:pt x="67" y="28"/>
                    </a:cubicBezTo>
                    <a:cubicBezTo>
                      <a:pt x="67" y="26"/>
                      <a:pt x="68" y="25"/>
                      <a:pt x="70" y="24"/>
                    </a:cubicBezTo>
                    <a:cubicBezTo>
                      <a:pt x="70" y="24"/>
                      <a:pt x="70" y="24"/>
                      <a:pt x="70" y="24"/>
                    </a:cubicBezTo>
                    <a:cubicBezTo>
                      <a:pt x="71" y="24"/>
                      <a:pt x="73" y="25"/>
                      <a:pt x="73" y="26"/>
                    </a:cubicBezTo>
                    <a:lnTo>
                      <a:pt x="74" y="28"/>
                    </a:lnTo>
                    <a:close/>
                    <a:moveTo>
                      <a:pt x="99" y="94"/>
                    </a:moveTo>
                    <a:cubicBezTo>
                      <a:pt x="100" y="96"/>
                      <a:pt x="99" y="98"/>
                      <a:pt x="97" y="98"/>
                    </a:cubicBezTo>
                    <a:cubicBezTo>
                      <a:pt x="97" y="98"/>
                      <a:pt x="97" y="98"/>
                      <a:pt x="97" y="98"/>
                    </a:cubicBezTo>
                    <a:cubicBezTo>
                      <a:pt x="95" y="98"/>
                      <a:pt x="94" y="97"/>
                      <a:pt x="93" y="96"/>
                    </a:cubicBezTo>
                    <a:cubicBezTo>
                      <a:pt x="93" y="94"/>
                      <a:pt x="93" y="94"/>
                      <a:pt x="93" y="94"/>
                    </a:cubicBezTo>
                    <a:cubicBezTo>
                      <a:pt x="93" y="93"/>
                      <a:pt x="94" y="91"/>
                      <a:pt x="95" y="91"/>
                    </a:cubicBezTo>
                    <a:cubicBezTo>
                      <a:pt x="95" y="91"/>
                      <a:pt x="95" y="91"/>
                      <a:pt x="95" y="91"/>
                    </a:cubicBezTo>
                    <a:cubicBezTo>
                      <a:pt x="97" y="90"/>
                      <a:pt x="98" y="91"/>
                      <a:pt x="99" y="93"/>
                    </a:cubicBezTo>
                    <a:lnTo>
                      <a:pt x="99" y="94"/>
                    </a:lnTo>
                    <a:close/>
                    <a:moveTo>
                      <a:pt x="96" y="83"/>
                    </a:moveTo>
                    <a:cubicBezTo>
                      <a:pt x="97" y="85"/>
                      <a:pt x="96" y="86"/>
                      <a:pt x="94" y="87"/>
                    </a:cubicBezTo>
                    <a:cubicBezTo>
                      <a:pt x="94" y="87"/>
                      <a:pt x="94" y="87"/>
                      <a:pt x="94" y="87"/>
                    </a:cubicBezTo>
                    <a:cubicBezTo>
                      <a:pt x="93" y="87"/>
                      <a:pt x="91" y="86"/>
                      <a:pt x="91" y="85"/>
                    </a:cubicBezTo>
                    <a:cubicBezTo>
                      <a:pt x="90" y="83"/>
                      <a:pt x="90" y="83"/>
                      <a:pt x="90" y="83"/>
                    </a:cubicBezTo>
                    <a:cubicBezTo>
                      <a:pt x="90" y="81"/>
                      <a:pt x="91" y="80"/>
                      <a:pt x="92" y="79"/>
                    </a:cubicBezTo>
                    <a:cubicBezTo>
                      <a:pt x="92" y="79"/>
                      <a:pt x="92" y="79"/>
                      <a:pt x="92" y="79"/>
                    </a:cubicBezTo>
                    <a:cubicBezTo>
                      <a:pt x="94" y="79"/>
                      <a:pt x="95" y="80"/>
                      <a:pt x="96" y="81"/>
                    </a:cubicBezTo>
                    <a:lnTo>
                      <a:pt x="96" y="83"/>
                    </a:lnTo>
                    <a:close/>
                    <a:moveTo>
                      <a:pt x="93" y="72"/>
                    </a:moveTo>
                    <a:cubicBezTo>
                      <a:pt x="94" y="73"/>
                      <a:pt x="93" y="75"/>
                      <a:pt x="91" y="75"/>
                    </a:cubicBezTo>
                    <a:cubicBezTo>
                      <a:pt x="91" y="75"/>
                      <a:pt x="91" y="75"/>
                      <a:pt x="91" y="75"/>
                    </a:cubicBezTo>
                    <a:cubicBezTo>
                      <a:pt x="90" y="76"/>
                      <a:pt x="88" y="75"/>
                      <a:pt x="88" y="73"/>
                    </a:cubicBezTo>
                    <a:cubicBezTo>
                      <a:pt x="87" y="71"/>
                      <a:pt x="87" y="71"/>
                      <a:pt x="87" y="71"/>
                    </a:cubicBezTo>
                    <a:cubicBezTo>
                      <a:pt x="87" y="70"/>
                      <a:pt x="88" y="68"/>
                      <a:pt x="89" y="68"/>
                    </a:cubicBezTo>
                    <a:cubicBezTo>
                      <a:pt x="89" y="68"/>
                      <a:pt x="89" y="68"/>
                      <a:pt x="89" y="68"/>
                    </a:cubicBezTo>
                    <a:cubicBezTo>
                      <a:pt x="91" y="67"/>
                      <a:pt x="92" y="68"/>
                      <a:pt x="93" y="70"/>
                    </a:cubicBezTo>
                    <a:lnTo>
                      <a:pt x="93" y="72"/>
                    </a:lnTo>
                    <a:close/>
                    <a:moveTo>
                      <a:pt x="90" y="60"/>
                    </a:moveTo>
                    <a:cubicBezTo>
                      <a:pt x="91" y="62"/>
                      <a:pt x="90" y="63"/>
                      <a:pt x="88" y="64"/>
                    </a:cubicBezTo>
                    <a:cubicBezTo>
                      <a:pt x="88" y="64"/>
                      <a:pt x="88" y="64"/>
                      <a:pt x="88" y="64"/>
                    </a:cubicBezTo>
                    <a:cubicBezTo>
                      <a:pt x="87" y="64"/>
                      <a:pt x="85" y="63"/>
                      <a:pt x="85" y="62"/>
                    </a:cubicBezTo>
                    <a:cubicBezTo>
                      <a:pt x="84" y="60"/>
                      <a:pt x="84" y="60"/>
                      <a:pt x="84" y="60"/>
                    </a:cubicBezTo>
                    <a:cubicBezTo>
                      <a:pt x="84" y="58"/>
                      <a:pt x="85" y="57"/>
                      <a:pt x="86" y="56"/>
                    </a:cubicBezTo>
                    <a:cubicBezTo>
                      <a:pt x="86" y="56"/>
                      <a:pt x="86" y="56"/>
                      <a:pt x="86" y="56"/>
                    </a:cubicBezTo>
                    <a:cubicBezTo>
                      <a:pt x="88" y="56"/>
                      <a:pt x="89" y="57"/>
                      <a:pt x="90" y="58"/>
                    </a:cubicBezTo>
                    <a:lnTo>
                      <a:pt x="90" y="60"/>
                    </a:lnTo>
                    <a:close/>
                    <a:moveTo>
                      <a:pt x="87" y="49"/>
                    </a:moveTo>
                    <a:cubicBezTo>
                      <a:pt x="88" y="50"/>
                      <a:pt x="87" y="52"/>
                      <a:pt x="85" y="52"/>
                    </a:cubicBezTo>
                    <a:cubicBezTo>
                      <a:pt x="85" y="52"/>
                      <a:pt x="85" y="52"/>
                      <a:pt x="85" y="52"/>
                    </a:cubicBezTo>
                    <a:cubicBezTo>
                      <a:pt x="84" y="53"/>
                      <a:pt x="82" y="52"/>
                      <a:pt x="82" y="50"/>
                    </a:cubicBezTo>
                    <a:cubicBezTo>
                      <a:pt x="81" y="49"/>
                      <a:pt x="81" y="49"/>
                      <a:pt x="81" y="49"/>
                    </a:cubicBezTo>
                    <a:cubicBezTo>
                      <a:pt x="81" y="47"/>
                      <a:pt x="82" y="45"/>
                      <a:pt x="83" y="45"/>
                    </a:cubicBezTo>
                    <a:cubicBezTo>
                      <a:pt x="83" y="45"/>
                      <a:pt x="83" y="45"/>
                      <a:pt x="83" y="45"/>
                    </a:cubicBezTo>
                    <a:cubicBezTo>
                      <a:pt x="85" y="45"/>
                      <a:pt x="87" y="46"/>
                      <a:pt x="87" y="47"/>
                    </a:cubicBezTo>
                    <a:lnTo>
                      <a:pt x="87" y="49"/>
                    </a:lnTo>
                    <a:close/>
                    <a:moveTo>
                      <a:pt x="84" y="37"/>
                    </a:moveTo>
                    <a:cubicBezTo>
                      <a:pt x="85" y="39"/>
                      <a:pt x="84" y="41"/>
                      <a:pt x="82" y="41"/>
                    </a:cubicBezTo>
                    <a:cubicBezTo>
                      <a:pt x="82" y="41"/>
                      <a:pt x="82" y="41"/>
                      <a:pt x="82" y="41"/>
                    </a:cubicBezTo>
                    <a:cubicBezTo>
                      <a:pt x="81" y="41"/>
                      <a:pt x="79" y="41"/>
                      <a:pt x="79" y="39"/>
                    </a:cubicBezTo>
                    <a:cubicBezTo>
                      <a:pt x="78" y="37"/>
                      <a:pt x="78" y="37"/>
                      <a:pt x="78" y="37"/>
                    </a:cubicBezTo>
                    <a:cubicBezTo>
                      <a:pt x="78" y="36"/>
                      <a:pt x="79" y="34"/>
                      <a:pt x="80" y="34"/>
                    </a:cubicBezTo>
                    <a:cubicBezTo>
                      <a:pt x="80" y="34"/>
                      <a:pt x="80" y="34"/>
                      <a:pt x="80" y="34"/>
                    </a:cubicBezTo>
                    <a:cubicBezTo>
                      <a:pt x="82" y="33"/>
                      <a:pt x="84" y="34"/>
                      <a:pt x="84" y="36"/>
                    </a:cubicBezTo>
                    <a:lnTo>
                      <a:pt x="84" y="37"/>
                    </a:lnTo>
                    <a:close/>
                    <a:moveTo>
                      <a:pt x="81" y="26"/>
                    </a:moveTo>
                    <a:cubicBezTo>
                      <a:pt x="82" y="28"/>
                      <a:pt x="81" y="29"/>
                      <a:pt x="79" y="30"/>
                    </a:cubicBezTo>
                    <a:cubicBezTo>
                      <a:pt x="79" y="30"/>
                      <a:pt x="79" y="30"/>
                      <a:pt x="79" y="30"/>
                    </a:cubicBezTo>
                    <a:cubicBezTo>
                      <a:pt x="78" y="30"/>
                      <a:pt x="76" y="29"/>
                      <a:pt x="76" y="28"/>
                    </a:cubicBezTo>
                    <a:cubicBezTo>
                      <a:pt x="75" y="26"/>
                      <a:pt x="75" y="26"/>
                      <a:pt x="75" y="26"/>
                    </a:cubicBezTo>
                    <a:cubicBezTo>
                      <a:pt x="75" y="24"/>
                      <a:pt x="76" y="23"/>
                      <a:pt x="77" y="22"/>
                    </a:cubicBezTo>
                    <a:cubicBezTo>
                      <a:pt x="77" y="22"/>
                      <a:pt x="77" y="22"/>
                      <a:pt x="77" y="22"/>
                    </a:cubicBezTo>
                    <a:cubicBezTo>
                      <a:pt x="79" y="22"/>
                      <a:pt x="81" y="23"/>
                      <a:pt x="81" y="24"/>
                    </a:cubicBezTo>
                    <a:lnTo>
                      <a:pt x="81" y="26"/>
                    </a:lnTo>
                    <a:close/>
                    <a:moveTo>
                      <a:pt x="107" y="92"/>
                    </a:moveTo>
                    <a:cubicBezTo>
                      <a:pt x="107" y="94"/>
                      <a:pt x="107" y="95"/>
                      <a:pt x="105" y="96"/>
                    </a:cubicBezTo>
                    <a:cubicBezTo>
                      <a:pt x="105" y="96"/>
                      <a:pt x="105" y="96"/>
                      <a:pt x="105" y="96"/>
                    </a:cubicBezTo>
                    <a:cubicBezTo>
                      <a:pt x="103" y="96"/>
                      <a:pt x="102" y="95"/>
                      <a:pt x="101" y="94"/>
                    </a:cubicBezTo>
                    <a:cubicBezTo>
                      <a:pt x="101" y="92"/>
                      <a:pt x="101" y="92"/>
                      <a:pt x="101" y="92"/>
                    </a:cubicBezTo>
                    <a:cubicBezTo>
                      <a:pt x="100" y="91"/>
                      <a:pt x="101" y="89"/>
                      <a:pt x="103" y="89"/>
                    </a:cubicBezTo>
                    <a:cubicBezTo>
                      <a:pt x="103" y="89"/>
                      <a:pt x="103" y="89"/>
                      <a:pt x="103" y="89"/>
                    </a:cubicBezTo>
                    <a:cubicBezTo>
                      <a:pt x="105" y="88"/>
                      <a:pt x="106" y="89"/>
                      <a:pt x="107" y="91"/>
                    </a:cubicBezTo>
                    <a:lnTo>
                      <a:pt x="107" y="92"/>
                    </a:lnTo>
                    <a:close/>
                    <a:moveTo>
                      <a:pt x="104" y="81"/>
                    </a:moveTo>
                    <a:cubicBezTo>
                      <a:pt x="105" y="83"/>
                      <a:pt x="104" y="84"/>
                      <a:pt x="102" y="85"/>
                    </a:cubicBezTo>
                    <a:cubicBezTo>
                      <a:pt x="102" y="85"/>
                      <a:pt x="102" y="85"/>
                      <a:pt x="102" y="85"/>
                    </a:cubicBezTo>
                    <a:cubicBezTo>
                      <a:pt x="100" y="85"/>
                      <a:pt x="99" y="84"/>
                      <a:pt x="98" y="82"/>
                    </a:cubicBezTo>
                    <a:cubicBezTo>
                      <a:pt x="98" y="81"/>
                      <a:pt x="98" y="81"/>
                      <a:pt x="98" y="81"/>
                    </a:cubicBezTo>
                    <a:cubicBezTo>
                      <a:pt x="97" y="79"/>
                      <a:pt x="98" y="78"/>
                      <a:pt x="100" y="77"/>
                    </a:cubicBezTo>
                    <a:cubicBezTo>
                      <a:pt x="100" y="77"/>
                      <a:pt x="100" y="77"/>
                      <a:pt x="100" y="77"/>
                    </a:cubicBezTo>
                    <a:cubicBezTo>
                      <a:pt x="102" y="77"/>
                      <a:pt x="103" y="78"/>
                      <a:pt x="104" y="79"/>
                    </a:cubicBezTo>
                    <a:lnTo>
                      <a:pt x="104" y="81"/>
                    </a:lnTo>
                    <a:close/>
                    <a:moveTo>
                      <a:pt x="101" y="70"/>
                    </a:moveTo>
                    <a:cubicBezTo>
                      <a:pt x="102" y="71"/>
                      <a:pt x="101" y="73"/>
                      <a:pt x="99" y="73"/>
                    </a:cubicBezTo>
                    <a:cubicBezTo>
                      <a:pt x="99" y="73"/>
                      <a:pt x="99" y="73"/>
                      <a:pt x="99" y="73"/>
                    </a:cubicBezTo>
                    <a:cubicBezTo>
                      <a:pt x="97" y="74"/>
                      <a:pt x="96" y="73"/>
                      <a:pt x="95" y="71"/>
                    </a:cubicBezTo>
                    <a:cubicBezTo>
                      <a:pt x="95" y="69"/>
                      <a:pt x="95" y="69"/>
                      <a:pt x="95" y="69"/>
                    </a:cubicBezTo>
                    <a:cubicBezTo>
                      <a:pt x="95" y="68"/>
                      <a:pt x="95" y="66"/>
                      <a:pt x="97" y="66"/>
                    </a:cubicBezTo>
                    <a:cubicBezTo>
                      <a:pt x="97" y="66"/>
                      <a:pt x="97" y="66"/>
                      <a:pt x="97" y="66"/>
                    </a:cubicBezTo>
                    <a:cubicBezTo>
                      <a:pt x="99" y="65"/>
                      <a:pt x="100" y="66"/>
                      <a:pt x="101" y="68"/>
                    </a:cubicBezTo>
                    <a:lnTo>
                      <a:pt x="101" y="70"/>
                    </a:lnTo>
                    <a:close/>
                    <a:moveTo>
                      <a:pt x="98" y="58"/>
                    </a:moveTo>
                    <a:cubicBezTo>
                      <a:pt x="99" y="60"/>
                      <a:pt x="98" y="61"/>
                      <a:pt x="96" y="62"/>
                    </a:cubicBezTo>
                    <a:cubicBezTo>
                      <a:pt x="96" y="62"/>
                      <a:pt x="96" y="62"/>
                      <a:pt x="96" y="62"/>
                    </a:cubicBezTo>
                    <a:cubicBezTo>
                      <a:pt x="94" y="62"/>
                      <a:pt x="93" y="61"/>
                      <a:pt x="92" y="60"/>
                    </a:cubicBezTo>
                    <a:cubicBezTo>
                      <a:pt x="92" y="58"/>
                      <a:pt x="92" y="58"/>
                      <a:pt x="92" y="58"/>
                    </a:cubicBezTo>
                    <a:cubicBezTo>
                      <a:pt x="92" y="56"/>
                      <a:pt x="93" y="55"/>
                      <a:pt x="94" y="54"/>
                    </a:cubicBezTo>
                    <a:cubicBezTo>
                      <a:pt x="94" y="54"/>
                      <a:pt x="94" y="54"/>
                      <a:pt x="94" y="54"/>
                    </a:cubicBezTo>
                    <a:cubicBezTo>
                      <a:pt x="96" y="54"/>
                      <a:pt x="97" y="55"/>
                      <a:pt x="98" y="56"/>
                    </a:cubicBezTo>
                    <a:lnTo>
                      <a:pt x="98" y="58"/>
                    </a:lnTo>
                    <a:close/>
                    <a:moveTo>
                      <a:pt x="95" y="47"/>
                    </a:moveTo>
                    <a:cubicBezTo>
                      <a:pt x="96" y="48"/>
                      <a:pt x="95" y="50"/>
                      <a:pt x="93" y="50"/>
                    </a:cubicBezTo>
                    <a:cubicBezTo>
                      <a:pt x="93" y="50"/>
                      <a:pt x="93" y="50"/>
                      <a:pt x="93" y="50"/>
                    </a:cubicBezTo>
                    <a:cubicBezTo>
                      <a:pt x="91" y="51"/>
                      <a:pt x="90" y="50"/>
                      <a:pt x="89" y="48"/>
                    </a:cubicBezTo>
                    <a:cubicBezTo>
                      <a:pt x="89" y="47"/>
                      <a:pt x="89" y="47"/>
                      <a:pt x="89" y="47"/>
                    </a:cubicBezTo>
                    <a:cubicBezTo>
                      <a:pt x="89" y="45"/>
                      <a:pt x="90" y="43"/>
                      <a:pt x="91" y="43"/>
                    </a:cubicBezTo>
                    <a:cubicBezTo>
                      <a:pt x="91" y="43"/>
                      <a:pt x="91" y="43"/>
                      <a:pt x="91" y="43"/>
                    </a:cubicBezTo>
                    <a:cubicBezTo>
                      <a:pt x="93" y="43"/>
                      <a:pt x="94" y="43"/>
                      <a:pt x="95" y="45"/>
                    </a:cubicBezTo>
                    <a:lnTo>
                      <a:pt x="95" y="47"/>
                    </a:lnTo>
                    <a:close/>
                    <a:moveTo>
                      <a:pt x="92" y="35"/>
                    </a:moveTo>
                    <a:cubicBezTo>
                      <a:pt x="93" y="37"/>
                      <a:pt x="92" y="39"/>
                      <a:pt x="90" y="39"/>
                    </a:cubicBezTo>
                    <a:cubicBezTo>
                      <a:pt x="90" y="39"/>
                      <a:pt x="90" y="39"/>
                      <a:pt x="90" y="39"/>
                    </a:cubicBezTo>
                    <a:cubicBezTo>
                      <a:pt x="89" y="39"/>
                      <a:pt x="87" y="38"/>
                      <a:pt x="87" y="37"/>
                    </a:cubicBezTo>
                    <a:cubicBezTo>
                      <a:pt x="86" y="35"/>
                      <a:pt x="86" y="35"/>
                      <a:pt x="86" y="35"/>
                    </a:cubicBezTo>
                    <a:cubicBezTo>
                      <a:pt x="86" y="34"/>
                      <a:pt x="87" y="32"/>
                      <a:pt x="88" y="32"/>
                    </a:cubicBezTo>
                    <a:cubicBezTo>
                      <a:pt x="88" y="32"/>
                      <a:pt x="88" y="32"/>
                      <a:pt x="88" y="32"/>
                    </a:cubicBezTo>
                    <a:cubicBezTo>
                      <a:pt x="90" y="31"/>
                      <a:pt x="91" y="32"/>
                      <a:pt x="92" y="34"/>
                    </a:cubicBezTo>
                    <a:lnTo>
                      <a:pt x="92" y="35"/>
                    </a:lnTo>
                    <a:close/>
                    <a:moveTo>
                      <a:pt x="89" y="24"/>
                    </a:moveTo>
                    <a:cubicBezTo>
                      <a:pt x="90" y="26"/>
                      <a:pt x="89" y="27"/>
                      <a:pt x="87" y="28"/>
                    </a:cubicBezTo>
                    <a:cubicBezTo>
                      <a:pt x="87" y="28"/>
                      <a:pt x="87" y="28"/>
                      <a:pt x="87" y="28"/>
                    </a:cubicBezTo>
                    <a:cubicBezTo>
                      <a:pt x="86" y="28"/>
                      <a:pt x="84" y="27"/>
                      <a:pt x="84" y="26"/>
                    </a:cubicBezTo>
                    <a:cubicBezTo>
                      <a:pt x="83" y="24"/>
                      <a:pt x="83" y="24"/>
                      <a:pt x="83" y="24"/>
                    </a:cubicBezTo>
                    <a:cubicBezTo>
                      <a:pt x="83" y="22"/>
                      <a:pt x="84" y="21"/>
                      <a:pt x="85" y="20"/>
                    </a:cubicBezTo>
                    <a:cubicBezTo>
                      <a:pt x="85" y="20"/>
                      <a:pt x="85" y="20"/>
                      <a:pt x="85" y="20"/>
                    </a:cubicBezTo>
                    <a:cubicBezTo>
                      <a:pt x="87" y="20"/>
                      <a:pt x="88" y="21"/>
                      <a:pt x="89" y="22"/>
                    </a:cubicBezTo>
                    <a:lnTo>
                      <a:pt x="89" y="24"/>
                    </a:lnTo>
                    <a:close/>
                    <a:moveTo>
                      <a:pt x="115" y="90"/>
                    </a:moveTo>
                    <a:cubicBezTo>
                      <a:pt x="115" y="92"/>
                      <a:pt x="114" y="93"/>
                      <a:pt x="113" y="94"/>
                    </a:cubicBezTo>
                    <a:cubicBezTo>
                      <a:pt x="113" y="94"/>
                      <a:pt x="113" y="94"/>
                      <a:pt x="113" y="94"/>
                    </a:cubicBezTo>
                    <a:cubicBezTo>
                      <a:pt x="111" y="94"/>
                      <a:pt x="110" y="93"/>
                      <a:pt x="109" y="92"/>
                    </a:cubicBezTo>
                    <a:cubicBezTo>
                      <a:pt x="109" y="90"/>
                      <a:pt x="109" y="90"/>
                      <a:pt x="109" y="90"/>
                    </a:cubicBezTo>
                    <a:cubicBezTo>
                      <a:pt x="108" y="88"/>
                      <a:pt x="109" y="87"/>
                      <a:pt x="111" y="86"/>
                    </a:cubicBezTo>
                    <a:cubicBezTo>
                      <a:pt x="111" y="86"/>
                      <a:pt x="111" y="86"/>
                      <a:pt x="111" y="86"/>
                    </a:cubicBezTo>
                    <a:cubicBezTo>
                      <a:pt x="112" y="86"/>
                      <a:pt x="114" y="87"/>
                      <a:pt x="114" y="89"/>
                    </a:cubicBezTo>
                    <a:lnTo>
                      <a:pt x="115" y="90"/>
                    </a:lnTo>
                    <a:close/>
                    <a:moveTo>
                      <a:pt x="112" y="79"/>
                    </a:moveTo>
                    <a:cubicBezTo>
                      <a:pt x="112" y="80"/>
                      <a:pt x="111" y="82"/>
                      <a:pt x="110" y="82"/>
                    </a:cubicBezTo>
                    <a:cubicBezTo>
                      <a:pt x="110" y="82"/>
                      <a:pt x="110" y="82"/>
                      <a:pt x="110" y="82"/>
                    </a:cubicBezTo>
                    <a:cubicBezTo>
                      <a:pt x="108" y="83"/>
                      <a:pt x="107" y="82"/>
                      <a:pt x="106" y="80"/>
                    </a:cubicBezTo>
                    <a:cubicBezTo>
                      <a:pt x="106" y="79"/>
                      <a:pt x="106" y="79"/>
                      <a:pt x="106" y="79"/>
                    </a:cubicBezTo>
                    <a:cubicBezTo>
                      <a:pt x="105" y="77"/>
                      <a:pt x="106" y="76"/>
                      <a:pt x="108" y="75"/>
                    </a:cubicBezTo>
                    <a:cubicBezTo>
                      <a:pt x="108" y="75"/>
                      <a:pt x="108" y="75"/>
                      <a:pt x="108" y="75"/>
                    </a:cubicBezTo>
                    <a:cubicBezTo>
                      <a:pt x="109" y="75"/>
                      <a:pt x="111" y="76"/>
                      <a:pt x="111" y="77"/>
                    </a:cubicBezTo>
                    <a:lnTo>
                      <a:pt x="112" y="79"/>
                    </a:lnTo>
                    <a:close/>
                    <a:moveTo>
                      <a:pt x="109" y="68"/>
                    </a:moveTo>
                    <a:cubicBezTo>
                      <a:pt x="109" y="69"/>
                      <a:pt x="108" y="71"/>
                      <a:pt x="107" y="71"/>
                    </a:cubicBezTo>
                    <a:cubicBezTo>
                      <a:pt x="107" y="71"/>
                      <a:pt x="107" y="71"/>
                      <a:pt x="107" y="71"/>
                    </a:cubicBezTo>
                    <a:cubicBezTo>
                      <a:pt x="105" y="72"/>
                      <a:pt x="104" y="71"/>
                      <a:pt x="103" y="69"/>
                    </a:cubicBezTo>
                    <a:cubicBezTo>
                      <a:pt x="103" y="67"/>
                      <a:pt x="103" y="67"/>
                      <a:pt x="103" y="67"/>
                    </a:cubicBezTo>
                    <a:cubicBezTo>
                      <a:pt x="102" y="66"/>
                      <a:pt x="103" y="64"/>
                      <a:pt x="105" y="64"/>
                    </a:cubicBezTo>
                    <a:cubicBezTo>
                      <a:pt x="105" y="64"/>
                      <a:pt x="105" y="64"/>
                      <a:pt x="105" y="64"/>
                    </a:cubicBezTo>
                    <a:cubicBezTo>
                      <a:pt x="107" y="63"/>
                      <a:pt x="108" y="64"/>
                      <a:pt x="109" y="66"/>
                    </a:cubicBezTo>
                    <a:lnTo>
                      <a:pt x="109" y="68"/>
                    </a:lnTo>
                    <a:close/>
                    <a:moveTo>
                      <a:pt x="106" y="56"/>
                    </a:moveTo>
                    <a:cubicBezTo>
                      <a:pt x="106" y="58"/>
                      <a:pt x="105" y="59"/>
                      <a:pt x="104" y="60"/>
                    </a:cubicBezTo>
                    <a:cubicBezTo>
                      <a:pt x="104" y="60"/>
                      <a:pt x="104" y="60"/>
                      <a:pt x="104" y="60"/>
                    </a:cubicBezTo>
                    <a:cubicBezTo>
                      <a:pt x="102" y="60"/>
                      <a:pt x="101" y="59"/>
                      <a:pt x="100" y="58"/>
                    </a:cubicBezTo>
                    <a:cubicBezTo>
                      <a:pt x="100" y="56"/>
                      <a:pt x="100" y="56"/>
                      <a:pt x="100" y="56"/>
                    </a:cubicBezTo>
                    <a:cubicBezTo>
                      <a:pt x="99" y="54"/>
                      <a:pt x="100" y="53"/>
                      <a:pt x="102" y="52"/>
                    </a:cubicBezTo>
                    <a:cubicBezTo>
                      <a:pt x="102" y="52"/>
                      <a:pt x="102" y="52"/>
                      <a:pt x="102" y="52"/>
                    </a:cubicBezTo>
                    <a:cubicBezTo>
                      <a:pt x="104" y="52"/>
                      <a:pt x="105" y="53"/>
                      <a:pt x="106" y="54"/>
                    </a:cubicBezTo>
                    <a:lnTo>
                      <a:pt x="106" y="56"/>
                    </a:lnTo>
                    <a:close/>
                    <a:moveTo>
                      <a:pt x="103" y="45"/>
                    </a:moveTo>
                    <a:cubicBezTo>
                      <a:pt x="103" y="46"/>
                      <a:pt x="103" y="48"/>
                      <a:pt x="101" y="48"/>
                    </a:cubicBezTo>
                    <a:cubicBezTo>
                      <a:pt x="101" y="48"/>
                      <a:pt x="101" y="48"/>
                      <a:pt x="101" y="48"/>
                    </a:cubicBezTo>
                    <a:cubicBezTo>
                      <a:pt x="99" y="49"/>
                      <a:pt x="98" y="48"/>
                      <a:pt x="97" y="46"/>
                    </a:cubicBezTo>
                    <a:cubicBezTo>
                      <a:pt x="97" y="44"/>
                      <a:pt x="97" y="44"/>
                      <a:pt x="97" y="44"/>
                    </a:cubicBezTo>
                    <a:cubicBezTo>
                      <a:pt x="96" y="43"/>
                      <a:pt x="97" y="41"/>
                      <a:pt x="99" y="41"/>
                    </a:cubicBezTo>
                    <a:cubicBezTo>
                      <a:pt x="99" y="41"/>
                      <a:pt x="99" y="41"/>
                      <a:pt x="99" y="41"/>
                    </a:cubicBezTo>
                    <a:cubicBezTo>
                      <a:pt x="101" y="41"/>
                      <a:pt x="102" y="41"/>
                      <a:pt x="103" y="43"/>
                    </a:cubicBezTo>
                    <a:lnTo>
                      <a:pt x="103" y="45"/>
                    </a:lnTo>
                    <a:close/>
                    <a:moveTo>
                      <a:pt x="100" y="33"/>
                    </a:moveTo>
                    <a:cubicBezTo>
                      <a:pt x="101" y="35"/>
                      <a:pt x="100" y="37"/>
                      <a:pt x="98" y="37"/>
                    </a:cubicBezTo>
                    <a:cubicBezTo>
                      <a:pt x="98" y="37"/>
                      <a:pt x="98" y="37"/>
                      <a:pt x="98" y="37"/>
                    </a:cubicBezTo>
                    <a:cubicBezTo>
                      <a:pt x="96" y="37"/>
                      <a:pt x="95" y="36"/>
                      <a:pt x="94" y="35"/>
                    </a:cubicBezTo>
                    <a:cubicBezTo>
                      <a:pt x="94" y="33"/>
                      <a:pt x="94" y="33"/>
                      <a:pt x="94" y="33"/>
                    </a:cubicBezTo>
                    <a:cubicBezTo>
                      <a:pt x="93" y="32"/>
                      <a:pt x="94" y="30"/>
                      <a:pt x="96" y="30"/>
                    </a:cubicBezTo>
                    <a:cubicBezTo>
                      <a:pt x="96" y="30"/>
                      <a:pt x="96" y="30"/>
                      <a:pt x="96" y="30"/>
                    </a:cubicBezTo>
                    <a:cubicBezTo>
                      <a:pt x="98" y="29"/>
                      <a:pt x="99" y="30"/>
                      <a:pt x="100" y="32"/>
                    </a:cubicBezTo>
                    <a:lnTo>
                      <a:pt x="100" y="33"/>
                    </a:lnTo>
                    <a:close/>
                    <a:moveTo>
                      <a:pt x="97" y="22"/>
                    </a:moveTo>
                    <a:cubicBezTo>
                      <a:pt x="98" y="24"/>
                      <a:pt x="97" y="25"/>
                      <a:pt x="95" y="26"/>
                    </a:cubicBezTo>
                    <a:cubicBezTo>
                      <a:pt x="95" y="26"/>
                      <a:pt x="95" y="26"/>
                      <a:pt x="95" y="26"/>
                    </a:cubicBezTo>
                    <a:cubicBezTo>
                      <a:pt x="93" y="26"/>
                      <a:pt x="92" y="25"/>
                      <a:pt x="91" y="24"/>
                    </a:cubicBezTo>
                    <a:cubicBezTo>
                      <a:pt x="91" y="22"/>
                      <a:pt x="91" y="22"/>
                      <a:pt x="91" y="22"/>
                    </a:cubicBezTo>
                    <a:cubicBezTo>
                      <a:pt x="91" y="20"/>
                      <a:pt x="91" y="19"/>
                      <a:pt x="93" y="18"/>
                    </a:cubicBezTo>
                    <a:cubicBezTo>
                      <a:pt x="93" y="18"/>
                      <a:pt x="93" y="18"/>
                      <a:pt x="93" y="18"/>
                    </a:cubicBezTo>
                    <a:cubicBezTo>
                      <a:pt x="95" y="18"/>
                      <a:pt x="96" y="19"/>
                      <a:pt x="97" y="20"/>
                    </a:cubicBezTo>
                    <a:lnTo>
                      <a:pt x="97" y="22"/>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12" name="Google Shape;707;p83">
                <a:extLst>
                  <a:ext uri="{FF2B5EF4-FFF2-40B4-BE49-F238E27FC236}">
                    <a16:creationId xmlns:a16="http://schemas.microsoft.com/office/drawing/2014/main" id="{FF66728C-D090-4164-8842-09173D6EB414}"/>
                  </a:ext>
                </a:extLst>
              </p:cNvPr>
              <p:cNvSpPr/>
              <p:nvPr/>
            </p:nvSpPr>
            <p:spPr>
              <a:xfrm>
                <a:off x="8937625" y="3398838"/>
                <a:ext cx="214313" cy="188913"/>
              </a:xfrm>
              <a:custGeom>
                <a:avLst/>
                <a:gdLst/>
                <a:ahLst/>
                <a:cxnLst/>
                <a:rect l="l" t="t" r="r" b="b"/>
                <a:pathLst>
                  <a:path w="135" h="119" extrusionOk="0">
                    <a:moveTo>
                      <a:pt x="23" y="119"/>
                    </a:moveTo>
                    <a:lnTo>
                      <a:pt x="135" y="89"/>
                    </a:lnTo>
                    <a:lnTo>
                      <a:pt x="112" y="0"/>
                    </a:lnTo>
                    <a:lnTo>
                      <a:pt x="0" y="30"/>
                    </a:lnTo>
                    <a:lnTo>
                      <a:pt x="23" y="119"/>
                    </a:lnTo>
                    <a:close/>
                    <a:moveTo>
                      <a:pt x="8" y="34"/>
                    </a:moveTo>
                    <a:lnTo>
                      <a:pt x="107" y="9"/>
                    </a:lnTo>
                    <a:lnTo>
                      <a:pt x="126" y="85"/>
                    </a:lnTo>
                    <a:lnTo>
                      <a:pt x="28" y="110"/>
                    </a:lnTo>
                    <a:lnTo>
                      <a:pt x="8" y="34"/>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grpSp>
          <p:nvGrpSpPr>
            <p:cNvPr id="11" name="Google Shape;708;p83">
              <a:extLst>
                <a:ext uri="{FF2B5EF4-FFF2-40B4-BE49-F238E27FC236}">
                  <a16:creationId xmlns:a16="http://schemas.microsoft.com/office/drawing/2014/main" id="{9FC7652C-6CD5-4354-A58B-9E1C86A8ACA7}"/>
                </a:ext>
              </a:extLst>
            </p:cNvPr>
            <p:cNvGrpSpPr/>
            <p:nvPr/>
          </p:nvGrpSpPr>
          <p:grpSpPr>
            <a:xfrm>
              <a:off x="10739822" y="5297265"/>
              <a:ext cx="332405" cy="531103"/>
              <a:chOff x="10739822" y="5174435"/>
              <a:chExt cx="332405" cy="531103"/>
            </a:xfrm>
          </p:grpSpPr>
          <p:sp>
            <p:nvSpPr>
              <p:cNvPr id="101" name="Google Shape;709;p83">
                <a:extLst>
                  <a:ext uri="{FF2B5EF4-FFF2-40B4-BE49-F238E27FC236}">
                    <a16:creationId xmlns:a16="http://schemas.microsoft.com/office/drawing/2014/main" id="{0BBF2959-5AEE-4E8D-BA17-A35DDD5B462B}"/>
                  </a:ext>
                </a:extLst>
              </p:cNvPr>
              <p:cNvSpPr/>
              <p:nvPr/>
            </p:nvSpPr>
            <p:spPr>
              <a:xfrm>
                <a:off x="10927379" y="5283999"/>
                <a:ext cx="14856" cy="42712"/>
              </a:xfrm>
              <a:custGeom>
                <a:avLst/>
                <a:gdLst/>
                <a:ahLst/>
                <a:cxnLst/>
                <a:rect l="l" t="t" r="r" b="b"/>
                <a:pathLst>
                  <a:path w="8" h="21" extrusionOk="0">
                    <a:moveTo>
                      <a:pt x="3" y="0"/>
                    </a:moveTo>
                    <a:cubicBezTo>
                      <a:pt x="0" y="20"/>
                      <a:pt x="0" y="20"/>
                      <a:pt x="0" y="20"/>
                    </a:cubicBezTo>
                    <a:cubicBezTo>
                      <a:pt x="5" y="21"/>
                      <a:pt x="5" y="21"/>
                      <a:pt x="5" y="21"/>
                    </a:cubicBezTo>
                    <a:cubicBezTo>
                      <a:pt x="8" y="1"/>
                      <a:pt x="8" y="1"/>
                      <a:pt x="8" y="1"/>
                    </a:cubicBezTo>
                    <a:cubicBezTo>
                      <a:pt x="7" y="1"/>
                      <a:pt x="6" y="1"/>
                      <a:pt x="5" y="1"/>
                    </a:cubicBezTo>
                    <a:cubicBezTo>
                      <a:pt x="4" y="1"/>
                      <a:pt x="3" y="1"/>
                      <a:pt x="3"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02" name="Google Shape;710;p83">
                <a:extLst>
                  <a:ext uri="{FF2B5EF4-FFF2-40B4-BE49-F238E27FC236}">
                    <a16:creationId xmlns:a16="http://schemas.microsoft.com/office/drawing/2014/main" id="{9C1F1D29-EF70-492C-827C-761DD1FF57A0}"/>
                  </a:ext>
                </a:extLst>
              </p:cNvPr>
              <p:cNvSpPr/>
              <p:nvPr/>
            </p:nvSpPr>
            <p:spPr>
              <a:xfrm>
                <a:off x="10739822" y="5330423"/>
                <a:ext cx="287837" cy="375115"/>
              </a:xfrm>
              <a:custGeom>
                <a:avLst/>
                <a:gdLst/>
                <a:ahLst/>
                <a:cxnLst/>
                <a:rect l="l" t="t" r="r" b="b"/>
                <a:pathLst>
                  <a:path w="155" h="202" extrusionOk="0">
                    <a:moveTo>
                      <a:pt x="112" y="3"/>
                    </a:moveTo>
                    <a:lnTo>
                      <a:pt x="106" y="1"/>
                    </a:lnTo>
                    <a:lnTo>
                      <a:pt x="101" y="1"/>
                    </a:lnTo>
                    <a:lnTo>
                      <a:pt x="95" y="0"/>
                    </a:lnTo>
                    <a:lnTo>
                      <a:pt x="0" y="181"/>
                    </a:lnTo>
                    <a:lnTo>
                      <a:pt x="22" y="185"/>
                    </a:lnTo>
                    <a:lnTo>
                      <a:pt x="43" y="137"/>
                    </a:lnTo>
                    <a:lnTo>
                      <a:pt x="125" y="147"/>
                    </a:lnTo>
                    <a:lnTo>
                      <a:pt x="133" y="199"/>
                    </a:lnTo>
                    <a:lnTo>
                      <a:pt x="155" y="202"/>
                    </a:lnTo>
                    <a:lnTo>
                      <a:pt x="112" y="3"/>
                    </a:lnTo>
                    <a:close/>
                    <a:moveTo>
                      <a:pt x="115" y="90"/>
                    </a:moveTo>
                    <a:lnTo>
                      <a:pt x="97" y="76"/>
                    </a:lnTo>
                    <a:lnTo>
                      <a:pt x="112" y="69"/>
                    </a:lnTo>
                    <a:lnTo>
                      <a:pt x="115" y="90"/>
                    </a:lnTo>
                    <a:close/>
                    <a:moveTo>
                      <a:pt x="113" y="107"/>
                    </a:moveTo>
                    <a:lnTo>
                      <a:pt x="88" y="113"/>
                    </a:lnTo>
                    <a:lnTo>
                      <a:pt x="65" y="100"/>
                    </a:lnTo>
                    <a:lnTo>
                      <a:pt x="113" y="107"/>
                    </a:lnTo>
                    <a:close/>
                    <a:moveTo>
                      <a:pt x="70" y="88"/>
                    </a:moveTo>
                    <a:lnTo>
                      <a:pt x="93" y="78"/>
                    </a:lnTo>
                    <a:lnTo>
                      <a:pt x="114" y="94"/>
                    </a:lnTo>
                    <a:lnTo>
                      <a:pt x="70" y="88"/>
                    </a:lnTo>
                    <a:close/>
                    <a:moveTo>
                      <a:pt x="109" y="51"/>
                    </a:moveTo>
                    <a:lnTo>
                      <a:pt x="101" y="33"/>
                    </a:lnTo>
                    <a:lnTo>
                      <a:pt x="106" y="28"/>
                    </a:lnTo>
                    <a:lnTo>
                      <a:pt x="109" y="51"/>
                    </a:lnTo>
                    <a:close/>
                    <a:moveTo>
                      <a:pt x="107" y="54"/>
                    </a:moveTo>
                    <a:lnTo>
                      <a:pt x="86" y="51"/>
                    </a:lnTo>
                    <a:lnTo>
                      <a:pt x="98" y="35"/>
                    </a:lnTo>
                    <a:lnTo>
                      <a:pt x="107" y="54"/>
                    </a:lnTo>
                    <a:close/>
                    <a:moveTo>
                      <a:pt x="104" y="26"/>
                    </a:moveTo>
                    <a:lnTo>
                      <a:pt x="99" y="31"/>
                    </a:lnTo>
                    <a:lnTo>
                      <a:pt x="96" y="24"/>
                    </a:lnTo>
                    <a:lnTo>
                      <a:pt x="104" y="26"/>
                    </a:lnTo>
                    <a:close/>
                    <a:moveTo>
                      <a:pt x="94" y="26"/>
                    </a:moveTo>
                    <a:lnTo>
                      <a:pt x="97" y="33"/>
                    </a:lnTo>
                    <a:lnTo>
                      <a:pt x="83" y="49"/>
                    </a:lnTo>
                    <a:lnTo>
                      <a:pt x="94" y="26"/>
                    </a:lnTo>
                    <a:close/>
                    <a:moveTo>
                      <a:pt x="108" y="66"/>
                    </a:moveTo>
                    <a:lnTo>
                      <a:pt x="94" y="74"/>
                    </a:lnTo>
                    <a:lnTo>
                      <a:pt x="81" y="63"/>
                    </a:lnTo>
                    <a:lnTo>
                      <a:pt x="108" y="66"/>
                    </a:lnTo>
                    <a:close/>
                    <a:moveTo>
                      <a:pt x="76" y="64"/>
                    </a:moveTo>
                    <a:lnTo>
                      <a:pt x="90" y="75"/>
                    </a:lnTo>
                    <a:lnTo>
                      <a:pt x="67" y="85"/>
                    </a:lnTo>
                    <a:lnTo>
                      <a:pt x="76" y="64"/>
                    </a:lnTo>
                    <a:close/>
                    <a:moveTo>
                      <a:pt x="60" y="102"/>
                    </a:moveTo>
                    <a:lnTo>
                      <a:pt x="82" y="114"/>
                    </a:lnTo>
                    <a:lnTo>
                      <a:pt x="50" y="123"/>
                    </a:lnTo>
                    <a:lnTo>
                      <a:pt x="60" y="102"/>
                    </a:lnTo>
                    <a:close/>
                    <a:moveTo>
                      <a:pt x="56" y="125"/>
                    </a:moveTo>
                    <a:lnTo>
                      <a:pt x="87" y="118"/>
                    </a:lnTo>
                    <a:lnTo>
                      <a:pt x="116" y="134"/>
                    </a:lnTo>
                    <a:lnTo>
                      <a:pt x="56" y="125"/>
                    </a:lnTo>
                    <a:close/>
                    <a:moveTo>
                      <a:pt x="94" y="117"/>
                    </a:moveTo>
                    <a:lnTo>
                      <a:pt x="118" y="110"/>
                    </a:lnTo>
                    <a:lnTo>
                      <a:pt x="121" y="132"/>
                    </a:lnTo>
                    <a:lnTo>
                      <a:pt x="94" y="117"/>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03" name="Google Shape;711;p83">
                <a:extLst>
                  <a:ext uri="{FF2B5EF4-FFF2-40B4-BE49-F238E27FC236}">
                    <a16:creationId xmlns:a16="http://schemas.microsoft.com/office/drawing/2014/main" id="{C3553138-4847-4644-8783-35E7FB310431}"/>
                  </a:ext>
                </a:extLst>
              </p:cNvPr>
              <p:cNvSpPr/>
              <p:nvPr/>
            </p:nvSpPr>
            <p:spPr>
              <a:xfrm>
                <a:off x="10914380" y="5226431"/>
                <a:ext cx="55710" cy="53854"/>
              </a:xfrm>
              <a:custGeom>
                <a:avLst/>
                <a:gdLst/>
                <a:ahLst/>
                <a:cxnLst/>
                <a:rect l="l" t="t" r="r" b="b"/>
                <a:pathLst>
                  <a:path w="27" h="26" extrusionOk="0">
                    <a:moveTo>
                      <a:pt x="9" y="25"/>
                    </a:moveTo>
                    <a:cubicBezTo>
                      <a:pt x="10" y="25"/>
                      <a:pt x="11" y="25"/>
                      <a:pt x="12" y="25"/>
                    </a:cubicBezTo>
                    <a:cubicBezTo>
                      <a:pt x="13" y="26"/>
                      <a:pt x="14" y="26"/>
                      <a:pt x="14" y="26"/>
                    </a:cubicBezTo>
                    <a:cubicBezTo>
                      <a:pt x="20" y="25"/>
                      <a:pt x="25" y="21"/>
                      <a:pt x="26" y="15"/>
                    </a:cubicBezTo>
                    <a:cubicBezTo>
                      <a:pt x="27" y="8"/>
                      <a:pt x="22" y="2"/>
                      <a:pt x="15" y="1"/>
                    </a:cubicBezTo>
                    <a:cubicBezTo>
                      <a:pt x="8" y="0"/>
                      <a:pt x="2" y="5"/>
                      <a:pt x="1" y="12"/>
                    </a:cubicBezTo>
                    <a:cubicBezTo>
                      <a:pt x="0" y="17"/>
                      <a:pt x="4" y="23"/>
                      <a:pt x="9" y="25"/>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04" name="Google Shape;712;p83">
                <a:extLst>
                  <a:ext uri="{FF2B5EF4-FFF2-40B4-BE49-F238E27FC236}">
                    <a16:creationId xmlns:a16="http://schemas.microsoft.com/office/drawing/2014/main" id="{C4D136B0-6C35-4707-98E4-89BE342CB283}"/>
                  </a:ext>
                </a:extLst>
              </p:cNvPr>
              <p:cNvSpPr/>
              <p:nvPr/>
            </p:nvSpPr>
            <p:spPr>
              <a:xfrm>
                <a:off x="10977519" y="5228288"/>
                <a:ext cx="24142" cy="61282"/>
              </a:xfrm>
              <a:custGeom>
                <a:avLst/>
                <a:gdLst/>
                <a:ahLst/>
                <a:cxnLst/>
                <a:rect l="l" t="t" r="r" b="b"/>
                <a:pathLst>
                  <a:path w="12" h="30" extrusionOk="0">
                    <a:moveTo>
                      <a:pt x="3" y="29"/>
                    </a:moveTo>
                    <a:cubicBezTo>
                      <a:pt x="7" y="26"/>
                      <a:pt x="10" y="21"/>
                      <a:pt x="11" y="16"/>
                    </a:cubicBezTo>
                    <a:cubicBezTo>
                      <a:pt x="12" y="11"/>
                      <a:pt x="10" y="5"/>
                      <a:pt x="7" y="2"/>
                    </a:cubicBezTo>
                    <a:cubicBezTo>
                      <a:pt x="6" y="0"/>
                      <a:pt x="4" y="1"/>
                      <a:pt x="4" y="2"/>
                    </a:cubicBezTo>
                    <a:cubicBezTo>
                      <a:pt x="4" y="2"/>
                      <a:pt x="4" y="2"/>
                      <a:pt x="4" y="2"/>
                    </a:cubicBezTo>
                    <a:cubicBezTo>
                      <a:pt x="4" y="3"/>
                      <a:pt x="4" y="3"/>
                      <a:pt x="4" y="4"/>
                    </a:cubicBezTo>
                    <a:cubicBezTo>
                      <a:pt x="7" y="7"/>
                      <a:pt x="8" y="11"/>
                      <a:pt x="8" y="16"/>
                    </a:cubicBezTo>
                    <a:cubicBezTo>
                      <a:pt x="7" y="20"/>
                      <a:pt x="5" y="24"/>
                      <a:pt x="1" y="26"/>
                    </a:cubicBezTo>
                    <a:cubicBezTo>
                      <a:pt x="1" y="26"/>
                      <a:pt x="1" y="27"/>
                      <a:pt x="1" y="27"/>
                    </a:cubicBezTo>
                    <a:cubicBezTo>
                      <a:pt x="1" y="27"/>
                      <a:pt x="1" y="27"/>
                      <a:pt x="1" y="27"/>
                    </a:cubicBezTo>
                    <a:cubicBezTo>
                      <a:pt x="0" y="29"/>
                      <a:pt x="2" y="30"/>
                      <a:pt x="3" y="29"/>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05" name="Google Shape;713;p83">
                <a:extLst>
                  <a:ext uri="{FF2B5EF4-FFF2-40B4-BE49-F238E27FC236}">
                    <a16:creationId xmlns:a16="http://schemas.microsoft.com/office/drawing/2014/main" id="{495A280D-300B-4E24-AD51-0B10D19F0F29}"/>
                  </a:ext>
                </a:extLst>
              </p:cNvPr>
              <p:cNvSpPr/>
              <p:nvPr/>
            </p:nvSpPr>
            <p:spPr>
              <a:xfrm>
                <a:off x="10999803" y="5219003"/>
                <a:ext cx="35284" cy="89136"/>
              </a:xfrm>
              <a:custGeom>
                <a:avLst/>
                <a:gdLst/>
                <a:ahLst/>
                <a:cxnLst/>
                <a:rect l="l" t="t" r="r" b="b"/>
                <a:pathLst>
                  <a:path w="17" h="44" extrusionOk="0">
                    <a:moveTo>
                      <a:pt x="4" y="42"/>
                    </a:moveTo>
                    <a:cubicBezTo>
                      <a:pt x="10" y="38"/>
                      <a:pt x="15" y="31"/>
                      <a:pt x="16" y="23"/>
                    </a:cubicBezTo>
                    <a:cubicBezTo>
                      <a:pt x="17" y="15"/>
                      <a:pt x="15" y="7"/>
                      <a:pt x="10" y="1"/>
                    </a:cubicBezTo>
                    <a:cubicBezTo>
                      <a:pt x="8" y="0"/>
                      <a:pt x="6" y="1"/>
                      <a:pt x="5" y="3"/>
                    </a:cubicBezTo>
                    <a:cubicBezTo>
                      <a:pt x="5" y="3"/>
                      <a:pt x="5" y="3"/>
                      <a:pt x="5" y="3"/>
                    </a:cubicBezTo>
                    <a:cubicBezTo>
                      <a:pt x="5" y="3"/>
                      <a:pt x="5" y="4"/>
                      <a:pt x="6" y="5"/>
                    </a:cubicBezTo>
                    <a:cubicBezTo>
                      <a:pt x="10" y="9"/>
                      <a:pt x="12" y="16"/>
                      <a:pt x="11" y="23"/>
                    </a:cubicBezTo>
                    <a:cubicBezTo>
                      <a:pt x="10" y="29"/>
                      <a:pt x="7" y="35"/>
                      <a:pt x="1" y="38"/>
                    </a:cubicBezTo>
                    <a:cubicBezTo>
                      <a:pt x="1" y="39"/>
                      <a:pt x="0" y="39"/>
                      <a:pt x="0" y="40"/>
                    </a:cubicBezTo>
                    <a:cubicBezTo>
                      <a:pt x="0" y="40"/>
                      <a:pt x="0" y="40"/>
                      <a:pt x="0" y="40"/>
                    </a:cubicBezTo>
                    <a:cubicBezTo>
                      <a:pt x="0" y="42"/>
                      <a:pt x="2" y="44"/>
                      <a:pt x="4" y="42"/>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06" name="Google Shape;714;p83">
                <a:extLst>
                  <a:ext uri="{FF2B5EF4-FFF2-40B4-BE49-F238E27FC236}">
                    <a16:creationId xmlns:a16="http://schemas.microsoft.com/office/drawing/2014/main" id="{7E0FE186-AEB8-429C-964A-38C095F04290}"/>
                  </a:ext>
                </a:extLst>
              </p:cNvPr>
              <p:cNvSpPr/>
              <p:nvPr/>
            </p:nvSpPr>
            <p:spPr>
              <a:xfrm>
                <a:off x="11018373" y="5200433"/>
                <a:ext cx="53854" cy="131848"/>
              </a:xfrm>
              <a:custGeom>
                <a:avLst/>
                <a:gdLst/>
                <a:ahLst/>
                <a:cxnLst/>
                <a:rect l="l" t="t" r="r" b="b"/>
                <a:pathLst>
                  <a:path w="26" h="65" extrusionOk="0">
                    <a:moveTo>
                      <a:pt x="17" y="33"/>
                    </a:moveTo>
                    <a:cubicBezTo>
                      <a:pt x="15" y="43"/>
                      <a:pt x="10" y="52"/>
                      <a:pt x="2" y="57"/>
                    </a:cubicBezTo>
                    <a:cubicBezTo>
                      <a:pt x="1" y="58"/>
                      <a:pt x="1" y="59"/>
                      <a:pt x="1" y="60"/>
                    </a:cubicBezTo>
                    <a:cubicBezTo>
                      <a:pt x="1" y="60"/>
                      <a:pt x="1" y="60"/>
                      <a:pt x="1" y="60"/>
                    </a:cubicBezTo>
                    <a:cubicBezTo>
                      <a:pt x="0" y="63"/>
                      <a:pt x="4" y="65"/>
                      <a:pt x="6" y="63"/>
                    </a:cubicBezTo>
                    <a:cubicBezTo>
                      <a:pt x="16" y="57"/>
                      <a:pt x="23" y="47"/>
                      <a:pt x="24" y="34"/>
                    </a:cubicBezTo>
                    <a:cubicBezTo>
                      <a:pt x="26" y="22"/>
                      <a:pt x="22" y="11"/>
                      <a:pt x="14" y="2"/>
                    </a:cubicBezTo>
                    <a:cubicBezTo>
                      <a:pt x="12" y="0"/>
                      <a:pt x="8" y="1"/>
                      <a:pt x="8" y="4"/>
                    </a:cubicBezTo>
                    <a:cubicBezTo>
                      <a:pt x="8" y="4"/>
                      <a:pt x="8" y="4"/>
                      <a:pt x="8" y="4"/>
                    </a:cubicBezTo>
                    <a:cubicBezTo>
                      <a:pt x="8" y="5"/>
                      <a:pt x="8" y="6"/>
                      <a:pt x="9" y="7"/>
                    </a:cubicBezTo>
                    <a:cubicBezTo>
                      <a:pt x="15" y="14"/>
                      <a:pt x="18" y="23"/>
                      <a:pt x="17" y="33"/>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07" name="Google Shape;715;p83">
                <a:extLst>
                  <a:ext uri="{FF2B5EF4-FFF2-40B4-BE49-F238E27FC236}">
                    <a16:creationId xmlns:a16="http://schemas.microsoft.com/office/drawing/2014/main" id="{3A80A0D1-5022-4E38-BFE1-41FAD397B0EB}"/>
                  </a:ext>
                </a:extLst>
              </p:cNvPr>
              <p:cNvSpPr/>
              <p:nvPr/>
            </p:nvSpPr>
            <p:spPr>
              <a:xfrm>
                <a:off x="10880954" y="5219003"/>
                <a:ext cx="22284" cy="59424"/>
              </a:xfrm>
              <a:custGeom>
                <a:avLst/>
                <a:gdLst/>
                <a:ahLst/>
                <a:cxnLst/>
                <a:rect l="l" t="t" r="r" b="b"/>
                <a:pathLst>
                  <a:path w="11" h="29" extrusionOk="0">
                    <a:moveTo>
                      <a:pt x="5" y="28"/>
                    </a:moveTo>
                    <a:cubicBezTo>
                      <a:pt x="6" y="29"/>
                      <a:pt x="8" y="28"/>
                      <a:pt x="8" y="27"/>
                    </a:cubicBezTo>
                    <a:cubicBezTo>
                      <a:pt x="8" y="27"/>
                      <a:pt x="8" y="27"/>
                      <a:pt x="8" y="27"/>
                    </a:cubicBezTo>
                    <a:cubicBezTo>
                      <a:pt x="8" y="26"/>
                      <a:pt x="8" y="26"/>
                      <a:pt x="7" y="26"/>
                    </a:cubicBezTo>
                    <a:cubicBezTo>
                      <a:pt x="5" y="22"/>
                      <a:pt x="3" y="18"/>
                      <a:pt x="4" y="14"/>
                    </a:cubicBezTo>
                    <a:cubicBezTo>
                      <a:pt x="5" y="9"/>
                      <a:pt x="7" y="6"/>
                      <a:pt x="10" y="3"/>
                    </a:cubicBezTo>
                    <a:cubicBezTo>
                      <a:pt x="11" y="3"/>
                      <a:pt x="11" y="3"/>
                      <a:pt x="11" y="2"/>
                    </a:cubicBezTo>
                    <a:cubicBezTo>
                      <a:pt x="11" y="2"/>
                      <a:pt x="11" y="2"/>
                      <a:pt x="11" y="2"/>
                    </a:cubicBezTo>
                    <a:cubicBezTo>
                      <a:pt x="11" y="1"/>
                      <a:pt x="10" y="0"/>
                      <a:pt x="9" y="1"/>
                    </a:cubicBezTo>
                    <a:cubicBezTo>
                      <a:pt x="4" y="3"/>
                      <a:pt x="1" y="8"/>
                      <a:pt x="1" y="13"/>
                    </a:cubicBezTo>
                    <a:cubicBezTo>
                      <a:pt x="0" y="19"/>
                      <a:pt x="2" y="24"/>
                      <a:pt x="5" y="28"/>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08" name="Google Shape;716;p83">
                <a:extLst>
                  <a:ext uri="{FF2B5EF4-FFF2-40B4-BE49-F238E27FC236}">
                    <a16:creationId xmlns:a16="http://schemas.microsoft.com/office/drawing/2014/main" id="{D8CAF073-9F30-4442-810F-ED02205AB5E3}"/>
                  </a:ext>
                </a:extLst>
              </p:cNvPr>
              <p:cNvSpPr/>
              <p:nvPr/>
            </p:nvSpPr>
            <p:spPr>
              <a:xfrm>
                <a:off x="10849385" y="5200433"/>
                <a:ext cx="33426" cy="87280"/>
              </a:xfrm>
              <a:custGeom>
                <a:avLst/>
                <a:gdLst/>
                <a:ahLst/>
                <a:cxnLst/>
                <a:rect l="l" t="t" r="r" b="b"/>
                <a:pathLst>
                  <a:path w="17" h="43" extrusionOk="0">
                    <a:moveTo>
                      <a:pt x="7" y="42"/>
                    </a:moveTo>
                    <a:cubicBezTo>
                      <a:pt x="9" y="43"/>
                      <a:pt x="11" y="43"/>
                      <a:pt x="11" y="41"/>
                    </a:cubicBezTo>
                    <a:cubicBezTo>
                      <a:pt x="11" y="41"/>
                      <a:pt x="11" y="41"/>
                      <a:pt x="11" y="41"/>
                    </a:cubicBezTo>
                    <a:cubicBezTo>
                      <a:pt x="12" y="40"/>
                      <a:pt x="11" y="39"/>
                      <a:pt x="11" y="39"/>
                    </a:cubicBezTo>
                    <a:cubicBezTo>
                      <a:pt x="7" y="34"/>
                      <a:pt x="5" y="28"/>
                      <a:pt x="6" y="21"/>
                    </a:cubicBezTo>
                    <a:cubicBezTo>
                      <a:pt x="6" y="14"/>
                      <a:pt x="10" y="9"/>
                      <a:pt x="15" y="5"/>
                    </a:cubicBezTo>
                    <a:cubicBezTo>
                      <a:pt x="16" y="5"/>
                      <a:pt x="16" y="4"/>
                      <a:pt x="16" y="3"/>
                    </a:cubicBezTo>
                    <a:cubicBezTo>
                      <a:pt x="16" y="3"/>
                      <a:pt x="16" y="3"/>
                      <a:pt x="16" y="3"/>
                    </a:cubicBezTo>
                    <a:cubicBezTo>
                      <a:pt x="17" y="1"/>
                      <a:pt x="14" y="0"/>
                      <a:pt x="13" y="1"/>
                    </a:cubicBezTo>
                    <a:cubicBezTo>
                      <a:pt x="6" y="5"/>
                      <a:pt x="2" y="12"/>
                      <a:pt x="1" y="20"/>
                    </a:cubicBezTo>
                    <a:cubicBezTo>
                      <a:pt x="0" y="28"/>
                      <a:pt x="2" y="36"/>
                      <a:pt x="7" y="42"/>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09" name="Google Shape;717;p83">
                <a:extLst>
                  <a:ext uri="{FF2B5EF4-FFF2-40B4-BE49-F238E27FC236}">
                    <a16:creationId xmlns:a16="http://schemas.microsoft.com/office/drawing/2014/main" id="{08D453FD-E074-40F0-B488-2B31FAE63427}"/>
                  </a:ext>
                </a:extLst>
              </p:cNvPr>
              <p:cNvSpPr/>
              <p:nvPr/>
            </p:nvSpPr>
            <p:spPr>
              <a:xfrm>
                <a:off x="10812244" y="5174435"/>
                <a:ext cx="51996" cy="133704"/>
              </a:xfrm>
              <a:custGeom>
                <a:avLst/>
                <a:gdLst/>
                <a:ahLst/>
                <a:cxnLst/>
                <a:rect l="l" t="t" r="r" b="b"/>
                <a:pathLst>
                  <a:path w="26" h="66" extrusionOk="0">
                    <a:moveTo>
                      <a:pt x="11" y="63"/>
                    </a:moveTo>
                    <a:cubicBezTo>
                      <a:pt x="13" y="66"/>
                      <a:pt x="17" y="65"/>
                      <a:pt x="18" y="62"/>
                    </a:cubicBezTo>
                    <a:cubicBezTo>
                      <a:pt x="18" y="61"/>
                      <a:pt x="18" y="61"/>
                      <a:pt x="18" y="61"/>
                    </a:cubicBezTo>
                    <a:cubicBezTo>
                      <a:pt x="18" y="60"/>
                      <a:pt x="18" y="59"/>
                      <a:pt x="17" y="59"/>
                    </a:cubicBezTo>
                    <a:cubicBezTo>
                      <a:pt x="11" y="51"/>
                      <a:pt x="8" y="42"/>
                      <a:pt x="9" y="32"/>
                    </a:cubicBezTo>
                    <a:cubicBezTo>
                      <a:pt x="10" y="22"/>
                      <a:pt x="16" y="14"/>
                      <a:pt x="24" y="8"/>
                    </a:cubicBezTo>
                    <a:cubicBezTo>
                      <a:pt x="24" y="8"/>
                      <a:pt x="25" y="7"/>
                      <a:pt x="25" y="6"/>
                    </a:cubicBezTo>
                    <a:cubicBezTo>
                      <a:pt x="25" y="6"/>
                      <a:pt x="25" y="6"/>
                      <a:pt x="25" y="6"/>
                    </a:cubicBezTo>
                    <a:cubicBezTo>
                      <a:pt x="26" y="2"/>
                      <a:pt x="22" y="0"/>
                      <a:pt x="20" y="2"/>
                    </a:cubicBezTo>
                    <a:cubicBezTo>
                      <a:pt x="10" y="8"/>
                      <a:pt x="3" y="19"/>
                      <a:pt x="2" y="31"/>
                    </a:cubicBezTo>
                    <a:cubicBezTo>
                      <a:pt x="0" y="43"/>
                      <a:pt x="4" y="55"/>
                      <a:pt x="11" y="63"/>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grpSp>
          <p:nvGrpSpPr>
            <p:cNvPr id="12" name="Google Shape;718;p83">
              <a:extLst>
                <a:ext uri="{FF2B5EF4-FFF2-40B4-BE49-F238E27FC236}">
                  <a16:creationId xmlns:a16="http://schemas.microsoft.com/office/drawing/2014/main" id="{40CF73AF-F956-4B7B-B589-F010E28EDF00}"/>
                </a:ext>
              </a:extLst>
            </p:cNvPr>
            <p:cNvGrpSpPr/>
            <p:nvPr/>
          </p:nvGrpSpPr>
          <p:grpSpPr>
            <a:xfrm>
              <a:off x="8542983" y="6012213"/>
              <a:ext cx="519963" cy="566386"/>
              <a:chOff x="8956675" y="5062538"/>
              <a:chExt cx="444501" cy="484187"/>
            </a:xfrm>
          </p:grpSpPr>
          <p:sp>
            <p:nvSpPr>
              <p:cNvPr id="95" name="Google Shape;719;p83">
                <a:extLst>
                  <a:ext uri="{FF2B5EF4-FFF2-40B4-BE49-F238E27FC236}">
                    <a16:creationId xmlns:a16="http://schemas.microsoft.com/office/drawing/2014/main" id="{EDC76DD6-3F74-4025-A5F0-A62E82A8E139}"/>
                  </a:ext>
                </a:extLst>
              </p:cNvPr>
              <p:cNvSpPr/>
              <p:nvPr/>
            </p:nvSpPr>
            <p:spPr>
              <a:xfrm>
                <a:off x="9150350" y="5492750"/>
                <a:ext cx="103188" cy="53975"/>
              </a:xfrm>
              <a:custGeom>
                <a:avLst/>
                <a:gdLst/>
                <a:ahLst/>
                <a:cxnLst/>
                <a:rect l="l" t="t" r="r" b="b"/>
                <a:pathLst>
                  <a:path w="59" h="31" extrusionOk="0">
                    <a:moveTo>
                      <a:pt x="0" y="21"/>
                    </a:moveTo>
                    <a:cubicBezTo>
                      <a:pt x="4" y="29"/>
                      <a:pt x="18" y="31"/>
                      <a:pt x="26" y="28"/>
                    </a:cubicBezTo>
                    <a:cubicBezTo>
                      <a:pt x="43" y="21"/>
                      <a:pt x="43" y="21"/>
                      <a:pt x="43" y="21"/>
                    </a:cubicBezTo>
                    <a:cubicBezTo>
                      <a:pt x="51" y="18"/>
                      <a:pt x="59" y="8"/>
                      <a:pt x="56" y="0"/>
                    </a:cubicBezTo>
                    <a:cubicBezTo>
                      <a:pt x="56" y="0"/>
                      <a:pt x="56" y="0"/>
                      <a:pt x="56" y="0"/>
                    </a:cubicBezTo>
                    <a:cubicBezTo>
                      <a:pt x="0" y="21"/>
                      <a:pt x="0" y="21"/>
                      <a:pt x="0" y="21"/>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96" name="Google Shape;720;p83">
                <a:extLst>
                  <a:ext uri="{FF2B5EF4-FFF2-40B4-BE49-F238E27FC236}">
                    <a16:creationId xmlns:a16="http://schemas.microsoft.com/office/drawing/2014/main" id="{8A51F760-2D30-4AD2-8ED4-DAA6ED06EFF6}"/>
                  </a:ext>
                </a:extLst>
              </p:cNvPr>
              <p:cNvSpPr/>
              <p:nvPr/>
            </p:nvSpPr>
            <p:spPr>
              <a:xfrm>
                <a:off x="9077325" y="5364163"/>
                <a:ext cx="168275" cy="160338"/>
              </a:xfrm>
              <a:custGeom>
                <a:avLst/>
                <a:gdLst/>
                <a:ahLst/>
                <a:cxnLst/>
                <a:rect l="l" t="t" r="r" b="b"/>
                <a:pathLst>
                  <a:path w="96" h="92" extrusionOk="0">
                    <a:moveTo>
                      <a:pt x="60" y="16"/>
                    </a:moveTo>
                    <a:cubicBezTo>
                      <a:pt x="52" y="0"/>
                      <a:pt x="52" y="0"/>
                      <a:pt x="52" y="0"/>
                    </a:cubicBezTo>
                    <a:cubicBezTo>
                      <a:pt x="5" y="18"/>
                      <a:pt x="5" y="18"/>
                      <a:pt x="5" y="18"/>
                    </a:cubicBezTo>
                    <a:cubicBezTo>
                      <a:pt x="3" y="18"/>
                      <a:pt x="1" y="19"/>
                      <a:pt x="0" y="19"/>
                    </a:cubicBezTo>
                    <a:cubicBezTo>
                      <a:pt x="16" y="33"/>
                      <a:pt x="30" y="50"/>
                      <a:pt x="38" y="70"/>
                    </a:cubicBezTo>
                    <a:cubicBezTo>
                      <a:pt x="38" y="70"/>
                      <a:pt x="38" y="70"/>
                      <a:pt x="38" y="70"/>
                    </a:cubicBezTo>
                    <a:cubicBezTo>
                      <a:pt x="41" y="92"/>
                      <a:pt x="41" y="92"/>
                      <a:pt x="41" y="92"/>
                    </a:cubicBezTo>
                    <a:cubicBezTo>
                      <a:pt x="41" y="92"/>
                      <a:pt x="41" y="92"/>
                      <a:pt x="41" y="92"/>
                    </a:cubicBezTo>
                    <a:cubicBezTo>
                      <a:pt x="96" y="70"/>
                      <a:pt x="96" y="70"/>
                      <a:pt x="96" y="70"/>
                    </a:cubicBezTo>
                    <a:cubicBezTo>
                      <a:pt x="82" y="56"/>
                      <a:pt x="82" y="56"/>
                      <a:pt x="82" y="56"/>
                    </a:cubicBezTo>
                    <a:cubicBezTo>
                      <a:pt x="74" y="43"/>
                      <a:pt x="66" y="30"/>
                      <a:pt x="60" y="16"/>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97" name="Google Shape;721;p83">
                <a:extLst>
                  <a:ext uri="{FF2B5EF4-FFF2-40B4-BE49-F238E27FC236}">
                    <a16:creationId xmlns:a16="http://schemas.microsoft.com/office/drawing/2014/main" id="{9AB35250-ED37-48CE-A807-AE6CD91CB028}"/>
                  </a:ext>
                </a:extLst>
              </p:cNvPr>
              <p:cNvSpPr/>
              <p:nvPr/>
            </p:nvSpPr>
            <p:spPr>
              <a:xfrm>
                <a:off x="9337675" y="5137150"/>
                <a:ext cx="60325" cy="106363"/>
              </a:xfrm>
              <a:custGeom>
                <a:avLst/>
                <a:gdLst/>
                <a:ahLst/>
                <a:cxnLst/>
                <a:rect l="l" t="t" r="r" b="b"/>
                <a:pathLst>
                  <a:path w="34" h="61" extrusionOk="0">
                    <a:moveTo>
                      <a:pt x="0" y="0"/>
                    </a:moveTo>
                    <a:cubicBezTo>
                      <a:pt x="24" y="61"/>
                      <a:pt x="24" y="61"/>
                      <a:pt x="24" y="61"/>
                    </a:cubicBezTo>
                    <a:cubicBezTo>
                      <a:pt x="32" y="53"/>
                      <a:pt x="34" y="38"/>
                      <a:pt x="29" y="24"/>
                    </a:cubicBezTo>
                    <a:cubicBezTo>
                      <a:pt x="23" y="10"/>
                      <a:pt x="12" y="1"/>
                      <a:pt x="0"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98" name="Google Shape;722;p83">
                <a:extLst>
                  <a:ext uri="{FF2B5EF4-FFF2-40B4-BE49-F238E27FC236}">
                    <a16:creationId xmlns:a16="http://schemas.microsoft.com/office/drawing/2014/main" id="{47C208E4-B578-43BB-A392-A2860EB43597}"/>
                  </a:ext>
                </a:extLst>
              </p:cNvPr>
              <p:cNvSpPr/>
              <p:nvPr/>
            </p:nvSpPr>
            <p:spPr>
              <a:xfrm>
                <a:off x="8956675" y="5195888"/>
                <a:ext cx="207963" cy="206375"/>
              </a:xfrm>
              <a:custGeom>
                <a:avLst/>
                <a:gdLst/>
                <a:ahLst/>
                <a:cxnLst/>
                <a:rect l="l" t="t" r="r" b="b"/>
                <a:pathLst>
                  <a:path w="119" h="118" extrusionOk="0">
                    <a:moveTo>
                      <a:pt x="73" y="110"/>
                    </a:moveTo>
                    <a:cubicBezTo>
                      <a:pt x="119" y="92"/>
                      <a:pt x="119" y="92"/>
                      <a:pt x="119" y="92"/>
                    </a:cubicBezTo>
                    <a:cubicBezTo>
                      <a:pt x="84" y="0"/>
                      <a:pt x="84" y="0"/>
                      <a:pt x="84" y="0"/>
                    </a:cubicBezTo>
                    <a:cubicBezTo>
                      <a:pt x="37" y="18"/>
                      <a:pt x="37" y="18"/>
                      <a:pt x="37" y="18"/>
                    </a:cubicBezTo>
                    <a:cubicBezTo>
                      <a:pt x="12" y="28"/>
                      <a:pt x="0" y="56"/>
                      <a:pt x="10" y="81"/>
                    </a:cubicBezTo>
                    <a:cubicBezTo>
                      <a:pt x="10" y="82"/>
                      <a:pt x="10" y="82"/>
                      <a:pt x="10" y="82"/>
                    </a:cubicBezTo>
                    <a:cubicBezTo>
                      <a:pt x="19" y="105"/>
                      <a:pt x="44" y="118"/>
                      <a:pt x="67" y="112"/>
                    </a:cubicBezTo>
                    <a:cubicBezTo>
                      <a:pt x="69" y="111"/>
                      <a:pt x="71" y="111"/>
                      <a:pt x="73" y="11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99" name="Google Shape;723;p83">
                <a:extLst>
                  <a:ext uri="{FF2B5EF4-FFF2-40B4-BE49-F238E27FC236}">
                    <a16:creationId xmlns:a16="http://schemas.microsoft.com/office/drawing/2014/main" id="{211759DA-972D-42C5-B526-4387939F1816}"/>
                  </a:ext>
                </a:extLst>
              </p:cNvPr>
              <p:cNvSpPr/>
              <p:nvPr/>
            </p:nvSpPr>
            <p:spPr>
              <a:xfrm>
                <a:off x="9110663" y="5070475"/>
                <a:ext cx="255588" cy="282575"/>
              </a:xfrm>
              <a:custGeom>
                <a:avLst/>
                <a:gdLst/>
                <a:ahLst/>
                <a:cxnLst/>
                <a:rect l="l" t="t" r="r" b="b"/>
                <a:pathLst>
                  <a:path w="161" h="178" extrusionOk="0">
                    <a:moveTo>
                      <a:pt x="39" y="178"/>
                    </a:moveTo>
                    <a:lnTo>
                      <a:pt x="161" y="173"/>
                    </a:lnTo>
                    <a:lnTo>
                      <a:pt x="94" y="0"/>
                    </a:lnTo>
                    <a:lnTo>
                      <a:pt x="0" y="78"/>
                    </a:lnTo>
                    <a:lnTo>
                      <a:pt x="39" y="178"/>
                    </a:lnTo>
                    <a:close/>
                    <a:moveTo>
                      <a:pt x="7" y="79"/>
                    </a:moveTo>
                    <a:lnTo>
                      <a:pt x="90" y="11"/>
                    </a:lnTo>
                    <a:lnTo>
                      <a:pt x="151" y="167"/>
                    </a:lnTo>
                    <a:lnTo>
                      <a:pt x="44" y="173"/>
                    </a:lnTo>
                    <a:lnTo>
                      <a:pt x="7" y="79"/>
                    </a:lnTo>
                    <a:close/>
                  </a:path>
                </a:pathLst>
              </a:custGeom>
              <a:solidFill>
                <a:schemeClr val="accent1"/>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00" name="Google Shape;724;p83">
                <a:extLst>
                  <a:ext uri="{FF2B5EF4-FFF2-40B4-BE49-F238E27FC236}">
                    <a16:creationId xmlns:a16="http://schemas.microsoft.com/office/drawing/2014/main" id="{2DE5742E-F361-41BD-A7F0-7E32F0EB78AC}"/>
                  </a:ext>
                </a:extLst>
              </p:cNvPr>
              <p:cNvSpPr/>
              <p:nvPr/>
            </p:nvSpPr>
            <p:spPr>
              <a:xfrm>
                <a:off x="9266238" y="5062538"/>
                <a:ext cx="134938" cy="279400"/>
              </a:xfrm>
              <a:custGeom>
                <a:avLst/>
                <a:gdLst/>
                <a:ahLst/>
                <a:cxnLst/>
                <a:rect l="l" t="t" r="r" b="b"/>
                <a:pathLst>
                  <a:path w="77" h="160" extrusionOk="0">
                    <a:moveTo>
                      <a:pt x="1" y="4"/>
                    </a:moveTo>
                    <a:cubicBezTo>
                      <a:pt x="0" y="4"/>
                      <a:pt x="0" y="4"/>
                      <a:pt x="0" y="4"/>
                    </a:cubicBezTo>
                    <a:cubicBezTo>
                      <a:pt x="61" y="160"/>
                      <a:pt x="61" y="160"/>
                      <a:pt x="61" y="160"/>
                    </a:cubicBezTo>
                    <a:cubicBezTo>
                      <a:pt x="61" y="160"/>
                      <a:pt x="61" y="160"/>
                      <a:pt x="61" y="160"/>
                    </a:cubicBezTo>
                    <a:cubicBezTo>
                      <a:pt x="71" y="156"/>
                      <a:pt x="77" y="144"/>
                      <a:pt x="73" y="134"/>
                    </a:cubicBezTo>
                    <a:cubicBezTo>
                      <a:pt x="61" y="105"/>
                      <a:pt x="61" y="105"/>
                      <a:pt x="61" y="105"/>
                    </a:cubicBezTo>
                    <a:cubicBezTo>
                      <a:pt x="38" y="44"/>
                      <a:pt x="38" y="44"/>
                      <a:pt x="38" y="44"/>
                    </a:cubicBezTo>
                    <a:cubicBezTo>
                      <a:pt x="27" y="16"/>
                      <a:pt x="27" y="16"/>
                      <a:pt x="27" y="16"/>
                    </a:cubicBezTo>
                    <a:cubicBezTo>
                      <a:pt x="23" y="5"/>
                      <a:pt x="11" y="0"/>
                      <a:pt x="1" y="4"/>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
          <p:nvSpPr>
            <p:cNvPr id="13" name="Google Shape;725;p83">
              <a:extLst>
                <a:ext uri="{FF2B5EF4-FFF2-40B4-BE49-F238E27FC236}">
                  <a16:creationId xmlns:a16="http://schemas.microsoft.com/office/drawing/2014/main" id="{8A438E9C-4D09-4556-9FF9-25039A95D4CA}"/>
                </a:ext>
              </a:extLst>
            </p:cNvPr>
            <p:cNvSpPr/>
            <p:nvPr/>
          </p:nvSpPr>
          <p:spPr>
            <a:xfrm>
              <a:off x="8929240" y="4816301"/>
              <a:ext cx="0" cy="0"/>
            </a:xfrm>
            <a:custGeom>
              <a:avLst/>
              <a:gdLst/>
              <a:ahLst/>
              <a:cxnLst/>
              <a:rect l="l" t="t" r="r" b="b"/>
              <a:pathLst>
                <a:path w="120000" h="120000" extrusionOk="0">
                  <a:moveTo>
                    <a:pt x="0" y="0"/>
                  </a:moveTo>
                  <a:lnTo>
                    <a:pt x="0" y="0"/>
                  </a:lnTo>
                  <a:lnTo>
                    <a:pt x="0" y="0"/>
                  </a:lnTo>
                  <a:close/>
                </a:path>
              </a:pathLst>
            </a:custGeom>
            <a:solidFill>
              <a:srgbClr val="90A5B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4" name="Google Shape;726;p83">
              <a:extLst>
                <a:ext uri="{FF2B5EF4-FFF2-40B4-BE49-F238E27FC236}">
                  <a16:creationId xmlns:a16="http://schemas.microsoft.com/office/drawing/2014/main" id="{49B854A4-2C66-462F-AABE-57C7BC3212F4}"/>
                </a:ext>
              </a:extLst>
            </p:cNvPr>
            <p:cNvSpPr/>
            <p:nvPr/>
          </p:nvSpPr>
          <p:spPr>
            <a:xfrm>
              <a:off x="8606121" y="4784731"/>
              <a:ext cx="486536" cy="488393"/>
            </a:xfrm>
            <a:custGeom>
              <a:avLst/>
              <a:gdLst/>
              <a:ahLst/>
              <a:cxnLst/>
              <a:rect l="l" t="t" r="r" b="b"/>
              <a:pathLst>
                <a:path w="238" h="239" extrusionOk="0">
                  <a:moveTo>
                    <a:pt x="230" y="95"/>
                  </a:moveTo>
                  <a:cubicBezTo>
                    <a:pt x="222" y="61"/>
                    <a:pt x="198" y="32"/>
                    <a:pt x="166" y="18"/>
                  </a:cubicBezTo>
                  <a:cubicBezTo>
                    <a:pt x="163" y="16"/>
                    <a:pt x="159" y="15"/>
                    <a:pt x="155" y="14"/>
                  </a:cubicBezTo>
                  <a:cubicBezTo>
                    <a:pt x="155" y="14"/>
                    <a:pt x="155" y="14"/>
                    <a:pt x="155" y="14"/>
                  </a:cubicBezTo>
                  <a:cubicBezTo>
                    <a:pt x="115" y="0"/>
                    <a:pt x="69" y="12"/>
                    <a:pt x="39" y="42"/>
                  </a:cubicBezTo>
                  <a:cubicBezTo>
                    <a:pt x="10" y="72"/>
                    <a:pt x="0" y="117"/>
                    <a:pt x="13" y="156"/>
                  </a:cubicBezTo>
                  <a:cubicBezTo>
                    <a:pt x="26" y="195"/>
                    <a:pt x="60" y="225"/>
                    <a:pt x="100" y="232"/>
                  </a:cubicBezTo>
                  <a:cubicBezTo>
                    <a:pt x="141" y="239"/>
                    <a:pt x="183" y="223"/>
                    <a:pt x="209" y="190"/>
                  </a:cubicBezTo>
                  <a:cubicBezTo>
                    <a:pt x="230" y="164"/>
                    <a:pt x="238" y="128"/>
                    <a:pt x="230" y="95"/>
                  </a:cubicBezTo>
                  <a:close/>
                  <a:moveTo>
                    <a:pt x="214" y="79"/>
                  </a:moveTo>
                  <a:cubicBezTo>
                    <a:pt x="213" y="80"/>
                    <a:pt x="212" y="80"/>
                    <a:pt x="212" y="80"/>
                  </a:cubicBezTo>
                  <a:cubicBezTo>
                    <a:pt x="212" y="80"/>
                    <a:pt x="212" y="80"/>
                    <a:pt x="212" y="80"/>
                  </a:cubicBezTo>
                  <a:cubicBezTo>
                    <a:pt x="211" y="80"/>
                    <a:pt x="211" y="80"/>
                    <a:pt x="211" y="80"/>
                  </a:cubicBezTo>
                  <a:cubicBezTo>
                    <a:pt x="211" y="80"/>
                    <a:pt x="211" y="80"/>
                    <a:pt x="211" y="80"/>
                  </a:cubicBezTo>
                  <a:cubicBezTo>
                    <a:pt x="208" y="78"/>
                    <a:pt x="207" y="74"/>
                    <a:pt x="204" y="72"/>
                  </a:cubicBezTo>
                  <a:cubicBezTo>
                    <a:pt x="203" y="72"/>
                    <a:pt x="202" y="72"/>
                    <a:pt x="202" y="72"/>
                  </a:cubicBezTo>
                  <a:cubicBezTo>
                    <a:pt x="202" y="72"/>
                    <a:pt x="202" y="72"/>
                    <a:pt x="202" y="72"/>
                  </a:cubicBezTo>
                  <a:cubicBezTo>
                    <a:pt x="200" y="70"/>
                    <a:pt x="203" y="66"/>
                    <a:pt x="199" y="65"/>
                  </a:cubicBezTo>
                  <a:cubicBezTo>
                    <a:pt x="195" y="64"/>
                    <a:pt x="190" y="68"/>
                    <a:pt x="186" y="69"/>
                  </a:cubicBezTo>
                  <a:cubicBezTo>
                    <a:pt x="182" y="70"/>
                    <a:pt x="184" y="73"/>
                    <a:pt x="182" y="75"/>
                  </a:cubicBezTo>
                  <a:cubicBezTo>
                    <a:pt x="180" y="77"/>
                    <a:pt x="176" y="75"/>
                    <a:pt x="175" y="78"/>
                  </a:cubicBezTo>
                  <a:cubicBezTo>
                    <a:pt x="172" y="84"/>
                    <a:pt x="180" y="97"/>
                    <a:pt x="170" y="100"/>
                  </a:cubicBezTo>
                  <a:cubicBezTo>
                    <a:pt x="169" y="100"/>
                    <a:pt x="168" y="100"/>
                    <a:pt x="167" y="100"/>
                  </a:cubicBezTo>
                  <a:cubicBezTo>
                    <a:pt x="165" y="100"/>
                    <a:pt x="167" y="103"/>
                    <a:pt x="168" y="103"/>
                  </a:cubicBezTo>
                  <a:cubicBezTo>
                    <a:pt x="170" y="107"/>
                    <a:pt x="173" y="110"/>
                    <a:pt x="174" y="113"/>
                  </a:cubicBezTo>
                  <a:cubicBezTo>
                    <a:pt x="176" y="117"/>
                    <a:pt x="176" y="121"/>
                    <a:pt x="179" y="123"/>
                  </a:cubicBezTo>
                  <a:cubicBezTo>
                    <a:pt x="184" y="127"/>
                    <a:pt x="191" y="122"/>
                    <a:pt x="196" y="122"/>
                  </a:cubicBezTo>
                  <a:cubicBezTo>
                    <a:pt x="198" y="122"/>
                    <a:pt x="197" y="123"/>
                    <a:pt x="198" y="124"/>
                  </a:cubicBezTo>
                  <a:cubicBezTo>
                    <a:pt x="198" y="126"/>
                    <a:pt x="198" y="128"/>
                    <a:pt x="199" y="128"/>
                  </a:cubicBezTo>
                  <a:cubicBezTo>
                    <a:pt x="199" y="129"/>
                    <a:pt x="200" y="129"/>
                    <a:pt x="201" y="128"/>
                  </a:cubicBezTo>
                  <a:cubicBezTo>
                    <a:pt x="202" y="128"/>
                    <a:pt x="203" y="126"/>
                    <a:pt x="204" y="127"/>
                  </a:cubicBezTo>
                  <a:cubicBezTo>
                    <a:pt x="205" y="129"/>
                    <a:pt x="204" y="132"/>
                    <a:pt x="203" y="133"/>
                  </a:cubicBezTo>
                  <a:cubicBezTo>
                    <a:pt x="202" y="135"/>
                    <a:pt x="196" y="137"/>
                    <a:pt x="200" y="140"/>
                  </a:cubicBezTo>
                  <a:cubicBezTo>
                    <a:pt x="201" y="141"/>
                    <a:pt x="201" y="141"/>
                    <a:pt x="202" y="142"/>
                  </a:cubicBezTo>
                  <a:cubicBezTo>
                    <a:pt x="205" y="145"/>
                    <a:pt x="203" y="150"/>
                    <a:pt x="201" y="153"/>
                  </a:cubicBezTo>
                  <a:cubicBezTo>
                    <a:pt x="199" y="156"/>
                    <a:pt x="198" y="157"/>
                    <a:pt x="197" y="161"/>
                  </a:cubicBezTo>
                  <a:cubicBezTo>
                    <a:pt x="196" y="163"/>
                    <a:pt x="196" y="166"/>
                    <a:pt x="193" y="168"/>
                  </a:cubicBezTo>
                  <a:cubicBezTo>
                    <a:pt x="193" y="168"/>
                    <a:pt x="193" y="168"/>
                    <a:pt x="193" y="168"/>
                  </a:cubicBezTo>
                  <a:cubicBezTo>
                    <a:pt x="191" y="169"/>
                    <a:pt x="190" y="170"/>
                    <a:pt x="189" y="172"/>
                  </a:cubicBezTo>
                  <a:cubicBezTo>
                    <a:pt x="189" y="175"/>
                    <a:pt x="193" y="178"/>
                    <a:pt x="192" y="181"/>
                  </a:cubicBezTo>
                  <a:cubicBezTo>
                    <a:pt x="191" y="184"/>
                    <a:pt x="187" y="186"/>
                    <a:pt x="185" y="187"/>
                  </a:cubicBezTo>
                  <a:cubicBezTo>
                    <a:pt x="180" y="192"/>
                    <a:pt x="177" y="200"/>
                    <a:pt x="183" y="205"/>
                  </a:cubicBezTo>
                  <a:cubicBezTo>
                    <a:pt x="183" y="205"/>
                    <a:pt x="183" y="205"/>
                    <a:pt x="184" y="205"/>
                  </a:cubicBezTo>
                  <a:cubicBezTo>
                    <a:pt x="150" y="231"/>
                    <a:pt x="103" y="234"/>
                    <a:pt x="67" y="212"/>
                  </a:cubicBezTo>
                  <a:cubicBezTo>
                    <a:pt x="35" y="194"/>
                    <a:pt x="14" y="158"/>
                    <a:pt x="14" y="121"/>
                  </a:cubicBezTo>
                  <a:cubicBezTo>
                    <a:pt x="14" y="89"/>
                    <a:pt x="29" y="60"/>
                    <a:pt x="51" y="40"/>
                  </a:cubicBezTo>
                  <a:cubicBezTo>
                    <a:pt x="49" y="43"/>
                    <a:pt x="46" y="47"/>
                    <a:pt x="45" y="51"/>
                  </a:cubicBezTo>
                  <a:cubicBezTo>
                    <a:pt x="44" y="53"/>
                    <a:pt x="45" y="58"/>
                    <a:pt x="47" y="54"/>
                  </a:cubicBezTo>
                  <a:cubicBezTo>
                    <a:pt x="48" y="52"/>
                    <a:pt x="50" y="47"/>
                    <a:pt x="52" y="47"/>
                  </a:cubicBezTo>
                  <a:cubicBezTo>
                    <a:pt x="54" y="48"/>
                    <a:pt x="51" y="56"/>
                    <a:pt x="50" y="57"/>
                  </a:cubicBezTo>
                  <a:cubicBezTo>
                    <a:pt x="49" y="60"/>
                    <a:pt x="46" y="64"/>
                    <a:pt x="47" y="67"/>
                  </a:cubicBezTo>
                  <a:cubicBezTo>
                    <a:pt x="47" y="71"/>
                    <a:pt x="52" y="72"/>
                    <a:pt x="54" y="74"/>
                  </a:cubicBezTo>
                  <a:cubicBezTo>
                    <a:pt x="56" y="76"/>
                    <a:pt x="56" y="80"/>
                    <a:pt x="59" y="81"/>
                  </a:cubicBezTo>
                  <a:cubicBezTo>
                    <a:pt x="62" y="82"/>
                    <a:pt x="62" y="88"/>
                    <a:pt x="63" y="91"/>
                  </a:cubicBezTo>
                  <a:cubicBezTo>
                    <a:pt x="65" y="93"/>
                    <a:pt x="68" y="94"/>
                    <a:pt x="71" y="94"/>
                  </a:cubicBezTo>
                  <a:cubicBezTo>
                    <a:pt x="73" y="94"/>
                    <a:pt x="80" y="91"/>
                    <a:pt x="76" y="96"/>
                  </a:cubicBezTo>
                  <a:cubicBezTo>
                    <a:pt x="73" y="101"/>
                    <a:pt x="69" y="105"/>
                    <a:pt x="65" y="109"/>
                  </a:cubicBezTo>
                  <a:cubicBezTo>
                    <a:pt x="62" y="111"/>
                    <a:pt x="59" y="115"/>
                    <a:pt x="60" y="118"/>
                  </a:cubicBezTo>
                  <a:cubicBezTo>
                    <a:pt x="62" y="123"/>
                    <a:pt x="68" y="126"/>
                    <a:pt x="68" y="131"/>
                  </a:cubicBezTo>
                  <a:cubicBezTo>
                    <a:pt x="68" y="134"/>
                    <a:pt x="64" y="138"/>
                    <a:pt x="66" y="141"/>
                  </a:cubicBezTo>
                  <a:cubicBezTo>
                    <a:pt x="68" y="144"/>
                    <a:pt x="71" y="144"/>
                    <a:pt x="74" y="146"/>
                  </a:cubicBezTo>
                  <a:cubicBezTo>
                    <a:pt x="77" y="149"/>
                    <a:pt x="76" y="155"/>
                    <a:pt x="75" y="158"/>
                  </a:cubicBezTo>
                  <a:cubicBezTo>
                    <a:pt x="73" y="165"/>
                    <a:pt x="67" y="165"/>
                    <a:pt x="69" y="173"/>
                  </a:cubicBezTo>
                  <a:cubicBezTo>
                    <a:pt x="71" y="177"/>
                    <a:pt x="72" y="181"/>
                    <a:pt x="72" y="185"/>
                  </a:cubicBezTo>
                  <a:cubicBezTo>
                    <a:pt x="73" y="190"/>
                    <a:pt x="72" y="195"/>
                    <a:pt x="72" y="200"/>
                  </a:cubicBezTo>
                  <a:cubicBezTo>
                    <a:pt x="72" y="203"/>
                    <a:pt x="72" y="208"/>
                    <a:pt x="75" y="210"/>
                  </a:cubicBezTo>
                  <a:cubicBezTo>
                    <a:pt x="77" y="211"/>
                    <a:pt x="80" y="212"/>
                    <a:pt x="80" y="209"/>
                  </a:cubicBezTo>
                  <a:cubicBezTo>
                    <a:pt x="81" y="204"/>
                    <a:pt x="78" y="200"/>
                    <a:pt x="79" y="195"/>
                  </a:cubicBezTo>
                  <a:cubicBezTo>
                    <a:pt x="80" y="191"/>
                    <a:pt x="83" y="193"/>
                    <a:pt x="86" y="191"/>
                  </a:cubicBezTo>
                  <a:cubicBezTo>
                    <a:pt x="89" y="189"/>
                    <a:pt x="90" y="185"/>
                    <a:pt x="91" y="183"/>
                  </a:cubicBezTo>
                  <a:cubicBezTo>
                    <a:pt x="91" y="183"/>
                    <a:pt x="102" y="185"/>
                    <a:pt x="107" y="169"/>
                  </a:cubicBezTo>
                  <a:cubicBezTo>
                    <a:pt x="109" y="168"/>
                    <a:pt x="112" y="167"/>
                    <a:pt x="115" y="166"/>
                  </a:cubicBezTo>
                  <a:cubicBezTo>
                    <a:pt x="118" y="164"/>
                    <a:pt x="118" y="162"/>
                    <a:pt x="119" y="159"/>
                  </a:cubicBezTo>
                  <a:cubicBezTo>
                    <a:pt x="121" y="151"/>
                    <a:pt x="127" y="147"/>
                    <a:pt x="133" y="141"/>
                  </a:cubicBezTo>
                  <a:cubicBezTo>
                    <a:pt x="144" y="129"/>
                    <a:pt x="116" y="123"/>
                    <a:pt x="109" y="122"/>
                  </a:cubicBezTo>
                  <a:cubicBezTo>
                    <a:pt x="108" y="122"/>
                    <a:pt x="108" y="122"/>
                    <a:pt x="108" y="122"/>
                  </a:cubicBezTo>
                  <a:cubicBezTo>
                    <a:pt x="108" y="122"/>
                    <a:pt x="108" y="122"/>
                    <a:pt x="108" y="122"/>
                  </a:cubicBezTo>
                  <a:cubicBezTo>
                    <a:pt x="105" y="120"/>
                    <a:pt x="113" y="110"/>
                    <a:pt x="113" y="108"/>
                  </a:cubicBezTo>
                  <a:cubicBezTo>
                    <a:pt x="114" y="104"/>
                    <a:pt x="105" y="103"/>
                    <a:pt x="103" y="100"/>
                  </a:cubicBezTo>
                  <a:cubicBezTo>
                    <a:pt x="100" y="93"/>
                    <a:pt x="94" y="89"/>
                    <a:pt x="87" y="89"/>
                  </a:cubicBezTo>
                  <a:cubicBezTo>
                    <a:pt x="83" y="88"/>
                    <a:pt x="79" y="89"/>
                    <a:pt x="76" y="90"/>
                  </a:cubicBezTo>
                  <a:cubicBezTo>
                    <a:pt x="74" y="90"/>
                    <a:pt x="69" y="92"/>
                    <a:pt x="67" y="90"/>
                  </a:cubicBezTo>
                  <a:cubicBezTo>
                    <a:pt x="65" y="86"/>
                    <a:pt x="68" y="82"/>
                    <a:pt x="68" y="78"/>
                  </a:cubicBezTo>
                  <a:cubicBezTo>
                    <a:pt x="69" y="75"/>
                    <a:pt x="64" y="76"/>
                    <a:pt x="63" y="75"/>
                  </a:cubicBezTo>
                  <a:cubicBezTo>
                    <a:pt x="63" y="75"/>
                    <a:pt x="63" y="75"/>
                    <a:pt x="63" y="75"/>
                  </a:cubicBezTo>
                  <a:cubicBezTo>
                    <a:pt x="62" y="74"/>
                    <a:pt x="69" y="69"/>
                    <a:pt x="69" y="68"/>
                  </a:cubicBezTo>
                  <a:cubicBezTo>
                    <a:pt x="66" y="67"/>
                    <a:pt x="64" y="67"/>
                    <a:pt x="61" y="69"/>
                  </a:cubicBezTo>
                  <a:cubicBezTo>
                    <a:pt x="60" y="70"/>
                    <a:pt x="59" y="70"/>
                    <a:pt x="58" y="70"/>
                  </a:cubicBezTo>
                  <a:cubicBezTo>
                    <a:pt x="53" y="70"/>
                    <a:pt x="55" y="63"/>
                    <a:pt x="57" y="61"/>
                  </a:cubicBezTo>
                  <a:cubicBezTo>
                    <a:pt x="60" y="57"/>
                    <a:pt x="64" y="53"/>
                    <a:pt x="69" y="51"/>
                  </a:cubicBezTo>
                  <a:cubicBezTo>
                    <a:pt x="72" y="49"/>
                    <a:pt x="77" y="49"/>
                    <a:pt x="78" y="53"/>
                  </a:cubicBezTo>
                  <a:cubicBezTo>
                    <a:pt x="79" y="56"/>
                    <a:pt x="79" y="58"/>
                    <a:pt x="79" y="61"/>
                  </a:cubicBezTo>
                  <a:cubicBezTo>
                    <a:pt x="79" y="62"/>
                    <a:pt x="78" y="65"/>
                    <a:pt x="79" y="65"/>
                  </a:cubicBezTo>
                  <a:cubicBezTo>
                    <a:pt x="80" y="66"/>
                    <a:pt x="84" y="54"/>
                    <a:pt x="84" y="52"/>
                  </a:cubicBezTo>
                  <a:cubicBezTo>
                    <a:pt x="87" y="48"/>
                    <a:pt x="91" y="45"/>
                    <a:pt x="96" y="43"/>
                  </a:cubicBezTo>
                  <a:cubicBezTo>
                    <a:pt x="97" y="42"/>
                    <a:pt x="111" y="39"/>
                    <a:pt x="111" y="39"/>
                  </a:cubicBezTo>
                  <a:cubicBezTo>
                    <a:pt x="110" y="37"/>
                    <a:pt x="107" y="36"/>
                    <a:pt x="109" y="34"/>
                  </a:cubicBezTo>
                  <a:cubicBezTo>
                    <a:pt x="109" y="34"/>
                    <a:pt x="114" y="38"/>
                    <a:pt x="114" y="38"/>
                  </a:cubicBezTo>
                  <a:cubicBezTo>
                    <a:pt x="116" y="39"/>
                    <a:pt x="124" y="39"/>
                    <a:pt x="122" y="37"/>
                  </a:cubicBezTo>
                  <a:cubicBezTo>
                    <a:pt x="120" y="35"/>
                    <a:pt x="111" y="32"/>
                    <a:pt x="116" y="29"/>
                  </a:cubicBezTo>
                  <a:cubicBezTo>
                    <a:pt x="119" y="27"/>
                    <a:pt x="123" y="29"/>
                    <a:pt x="125" y="31"/>
                  </a:cubicBezTo>
                  <a:cubicBezTo>
                    <a:pt x="125" y="32"/>
                    <a:pt x="127" y="36"/>
                    <a:pt x="129" y="35"/>
                  </a:cubicBezTo>
                  <a:cubicBezTo>
                    <a:pt x="133" y="32"/>
                    <a:pt x="127" y="24"/>
                    <a:pt x="125" y="21"/>
                  </a:cubicBezTo>
                  <a:cubicBezTo>
                    <a:pt x="122" y="17"/>
                    <a:pt x="120" y="15"/>
                    <a:pt x="115" y="19"/>
                  </a:cubicBezTo>
                  <a:cubicBezTo>
                    <a:pt x="113" y="21"/>
                    <a:pt x="109" y="23"/>
                    <a:pt x="106" y="25"/>
                  </a:cubicBezTo>
                  <a:cubicBezTo>
                    <a:pt x="107" y="25"/>
                    <a:pt x="106" y="18"/>
                    <a:pt x="104" y="19"/>
                  </a:cubicBezTo>
                  <a:cubicBezTo>
                    <a:pt x="102" y="20"/>
                    <a:pt x="98" y="18"/>
                    <a:pt x="100" y="17"/>
                  </a:cubicBezTo>
                  <a:cubicBezTo>
                    <a:pt x="101" y="17"/>
                    <a:pt x="102" y="16"/>
                    <a:pt x="102" y="16"/>
                  </a:cubicBezTo>
                  <a:cubicBezTo>
                    <a:pt x="105" y="16"/>
                    <a:pt x="116" y="19"/>
                    <a:pt x="115" y="15"/>
                  </a:cubicBezTo>
                  <a:cubicBezTo>
                    <a:pt x="118" y="15"/>
                    <a:pt x="121" y="15"/>
                    <a:pt x="123" y="15"/>
                  </a:cubicBezTo>
                  <a:cubicBezTo>
                    <a:pt x="124" y="16"/>
                    <a:pt x="127" y="17"/>
                    <a:pt x="128" y="15"/>
                  </a:cubicBezTo>
                  <a:cubicBezTo>
                    <a:pt x="131" y="15"/>
                    <a:pt x="135" y="16"/>
                    <a:pt x="138" y="16"/>
                  </a:cubicBezTo>
                  <a:cubicBezTo>
                    <a:pt x="138" y="22"/>
                    <a:pt x="143" y="20"/>
                    <a:pt x="146" y="18"/>
                  </a:cubicBezTo>
                  <a:cubicBezTo>
                    <a:pt x="162" y="22"/>
                    <a:pt x="176" y="29"/>
                    <a:pt x="188" y="39"/>
                  </a:cubicBezTo>
                  <a:cubicBezTo>
                    <a:pt x="189" y="44"/>
                    <a:pt x="183" y="41"/>
                    <a:pt x="182" y="40"/>
                  </a:cubicBezTo>
                  <a:cubicBezTo>
                    <a:pt x="180" y="39"/>
                    <a:pt x="175" y="34"/>
                    <a:pt x="173" y="36"/>
                  </a:cubicBezTo>
                  <a:cubicBezTo>
                    <a:pt x="173" y="36"/>
                    <a:pt x="190" y="45"/>
                    <a:pt x="184" y="51"/>
                  </a:cubicBezTo>
                  <a:cubicBezTo>
                    <a:pt x="182" y="53"/>
                    <a:pt x="179" y="54"/>
                    <a:pt x="180" y="58"/>
                  </a:cubicBezTo>
                  <a:cubicBezTo>
                    <a:pt x="181" y="60"/>
                    <a:pt x="183" y="62"/>
                    <a:pt x="185" y="63"/>
                  </a:cubicBezTo>
                  <a:cubicBezTo>
                    <a:pt x="188" y="63"/>
                    <a:pt x="191" y="62"/>
                    <a:pt x="192" y="60"/>
                  </a:cubicBezTo>
                  <a:cubicBezTo>
                    <a:pt x="194" y="57"/>
                    <a:pt x="195" y="53"/>
                    <a:pt x="198" y="58"/>
                  </a:cubicBezTo>
                  <a:cubicBezTo>
                    <a:pt x="199" y="59"/>
                    <a:pt x="200" y="61"/>
                    <a:pt x="201" y="62"/>
                  </a:cubicBezTo>
                  <a:cubicBezTo>
                    <a:pt x="203" y="64"/>
                    <a:pt x="205" y="64"/>
                    <a:pt x="206" y="65"/>
                  </a:cubicBezTo>
                  <a:cubicBezTo>
                    <a:pt x="209" y="67"/>
                    <a:pt x="207" y="70"/>
                    <a:pt x="211" y="71"/>
                  </a:cubicBezTo>
                  <a:cubicBezTo>
                    <a:pt x="212" y="71"/>
                    <a:pt x="213" y="71"/>
                    <a:pt x="214" y="71"/>
                  </a:cubicBezTo>
                  <a:cubicBezTo>
                    <a:pt x="215" y="73"/>
                    <a:pt x="216" y="75"/>
                    <a:pt x="217" y="78"/>
                  </a:cubicBezTo>
                  <a:cubicBezTo>
                    <a:pt x="216" y="78"/>
                    <a:pt x="215" y="78"/>
                    <a:pt x="214" y="79"/>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5" name="Google Shape;727;p83">
              <a:extLst>
                <a:ext uri="{FF2B5EF4-FFF2-40B4-BE49-F238E27FC236}">
                  <a16:creationId xmlns:a16="http://schemas.microsoft.com/office/drawing/2014/main" id="{EBBBD9C1-8B7A-4532-8547-15E6BE0526F7}"/>
                </a:ext>
              </a:extLst>
            </p:cNvPr>
            <p:cNvSpPr/>
            <p:nvPr/>
          </p:nvSpPr>
          <p:spPr>
            <a:xfrm>
              <a:off x="9906025" y="2441189"/>
              <a:ext cx="38998" cy="0"/>
            </a:xfrm>
            <a:custGeom>
              <a:avLst/>
              <a:gdLst/>
              <a:ahLst/>
              <a:cxnLst/>
              <a:rect l="l" t="t" r="r" b="b"/>
              <a:pathLst>
                <a:path w="19" h="120000" extrusionOk="0">
                  <a:moveTo>
                    <a:pt x="19" y="0"/>
                  </a:moveTo>
                  <a:cubicBezTo>
                    <a:pt x="13" y="0"/>
                    <a:pt x="7" y="0"/>
                    <a:pt x="0" y="0"/>
                  </a:cubicBezTo>
                  <a:cubicBezTo>
                    <a:pt x="7" y="0"/>
                    <a:pt x="13" y="0"/>
                    <a:pt x="19"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6" name="Google Shape;728;p83">
              <a:extLst>
                <a:ext uri="{FF2B5EF4-FFF2-40B4-BE49-F238E27FC236}">
                  <a16:creationId xmlns:a16="http://schemas.microsoft.com/office/drawing/2014/main" id="{18A38240-5DB7-4923-8E6A-553F48036134}"/>
                </a:ext>
              </a:extLst>
            </p:cNvPr>
            <p:cNvSpPr/>
            <p:nvPr/>
          </p:nvSpPr>
          <p:spPr>
            <a:xfrm>
              <a:off x="9241217" y="1150570"/>
              <a:ext cx="1251622" cy="1301762"/>
            </a:xfrm>
            <a:custGeom>
              <a:avLst/>
              <a:gdLst/>
              <a:ahLst/>
              <a:cxnLst/>
              <a:rect l="l" t="t" r="r" b="b"/>
              <a:pathLst>
                <a:path w="611" h="639" extrusionOk="0">
                  <a:moveTo>
                    <a:pt x="601" y="179"/>
                  </a:moveTo>
                  <a:cubicBezTo>
                    <a:pt x="594" y="177"/>
                    <a:pt x="586" y="178"/>
                    <a:pt x="579" y="176"/>
                  </a:cubicBezTo>
                  <a:cubicBezTo>
                    <a:pt x="574" y="174"/>
                    <a:pt x="575" y="172"/>
                    <a:pt x="575" y="168"/>
                  </a:cubicBezTo>
                  <a:cubicBezTo>
                    <a:pt x="575" y="163"/>
                    <a:pt x="570" y="160"/>
                    <a:pt x="566" y="158"/>
                  </a:cubicBezTo>
                  <a:cubicBezTo>
                    <a:pt x="559" y="156"/>
                    <a:pt x="554" y="151"/>
                    <a:pt x="551" y="145"/>
                  </a:cubicBezTo>
                  <a:cubicBezTo>
                    <a:pt x="548" y="141"/>
                    <a:pt x="538" y="127"/>
                    <a:pt x="534" y="136"/>
                  </a:cubicBezTo>
                  <a:cubicBezTo>
                    <a:pt x="529" y="146"/>
                    <a:pt x="525" y="154"/>
                    <a:pt x="513" y="154"/>
                  </a:cubicBezTo>
                  <a:cubicBezTo>
                    <a:pt x="503" y="153"/>
                    <a:pt x="495" y="144"/>
                    <a:pt x="495" y="134"/>
                  </a:cubicBezTo>
                  <a:cubicBezTo>
                    <a:pt x="495" y="122"/>
                    <a:pt x="511" y="123"/>
                    <a:pt x="509" y="110"/>
                  </a:cubicBezTo>
                  <a:cubicBezTo>
                    <a:pt x="508" y="96"/>
                    <a:pt x="492" y="88"/>
                    <a:pt x="481" y="82"/>
                  </a:cubicBezTo>
                  <a:cubicBezTo>
                    <a:pt x="481" y="82"/>
                    <a:pt x="473" y="78"/>
                    <a:pt x="474" y="78"/>
                  </a:cubicBezTo>
                  <a:cubicBezTo>
                    <a:pt x="478" y="75"/>
                    <a:pt x="487" y="79"/>
                    <a:pt x="490" y="81"/>
                  </a:cubicBezTo>
                  <a:cubicBezTo>
                    <a:pt x="497" y="84"/>
                    <a:pt x="506" y="98"/>
                    <a:pt x="515" y="93"/>
                  </a:cubicBezTo>
                  <a:cubicBezTo>
                    <a:pt x="524" y="87"/>
                    <a:pt x="505" y="72"/>
                    <a:pt x="501" y="70"/>
                  </a:cubicBezTo>
                  <a:cubicBezTo>
                    <a:pt x="497" y="68"/>
                    <a:pt x="490" y="69"/>
                    <a:pt x="487" y="65"/>
                  </a:cubicBezTo>
                  <a:cubicBezTo>
                    <a:pt x="484" y="61"/>
                    <a:pt x="484" y="56"/>
                    <a:pt x="483" y="52"/>
                  </a:cubicBezTo>
                  <a:cubicBezTo>
                    <a:pt x="478" y="41"/>
                    <a:pt x="464" y="34"/>
                    <a:pt x="453" y="32"/>
                  </a:cubicBezTo>
                  <a:cubicBezTo>
                    <a:pt x="445" y="31"/>
                    <a:pt x="434" y="26"/>
                    <a:pt x="433" y="17"/>
                  </a:cubicBezTo>
                  <a:cubicBezTo>
                    <a:pt x="430" y="16"/>
                    <a:pt x="428" y="15"/>
                    <a:pt x="425" y="14"/>
                  </a:cubicBezTo>
                  <a:cubicBezTo>
                    <a:pt x="415" y="18"/>
                    <a:pt x="406" y="24"/>
                    <a:pt x="396" y="29"/>
                  </a:cubicBezTo>
                  <a:cubicBezTo>
                    <a:pt x="392" y="31"/>
                    <a:pt x="383" y="35"/>
                    <a:pt x="378" y="32"/>
                  </a:cubicBezTo>
                  <a:cubicBezTo>
                    <a:pt x="371" y="27"/>
                    <a:pt x="380" y="11"/>
                    <a:pt x="374" y="5"/>
                  </a:cubicBezTo>
                  <a:cubicBezTo>
                    <a:pt x="369" y="0"/>
                    <a:pt x="359" y="4"/>
                    <a:pt x="353" y="4"/>
                  </a:cubicBezTo>
                  <a:cubicBezTo>
                    <a:pt x="352" y="4"/>
                    <a:pt x="346" y="2"/>
                    <a:pt x="345" y="4"/>
                  </a:cubicBezTo>
                  <a:cubicBezTo>
                    <a:pt x="345" y="6"/>
                    <a:pt x="346" y="8"/>
                    <a:pt x="347" y="10"/>
                  </a:cubicBezTo>
                  <a:cubicBezTo>
                    <a:pt x="350" y="16"/>
                    <a:pt x="349" y="22"/>
                    <a:pt x="341" y="21"/>
                  </a:cubicBezTo>
                  <a:cubicBezTo>
                    <a:pt x="334" y="20"/>
                    <a:pt x="329" y="15"/>
                    <a:pt x="325" y="9"/>
                  </a:cubicBezTo>
                  <a:cubicBezTo>
                    <a:pt x="311" y="16"/>
                    <a:pt x="311" y="16"/>
                    <a:pt x="311" y="16"/>
                  </a:cubicBezTo>
                  <a:cubicBezTo>
                    <a:pt x="319" y="34"/>
                    <a:pt x="270" y="14"/>
                    <a:pt x="268" y="24"/>
                  </a:cubicBezTo>
                  <a:cubicBezTo>
                    <a:pt x="267" y="27"/>
                    <a:pt x="273" y="31"/>
                    <a:pt x="275" y="31"/>
                  </a:cubicBezTo>
                  <a:cubicBezTo>
                    <a:pt x="277" y="31"/>
                    <a:pt x="280" y="27"/>
                    <a:pt x="282" y="28"/>
                  </a:cubicBezTo>
                  <a:cubicBezTo>
                    <a:pt x="285" y="31"/>
                    <a:pt x="285" y="39"/>
                    <a:pt x="285" y="43"/>
                  </a:cubicBezTo>
                  <a:cubicBezTo>
                    <a:pt x="285" y="44"/>
                    <a:pt x="285" y="49"/>
                    <a:pt x="286" y="48"/>
                  </a:cubicBezTo>
                  <a:cubicBezTo>
                    <a:pt x="294" y="40"/>
                    <a:pt x="304" y="36"/>
                    <a:pt x="312" y="29"/>
                  </a:cubicBezTo>
                  <a:cubicBezTo>
                    <a:pt x="314" y="27"/>
                    <a:pt x="317" y="24"/>
                    <a:pt x="321" y="23"/>
                  </a:cubicBezTo>
                  <a:cubicBezTo>
                    <a:pt x="325" y="22"/>
                    <a:pt x="329" y="26"/>
                    <a:pt x="332" y="29"/>
                  </a:cubicBezTo>
                  <a:cubicBezTo>
                    <a:pt x="342" y="39"/>
                    <a:pt x="354" y="53"/>
                    <a:pt x="352" y="69"/>
                  </a:cubicBezTo>
                  <a:cubicBezTo>
                    <a:pt x="352" y="71"/>
                    <a:pt x="351" y="76"/>
                    <a:pt x="348" y="75"/>
                  </a:cubicBezTo>
                  <a:cubicBezTo>
                    <a:pt x="343" y="75"/>
                    <a:pt x="341" y="67"/>
                    <a:pt x="338" y="64"/>
                  </a:cubicBezTo>
                  <a:cubicBezTo>
                    <a:pt x="332" y="57"/>
                    <a:pt x="315" y="50"/>
                    <a:pt x="310" y="62"/>
                  </a:cubicBezTo>
                  <a:cubicBezTo>
                    <a:pt x="307" y="70"/>
                    <a:pt x="318" y="74"/>
                    <a:pt x="324" y="76"/>
                  </a:cubicBezTo>
                  <a:cubicBezTo>
                    <a:pt x="326" y="77"/>
                    <a:pt x="329" y="79"/>
                    <a:pt x="330" y="81"/>
                  </a:cubicBezTo>
                  <a:cubicBezTo>
                    <a:pt x="331" y="84"/>
                    <a:pt x="323" y="86"/>
                    <a:pt x="321" y="86"/>
                  </a:cubicBezTo>
                  <a:cubicBezTo>
                    <a:pt x="311" y="87"/>
                    <a:pt x="304" y="79"/>
                    <a:pt x="297" y="73"/>
                  </a:cubicBezTo>
                  <a:cubicBezTo>
                    <a:pt x="291" y="68"/>
                    <a:pt x="294" y="79"/>
                    <a:pt x="296" y="82"/>
                  </a:cubicBezTo>
                  <a:cubicBezTo>
                    <a:pt x="297" y="82"/>
                    <a:pt x="299" y="84"/>
                    <a:pt x="299" y="86"/>
                  </a:cubicBezTo>
                  <a:cubicBezTo>
                    <a:pt x="297" y="88"/>
                    <a:pt x="289" y="88"/>
                    <a:pt x="287" y="88"/>
                  </a:cubicBezTo>
                  <a:cubicBezTo>
                    <a:pt x="272" y="90"/>
                    <a:pt x="259" y="94"/>
                    <a:pt x="246" y="103"/>
                  </a:cubicBezTo>
                  <a:cubicBezTo>
                    <a:pt x="238" y="108"/>
                    <a:pt x="231" y="115"/>
                    <a:pt x="225" y="122"/>
                  </a:cubicBezTo>
                  <a:cubicBezTo>
                    <a:pt x="224" y="123"/>
                    <a:pt x="224" y="123"/>
                    <a:pt x="223" y="124"/>
                  </a:cubicBezTo>
                  <a:cubicBezTo>
                    <a:pt x="220" y="135"/>
                    <a:pt x="218" y="147"/>
                    <a:pt x="213" y="158"/>
                  </a:cubicBezTo>
                  <a:cubicBezTo>
                    <a:pt x="210" y="163"/>
                    <a:pt x="209" y="160"/>
                    <a:pt x="209" y="155"/>
                  </a:cubicBezTo>
                  <a:cubicBezTo>
                    <a:pt x="208" y="144"/>
                    <a:pt x="211" y="131"/>
                    <a:pt x="204" y="122"/>
                  </a:cubicBezTo>
                  <a:cubicBezTo>
                    <a:pt x="192" y="105"/>
                    <a:pt x="164" y="129"/>
                    <a:pt x="154" y="138"/>
                  </a:cubicBezTo>
                  <a:cubicBezTo>
                    <a:pt x="147" y="145"/>
                    <a:pt x="134" y="160"/>
                    <a:pt x="143" y="171"/>
                  </a:cubicBezTo>
                  <a:cubicBezTo>
                    <a:pt x="152" y="182"/>
                    <a:pt x="161" y="167"/>
                    <a:pt x="170" y="166"/>
                  </a:cubicBezTo>
                  <a:cubicBezTo>
                    <a:pt x="174" y="165"/>
                    <a:pt x="178" y="166"/>
                    <a:pt x="181" y="168"/>
                  </a:cubicBezTo>
                  <a:cubicBezTo>
                    <a:pt x="175" y="173"/>
                    <a:pt x="170" y="177"/>
                    <a:pt x="164" y="182"/>
                  </a:cubicBezTo>
                  <a:cubicBezTo>
                    <a:pt x="162" y="184"/>
                    <a:pt x="160" y="186"/>
                    <a:pt x="164" y="188"/>
                  </a:cubicBezTo>
                  <a:cubicBezTo>
                    <a:pt x="168" y="189"/>
                    <a:pt x="175" y="188"/>
                    <a:pt x="178" y="191"/>
                  </a:cubicBezTo>
                  <a:cubicBezTo>
                    <a:pt x="180" y="194"/>
                    <a:pt x="178" y="200"/>
                    <a:pt x="177" y="203"/>
                  </a:cubicBezTo>
                  <a:cubicBezTo>
                    <a:pt x="174" y="210"/>
                    <a:pt x="169" y="226"/>
                    <a:pt x="177" y="232"/>
                  </a:cubicBezTo>
                  <a:cubicBezTo>
                    <a:pt x="182" y="237"/>
                    <a:pt x="195" y="231"/>
                    <a:pt x="200" y="230"/>
                  </a:cubicBezTo>
                  <a:cubicBezTo>
                    <a:pt x="227" y="224"/>
                    <a:pt x="257" y="225"/>
                    <a:pt x="274" y="251"/>
                  </a:cubicBezTo>
                  <a:cubicBezTo>
                    <a:pt x="276" y="255"/>
                    <a:pt x="278" y="260"/>
                    <a:pt x="281" y="263"/>
                  </a:cubicBezTo>
                  <a:cubicBezTo>
                    <a:pt x="285" y="266"/>
                    <a:pt x="291" y="268"/>
                    <a:pt x="295" y="270"/>
                  </a:cubicBezTo>
                  <a:cubicBezTo>
                    <a:pt x="299" y="272"/>
                    <a:pt x="303" y="273"/>
                    <a:pt x="305" y="277"/>
                  </a:cubicBezTo>
                  <a:cubicBezTo>
                    <a:pt x="308" y="282"/>
                    <a:pt x="303" y="288"/>
                    <a:pt x="301" y="292"/>
                  </a:cubicBezTo>
                  <a:cubicBezTo>
                    <a:pt x="297" y="299"/>
                    <a:pt x="289" y="311"/>
                    <a:pt x="291" y="320"/>
                  </a:cubicBezTo>
                  <a:cubicBezTo>
                    <a:pt x="291" y="321"/>
                    <a:pt x="292" y="322"/>
                    <a:pt x="294" y="322"/>
                  </a:cubicBezTo>
                  <a:cubicBezTo>
                    <a:pt x="315" y="322"/>
                    <a:pt x="339" y="328"/>
                    <a:pt x="356" y="341"/>
                  </a:cubicBezTo>
                  <a:cubicBezTo>
                    <a:pt x="362" y="345"/>
                    <a:pt x="369" y="352"/>
                    <a:pt x="368" y="360"/>
                  </a:cubicBezTo>
                  <a:cubicBezTo>
                    <a:pt x="368" y="372"/>
                    <a:pt x="355" y="379"/>
                    <a:pt x="347" y="386"/>
                  </a:cubicBezTo>
                  <a:cubicBezTo>
                    <a:pt x="334" y="399"/>
                    <a:pt x="324" y="411"/>
                    <a:pt x="320" y="429"/>
                  </a:cubicBezTo>
                  <a:cubicBezTo>
                    <a:pt x="317" y="445"/>
                    <a:pt x="302" y="451"/>
                    <a:pt x="287" y="453"/>
                  </a:cubicBezTo>
                  <a:cubicBezTo>
                    <a:pt x="273" y="500"/>
                    <a:pt x="243" y="492"/>
                    <a:pt x="243" y="492"/>
                  </a:cubicBezTo>
                  <a:cubicBezTo>
                    <a:pt x="240" y="501"/>
                    <a:pt x="234" y="516"/>
                    <a:pt x="224" y="518"/>
                  </a:cubicBezTo>
                  <a:cubicBezTo>
                    <a:pt x="220" y="519"/>
                    <a:pt x="215" y="517"/>
                    <a:pt x="212" y="521"/>
                  </a:cubicBezTo>
                  <a:cubicBezTo>
                    <a:pt x="205" y="528"/>
                    <a:pt x="209" y="541"/>
                    <a:pt x="210" y="550"/>
                  </a:cubicBezTo>
                  <a:cubicBezTo>
                    <a:pt x="211" y="555"/>
                    <a:pt x="216" y="572"/>
                    <a:pt x="208" y="573"/>
                  </a:cubicBezTo>
                  <a:cubicBezTo>
                    <a:pt x="200" y="574"/>
                    <a:pt x="193" y="568"/>
                    <a:pt x="191" y="561"/>
                  </a:cubicBezTo>
                  <a:cubicBezTo>
                    <a:pt x="187" y="549"/>
                    <a:pt x="189" y="535"/>
                    <a:pt x="190" y="523"/>
                  </a:cubicBezTo>
                  <a:cubicBezTo>
                    <a:pt x="191" y="507"/>
                    <a:pt x="190" y="493"/>
                    <a:pt x="185" y="477"/>
                  </a:cubicBezTo>
                  <a:cubicBezTo>
                    <a:pt x="183" y="468"/>
                    <a:pt x="177" y="456"/>
                    <a:pt x="181" y="446"/>
                  </a:cubicBezTo>
                  <a:cubicBezTo>
                    <a:pt x="182" y="441"/>
                    <a:pt x="187" y="439"/>
                    <a:pt x="190" y="436"/>
                  </a:cubicBezTo>
                  <a:cubicBezTo>
                    <a:pt x="195" y="431"/>
                    <a:pt x="198" y="424"/>
                    <a:pt x="199" y="418"/>
                  </a:cubicBezTo>
                  <a:cubicBezTo>
                    <a:pt x="202" y="409"/>
                    <a:pt x="202" y="396"/>
                    <a:pt x="194" y="389"/>
                  </a:cubicBezTo>
                  <a:cubicBezTo>
                    <a:pt x="187" y="384"/>
                    <a:pt x="175" y="381"/>
                    <a:pt x="171" y="373"/>
                  </a:cubicBezTo>
                  <a:cubicBezTo>
                    <a:pt x="168" y="368"/>
                    <a:pt x="172" y="364"/>
                    <a:pt x="175" y="359"/>
                  </a:cubicBezTo>
                  <a:cubicBezTo>
                    <a:pt x="179" y="352"/>
                    <a:pt x="179" y="345"/>
                    <a:pt x="176" y="337"/>
                  </a:cubicBezTo>
                  <a:cubicBezTo>
                    <a:pt x="171" y="327"/>
                    <a:pt x="157" y="320"/>
                    <a:pt x="155" y="308"/>
                  </a:cubicBezTo>
                  <a:cubicBezTo>
                    <a:pt x="152" y="295"/>
                    <a:pt x="168" y="283"/>
                    <a:pt x="176" y="275"/>
                  </a:cubicBezTo>
                  <a:cubicBezTo>
                    <a:pt x="182" y="269"/>
                    <a:pt x="188" y="264"/>
                    <a:pt x="194" y="257"/>
                  </a:cubicBezTo>
                  <a:cubicBezTo>
                    <a:pt x="197" y="253"/>
                    <a:pt x="202" y="248"/>
                    <a:pt x="204" y="243"/>
                  </a:cubicBezTo>
                  <a:cubicBezTo>
                    <a:pt x="206" y="239"/>
                    <a:pt x="204" y="238"/>
                    <a:pt x="200" y="239"/>
                  </a:cubicBezTo>
                  <a:cubicBezTo>
                    <a:pt x="193" y="240"/>
                    <a:pt x="187" y="243"/>
                    <a:pt x="179" y="241"/>
                  </a:cubicBezTo>
                  <a:cubicBezTo>
                    <a:pt x="173" y="240"/>
                    <a:pt x="167" y="237"/>
                    <a:pt x="162" y="233"/>
                  </a:cubicBezTo>
                  <a:cubicBezTo>
                    <a:pt x="162" y="226"/>
                    <a:pt x="161" y="219"/>
                    <a:pt x="159" y="213"/>
                  </a:cubicBezTo>
                  <a:cubicBezTo>
                    <a:pt x="159" y="210"/>
                    <a:pt x="158" y="207"/>
                    <a:pt x="156" y="206"/>
                  </a:cubicBezTo>
                  <a:cubicBezTo>
                    <a:pt x="152" y="203"/>
                    <a:pt x="149" y="203"/>
                    <a:pt x="146" y="198"/>
                  </a:cubicBezTo>
                  <a:cubicBezTo>
                    <a:pt x="143" y="194"/>
                    <a:pt x="142" y="189"/>
                    <a:pt x="139" y="186"/>
                  </a:cubicBezTo>
                  <a:cubicBezTo>
                    <a:pt x="135" y="183"/>
                    <a:pt x="132" y="180"/>
                    <a:pt x="128" y="178"/>
                  </a:cubicBezTo>
                  <a:cubicBezTo>
                    <a:pt x="121" y="174"/>
                    <a:pt x="116" y="170"/>
                    <a:pt x="117" y="162"/>
                  </a:cubicBezTo>
                  <a:cubicBezTo>
                    <a:pt x="119" y="147"/>
                    <a:pt x="130" y="135"/>
                    <a:pt x="133" y="120"/>
                  </a:cubicBezTo>
                  <a:cubicBezTo>
                    <a:pt x="134" y="116"/>
                    <a:pt x="135" y="104"/>
                    <a:pt x="128" y="111"/>
                  </a:cubicBezTo>
                  <a:cubicBezTo>
                    <a:pt x="124" y="115"/>
                    <a:pt x="122" y="119"/>
                    <a:pt x="120" y="124"/>
                  </a:cubicBezTo>
                  <a:cubicBezTo>
                    <a:pt x="119" y="126"/>
                    <a:pt x="117" y="131"/>
                    <a:pt x="114" y="132"/>
                  </a:cubicBezTo>
                  <a:cubicBezTo>
                    <a:pt x="109" y="134"/>
                    <a:pt x="113" y="120"/>
                    <a:pt x="113" y="119"/>
                  </a:cubicBezTo>
                  <a:cubicBezTo>
                    <a:pt x="121" y="92"/>
                    <a:pt x="144" y="78"/>
                    <a:pt x="164" y="61"/>
                  </a:cubicBezTo>
                  <a:cubicBezTo>
                    <a:pt x="165" y="59"/>
                    <a:pt x="178" y="50"/>
                    <a:pt x="176" y="47"/>
                  </a:cubicBezTo>
                  <a:cubicBezTo>
                    <a:pt x="170" y="47"/>
                    <a:pt x="166" y="45"/>
                    <a:pt x="162" y="43"/>
                  </a:cubicBezTo>
                  <a:cubicBezTo>
                    <a:pt x="106" y="77"/>
                    <a:pt x="61" y="128"/>
                    <a:pt x="34" y="188"/>
                  </a:cubicBezTo>
                  <a:cubicBezTo>
                    <a:pt x="7" y="248"/>
                    <a:pt x="0" y="316"/>
                    <a:pt x="13" y="381"/>
                  </a:cubicBezTo>
                  <a:cubicBezTo>
                    <a:pt x="36" y="492"/>
                    <a:pt x="120" y="584"/>
                    <a:pt x="228" y="619"/>
                  </a:cubicBezTo>
                  <a:cubicBezTo>
                    <a:pt x="289" y="639"/>
                    <a:pt x="356" y="639"/>
                    <a:pt x="418" y="621"/>
                  </a:cubicBezTo>
                  <a:cubicBezTo>
                    <a:pt x="481" y="601"/>
                    <a:pt x="537" y="562"/>
                    <a:pt x="577" y="510"/>
                  </a:cubicBezTo>
                  <a:cubicBezTo>
                    <a:pt x="581" y="504"/>
                    <a:pt x="591" y="487"/>
                    <a:pt x="593" y="489"/>
                  </a:cubicBezTo>
                  <a:cubicBezTo>
                    <a:pt x="589" y="485"/>
                    <a:pt x="585" y="481"/>
                    <a:pt x="580" y="484"/>
                  </a:cubicBezTo>
                  <a:cubicBezTo>
                    <a:pt x="575" y="486"/>
                    <a:pt x="571" y="490"/>
                    <a:pt x="568" y="494"/>
                  </a:cubicBezTo>
                  <a:cubicBezTo>
                    <a:pt x="557" y="506"/>
                    <a:pt x="548" y="518"/>
                    <a:pt x="536" y="529"/>
                  </a:cubicBezTo>
                  <a:cubicBezTo>
                    <a:pt x="531" y="534"/>
                    <a:pt x="525" y="539"/>
                    <a:pt x="520" y="544"/>
                  </a:cubicBezTo>
                  <a:cubicBezTo>
                    <a:pt x="516" y="548"/>
                    <a:pt x="513" y="553"/>
                    <a:pt x="509" y="555"/>
                  </a:cubicBezTo>
                  <a:cubicBezTo>
                    <a:pt x="501" y="561"/>
                    <a:pt x="495" y="540"/>
                    <a:pt x="495" y="536"/>
                  </a:cubicBezTo>
                  <a:cubicBezTo>
                    <a:pt x="492" y="524"/>
                    <a:pt x="499" y="514"/>
                    <a:pt x="508" y="506"/>
                  </a:cubicBezTo>
                  <a:cubicBezTo>
                    <a:pt x="514" y="501"/>
                    <a:pt x="528" y="494"/>
                    <a:pt x="529" y="486"/>
                  </a:cubicBezTo>
                  <a:cubicBezTo>
                    <a:pt x="529" y="477"/>
                    <a:pt x="519" y="468"/>
                    <a:pt x="522" y="459"/>
                  </a:cubicBezTo>
                  <a:cubicBezTo>
                    <a:pt x="524" y="454"/>
                    <a:pt x="531" y="452"/>
                    <a:pt x="535" y="448"/>
                  </a:cubicBezTo>
                  <a:cubicBezTo>
                    <a:pt x="539" y="444"/>
                    <a:pt x="541" y="438"/>
                    <a:pt x="543" y="432"/>
                  </a:cubicBezTo>
                  <a:cubicBezTo>
                    <a:pt x="544" y="427"/>
                    <a:pt x="544" y="422"/>
                    <a:pt x="547" y="418"/>
                  </a:cubicBezTo>
                  <a:cubicBezTo>
                    <a:pt x="549" y="415"/>
                    <a:pt x="553" y="412"/>
                    <a:pt x="555" y="408"/>
                  </a:cubicBezTo>
                  <a:cubicBezTo>
                    <a:pt x="561" y="399"/>
                    <a:pt x="565" y="386"/>
                    <a:pt x="557" y="377"/>
                  </a:cubicBezTo>
                  <a:cubicBezTo>
                    <a:pt x="555" y="374"/>
                    <a:pt x="548" y="372"/>
                    <a:pt x="547" y="367"/>
                  </a:cubicBezTo>
                  <a:cubicBezTo>
                    <a:pt x="546" y="364"/>
                    <a:pt x="550" y="362"/>
                    <a:pt x="552" y="360"/>
                  </a:cubicBezTo>
                  <a:cubicBezTo>
                    <a:pt x="559" y="354"/>
                    <a:pt x="567" y="349"/>
                    <a:pt x="564" y="339"/>
                  </a:cubicBezTo>
                  <a:cubicBezTo>
                    <a:pt x="562" y="330"/>
                    <a:pt x="554" y="340"/>
                    <a:pt x="550" y="340"/>
                  </a:cubicBezTo>
                  <a:cubicBezTo>
                    <a:pt x="543" y="339"/>
                    <a:pt x="545" y="326"/>
                    <a:pt x="544" y="321"/>
                  </a:cubicBezTo>
                  <a:cubicBezTo>
                    <a:pt x="543" y="317"/>
                    <a:pt x="526" y="324"/>
                    <a:pt x="524" y="324"/>
                  </a:cubicBezTo>
                  <a:cubicBezTo>
                    <a:pt x="514" y="327"/>
                    <a:pt x="499" y="332"/>
                    <a:pt x="490" y="323"/>
                  </a:cubicBezTo>
                  <a:cubicBezTo>
                    <a:pt x="483" y="316"/>
                    <a:pt x="482" y="304"/>
                    <a:pt x="478" y="295"/>
                  </a:cubicBezTo>
                  <a:cubicBezTo>
                    <a:pt x="473" y="284"/>
                    <a:pt x="464" y="276"/>
                    <a:pt x="457" y="265"/>
                  </a:cubicBezTo>
                  <a:cubicBezTo>
                    <a:pt x="452" y="257"/>
                    <a:pt x="465" y="260"/>
                    <a:pt x="469" y="258"/>
                  </a:cubicBezTo>
                  <a:cubicBezTo>
                    <a:pt x="479" y="254"/>
                    <a:pt x="480" y="243"/>
                    <a:pt x="480" y="234"/>
                  </a:cubicBezTo>
                  <a:cubicBezTo>
                    <a:pt x="480" y="226"/>
                    <a:pt x="479" y="218"/>
                    <a:pt x="479" y="210"/>
                  </a:cubicBezTo>
                  <a:cubicBezTo>
                    <a:pt x="478" y="206"/>
                    <a:pt x="478" y="200"/>
                    <a:pt x="480" y="196"/>
                  </a:cubicBezTo>
                  <a:cubicBezTo>
                    <a:pt x="483" y="189"/>
                    <a:pt x="493" y="192"/>
                    <a:pt x="498" y="189"/>
                  </a:cubicBezTo>
                  <a:cubicBezTo>
                    <a:pt x="502" y="187"/>
                    <a:pt x="502" y="183"/>
                    <a:pt x="503" y="179"/>
                  </a:cubicBezTo>
                  <a:cubicBezTo>
                    <a:pt x="504" y="172"/>
                    <a:pt x="508" y="171"/>
                    <a:pt x="513" y="170"/>
                  </a:cubicBezTo>
                  <a:cubicBezTo>
                    <a:pt x="524" y="167"/>
                    <a:pt x="535" y="160"/>
                    <a:pt x="546" y="160"/>
                  </a:cubicBezTo>
                  <a:cubicBezTo>
                    <a:pt x="550" y="160"/>
                    <a:pt x="554" y="162"/>
                    <a:pt x="555" y="167"/>
                  </a:cubicBezTo>
                  <a:cubicBezTo>
                    <a:pt x="555" y="170"/>
                    <a:pt x="554" y="176"/>
                    <a:pt x="557" y="179"/>
                  </a:cubicBezTo>
                  <a:cubicBezTo>
                    <a:pt x="557" y="180"/>
                    <a:pt x="560" y="180"/>
                    <a:pt x="562" y="180"/>
                  </a:cubicBezTo>
                  <a:cubicBezTo>
                    <a:pt x="568" y="184"/>
                    <a:pt x="573" y="191"/>
                    <a:pt x="577" y="196"/>
                  </a:cubicBezTo>
                  <a:cubicBezTo>
                    <a:pt x="579" y="198"/>
                    <a:pt x="581" y="203"/>
                    <a:pt x="584" y="203"/>
                  </a:cubicBezTo>
                  <a:cubicBezTo>
                    <a:pt x="587" y="204"/>
                    <a:pt x="590" y="200"/>
                    <a:pt x="592" y="198"/>
                  </a:cubicBezTo>
                  <a:cubicBezTo>
                    <a:pt x="597" y="195"/>
                    <a:pt x="605" y="194"/>
                    <a:pt x="608" y="189"/>
                  </a:cubicBezTo>
                  <a:cubicBezTo>
                    <a:pt x="611" y="184"/>
                    <a:pt x="605" y="180"/>
                    <a:pt x="601" y="179"/>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7" name="Google Shape;729;p83">
              <a:extLst>
                <a:ext uri="{FF2B5EF4-FFF2-40B4-BE49-F238E27FC236}">
                  <a16:creationId xmlns:a16="http://schemas.microsoft.com/office/drawing/2014/main" id="{8001C6FE-97F4-4E24-9805-F99158B4180D}"/>
                </a:ext>
              </a:extLst>
            </p:cNvPr>
            <p:cNvSpPr/>
            <p:nvPr/>
          </p:nvSpPr>
          <p:spPr>
            <a:xfrm>
              <a:off x="9311783" y="1505258"/>
              <a:ext cx="13000" cy="22284"/>
            </a:xfrm>
            <a:custGeom>
              <a:avLst/>
              <a:gdLst/>
              <a:ahLst/>
              <a:cxnLst/>
              <a:rect l="l" t="t" r="r" b="b"/>
              <a:pathLst>
                <a:path w="6" h="11" extrusionOk="0">
                  <a:moveTo>
                    <a:pt x="6" y="0"/>
                  </a:moveTo>
                  <a:cubicBezTo>
                    <a:pt x="4" y="3"/>
                    <a:pt x="2" y="7"/>
                    <a:pt x="0" y="11"/>
                  </a:cubicBezTo>
                  <a:cubicBezTo>
                    <a:pt x="2" y="7"/>
                    <a:pt x="4" y="3"/>
                    <a:pt x="6"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8" name="Google Shape;730;p83">
              <a:extLst>
                <a:ext uri="{FF2B5EF4-FFF2-40B4-BE49-F238E27FC236}">
                  <a16:creationId xmlns:a16="http://schemas.microsoft.com/office/drawing/2014/main" id="{2B3BEA00-D9D4-460E-AD45-81B048A80CDC}"/>
                </a:ext>
              </a:extLst>
            </p:cNvPr>
            <p:cNvSpPr/>
            <p:nvPr/>
          </p:nvSpPr>
          <p:spPr>
            <a:xfrm>
              <a:off x="9324783" y="1499687"/>
              <a:ext cx="0" cy="5572"/>
            </a:xfrm>
            <a:custGeom>
              <a:avLst/>
              <a:gdLst/>
              <a:ahLst/>
              <a:cxnLst/>
              <a:rect l="l" t="t" r="r" b="b"/>
              <a:pathLst>
                <a:path w="120000" h="2" extrusionOk="0">
                  <a:moveTo>
                    <a:pt x="0" y="0"/>
                  </a:moveTo>
                  <a:cubicBezTo>
                    <a:pt x="0" y="1"/>
                    <a:pt x="0" y="1"/>
                    <a:pt x="0" y="2"/>
                  </a:cubicBezTo>
                  <a:cubicBezTo>
                    <a:pt x="0" y="1"/>
                    <a:pt x="0" y="1"/>
                    <a:pt x="0"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19" name="Google Shape;731;p83">
              <a:extLst>
                <a:ext uri="{FF2B5EF4-FFF2-40B4-BE49-F238E27FC236}">
                  <a16:creationId xmlns:a16="http://schemas.microsoft.com/office/drawing/2014/main" id="{CA90DCC5-C224-4534-9A18-FA3E48EE78FC}"/>
                </a:ext>
              </a:extLst>
            </p:cNvPr>
            <p:cNvSpPr/>
            <p:nvPr/>
          </p:nvSpPr>
          <p:spPr>
            <a:xfrm>
              <a:off x="9311783" y="1527542"/>
              <a:ext cx="0" cy="1858"/>
            </a:xfrm>
            <a:custGeom>
              <a:avLst/>
              <a:gdLst/>
              <a:ahLst/>
              <a:cxnLst/>
              <a:rect l="l" t="t" r="r" b="b"/>
              <a:pathLst>
                <a:path w="120000" h="1" extrusionOk="0">
                  <a:moveTo>
                    <a:pt x="0" y="0"/>
                  </a:moveTo>
                  <a:cubicBezTo>
                    <a:pt x="0" y="0"/>
                    <a:pt x="0" y="1"/>
                    <a:pt x="0" y="1"/>
                  </a:cubicBezTo>
                  <a:cubicBezTo>
                    <a:pt x="0" y="1"/>
                    <a:pt x="0" y="0"/>
                    <a:pt x="0"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20" name="Google Shape;732;p83">
              <a:extLst>
                <a:ext uri="{FF2B5EF4-FFF2-40B4-BE49-F238E27FC236}">
                  <a16:creationId xmlns:a16="http://schemas.microsoft.com/office/drawing/2014/main" id="{10537898-F458-48C9-A239-F3A190161305}"/>
                </a:ext>
              </a:extLst>
            </p:cNvPr>
            <p:cNvSpPr/>
            <p:nvPr/>
          </p:nvSpPr>
          <p:spPr>
            <a:xfrm>
              <a:off x="9289499" y="1555397"/>
              <a:ext cx="11142" cy="25998"/>
            </a:xfrm>
            <a:custGeom>
              <a:avLst/>
              <a:gdLst/>
              <a:ahLst/>
              <a:cxnLst/>
              <a:rect l="l" t="t" r="r" b="b"/>
              <a:pathLst>
                <a:path w="5" h="13" extrusionOk="0">
                  <a:moveTo>
                    <a:pt x="5" y="0"/>
                  </a:moveTo>
                  <a:cubicBezTo>
                    <a:pt x="4" y="4"/>
                    <a:pt x="2" y="9"/>
                    <a:pt x="0" y="13"/>
                  </a:cubicBezTo>
                  <a:cubicBezTo>
                    <a:pt x="2" y="9"/>
                    <a:pt x="4" y="4"/>
                    <a:pt x="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21" name="Google Shape;733;p83">
              <a:extLst>
                <a:ext uri="{FF2B5EF4-FFF2-40B4-BE49-F238E27FC236}">
                  <a16:creationId xmlns:a16="http://schemas.microsoft.com/office/drawing/2014/main" id="{28A8A57E-9A7B-4A14-AB9C-BA4DC97E7E89}"/>
                </a:ext>
              </a:extLst>
            </p:cNvPr>
            <p:cNvSpPr/>
            <p:nvPr/>
          </p:nvSpPr>
          <p:spPr>
            <a:xfrm>
              <a:off x="9302499" y="1529399"/>
              <a:ext cx="9286" cy="22284"/>
            </a:xfrm>
            <a:custGeom>
              <a:avLst/>
              <a:gdLst/>
              <a:ahLst/>
              <a:cxnLst/>
              <a:rect l="l" t="t" r="r" b="b"/>
              <a:pathLst>
                <a:path w="5" h="11" extrusionOk="0">
                  <a:moveTo>
                    <a:pt x="5" y="0"/>
                  </a:moveTo>
                  <a:cubicBezTo>
                    <a:pt x="3" y="4"/>
                    <a:pt x="2" y="8"/>
                    <a:pt x="0" y="11"/>
                  </a:cubicBezTo>
                  <a:cubicBezTo>
                    <a:pt x="2" y="8"/>
                    <a:pt x="3" y="4"/>
                    <a:pt x="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22" name="Google Shape;734;p83">
              <a:extLst>
                <a:ext uri="{FF2B5EF4-FFF2-40B4-BE49-F238E27FC236}">
                  <a16:creationId xmlns:a16="http://schemas.microsoft.com/office/drawing/2014/main" id="{20D55F15-EBA7-4246-99F2-6731F95C2400}"/>
                </a:ext>
              </a:extLst>
            </p:cNvPr>
            <p:cNvSpPr/>
            <p:nvPr/>
          </p:nvSpPr>
          <p:spPr>
            <a:xfrm>
              <a:off x="9324783" y="1141284"/>
              <a:ext cx="787371" cy="1181056"/>
            </a:xfrm>
            <a:custGeom>
              <a:avLst/>
              <a:gdLst/>
              <a:ahLst/>
              <a:cxnLst/>
              <a:rect l="l" t="t" r="r" b="b"/>
              <a:pathLst>
                <a:path w="384" h="579" extrusionOk="0">
                  <a:moveTo>
                    <a:pt x="0" y="176"/>
                  </a:moveTo>
                  <a:cubicBezTo>
                    <a:pt x="28" y="123"/>
                    <a:pt x="70" y="78"/>
                    <a:pt x="121" y="47"/>
                  </a:cubicBezTo>
                  <a:cubicBezTo>
                    <a:pt x="125" y="49"/>
                    <a:pt x="129" y="51"/>
                    <a:pt x="135" y="51"/>
                  </a:cubicBezTo>
                  <a:cubicBezTo>
                    <a:pt x="135" y="51"/>
                    <a:pt x="141" y="51"/>
                    <a:pt x="102" y="82"/>
                  </a:cubicBezTo>
                  <a:cubicBezTo>
                    <a:pt x="63" y="112"/>
                    <a:pt x="67" y="154"/>
                    <a:pt x="79" y="128"/>
                  </a:cubicBezTo>
                  <a:cubicBezTo>
                    <a:pt x="91" y="101"/>
                    <a:pt x="102" y="111"/>
                    <a:pt x="82" y="149"/>
                  </a:cubicBezTo>
                  <a:cubicBezTo>
                    <a:pt x="63" y="187"/>
                    <a:pt x="93" y="174"/>
                    <a:pt x="103" y="198"/>
                  </a:cubicBezTo>
                  <a:cubicBezTo>
                    <a:pt x="113" y="221"/>
                    <a:pt x="117" y="193"/>
                    <a:pt x="121" y="237"/>
                  </a:cubicBezTo>
                  <a:cubicBezTo>
                    <a:pt x="121" y="237"/>
                    <a:pt x="134" y="251"/>
                    <a:pt x="156" y="244"/>
                  </a:cubicBezTo>
                  <a:cubicBezTo>
                    <a:pt x="178" y="237"/>
                    <a:pt x="152" y="263"/>
                    <a:pt x="129" y="285"/>
                  </a:cubicBezTo>
                  <a:cubicBezTo>
                    <a:pt x="106" y="307"/>
                    <a:pt x="113" y="315"/>
                    <a:pt x="125" y="328"/>
                  </a:cubicBezTo>
                  <a:cubicBezTo>
                    <a:pt x="137" y="342"/>
                    <a:pt x="142" y="352"/>
                    <a:pt x="131" y="367"/>
                  </a:cubicBezTo>
                  <a:cubicBezTo>
                    <a:pt x="120" y="382"/>
                    <a:pt x="148" y="387"/>
                    <a:pt x="156" y="395"/>
                  </a:cubicBezTo>
                  <a:cubicBezTo>
                    <a:pt x="163" y="404"/>
                    <a:pt x="162" y="432"/>
                    <a:pt x="145" y="444"/>
                  </a:cubicBezTo>
                  <a:cubicBezTo>
                    <a:pt x="128" y="456"/>
                    <a:pt x="153" y="483"/>
                    <a:pt x="149" y="521"/>
                  </a:cubicBezTo>
                  <a:cubicBezTo>
                    <a:pt x="146" y="559"/>
                    <a:pt x="147" y="574"/>
                    <a:pt x="164" y="577"/>
                  </a:cubicBezTo>
                  <a:cubicBezTo>
                    <a:pt x="181" y="579"/>
                    <a:pt x="162" y="544"/>
                    <a:pt x="169" y="528"/>
                  </a:cubicBezTo>
                  <a:cubicBezTo>
                    <a:pt x="176" y="512"/>
                    <a:pt x="185" y="539"/>
                    <a:pt x="202" y="496"/>
                  </a:cubicBezTo>
                  <a:cubicBezTo>
                    <a:pt x="202" y="496"/>
                    <a:pt x="232" y="504"/>
                    <a:pt x="246" y="457"/>
                  </a:cubicBezTo>
                  <a:cubicBezTo>
                    <a:pt x="246" y="457"/>
                    <a:pt x="273" y="454"/>
                    <a:pt x="278" y="439"/>
                  </a:cubicBezTo>
                  <a:cubicBezTo>
                    <a:pt x="282" y="424"/>
                    <a:pt x="276" y="415"/>
                    <a:pt x="315" y="383"/>
                  </a:cubicBezTo>
                  <a:cubicBezTo>
                    <a:pt x="354" y="351"/>
                    <a:pt x="288" y="327"/>
                    <a:pt x="253" y="326"/>
                  </a:cubicBezTo>
                  <a:cubicBezTo>
                    <a:pt x="253" y="326"/>
                    <a:pt x="240" y="331"/>
                    <a:pt x="263" y="290"/>
                  </a:cubicBezTo>
                  <a:cubicBezTo>
                    <a:pt x="273" y="272"/>
                    <a:pt x="243" y="277"/>
                    <a:pt x="236" y="261"/>
                  </a:cubicBezTo>
                  <a:cubicBezTo>
                    <a:pt x="229" y="245"/>
                    <a:pt x="212" y="227"/>
                    <a:pt x="178" y="230"/>
                  </a:cubicBezTo>
                  <a:cubicBezTo>
                    <a:pt x="143" y="234"/>
                    <a:pt x="134" y="246"/>
                    <a:pt x="132" y="226"/>
                  </a:cubicBezTo>
                  <a:cubicBezTo>
                    <a:pt x="131" y="205"/>
                    <a:pt x="147" y="195"/>
                    <a:pt x="130" y="193"/>
                  </a:cubicBezTo>
                  <a:cubicBezTo>
                    <a:pt x="113" y="190"/>
                    <a:pt x="121" y="189"/>
                    <a:pt x="140" y="172"/>
                  </a:cubicBezTo>
                  <a:cubicBezTo>
                    <a:pt x="140" y="172"/>
                    <a:pt x="129" y="165"/>
                    <a:pt x="118" y="176"/>
                  </a:cubicBezTo>
                  <a:cubicBezTo>
                    <a:pt x="107" y="187"/>
                    <a:pt x="87" y="170"/>
                    <a:pt x="110" y="145"/>
                  </a:cubicBezTo>
                  <a:cubicBezTo>
                    <a:pt x="134" y="121"/>
                    <a:pt x="170" y="102"/>
                    <a:pt x="168" y="149"/>
                  </a:cubicBezTo>
                  <a:cubicBezTo>
                    <a:pt x="165" y="195"/>
                    <a:pt x="182" y="128"/>
                    <a:pt x="182" y="128"/>
                  </a:cubicBezTo>
                  <a:cubicBezTo>
                    <a:pt x="182" y="128"/>
                    <a:pt x="208" y="95"/>
                    <a:pt x="240" y="93"/>
                  </a:cubicBezTo>
                  <a:cubicBezTo>
                    <a:pt x="271" y="90"/>
                    <a:pt x="252" y="89"/>
                    <a:pt x="252" y="78"/>
                  </a:cubicBezTo>
                  <a:cubicBezTo>
                    <a:pt x="252" y="67"/>
                    <a:pt x="267" y="96"/>
                    <a:pt x="284" y="89"/>
                  </a:cubicBezTo>
                  <a:cubicBezTo>
                    <a:pt x="302" y="82"/>
                    <a:pt x="265" y="79"/>
                    <a:pt x="269" y="67"/>
                  </a:cubicBezTo>
                  <a:cubicBezTo>
                    <a:pt x="273" y="55"/>
                    <a:pt x="293" y="59"/>
                    <a:pt x="302" y="74"/>
                  </a:cubicBezTo>
                  <a:cubicBezTo>
                    <a:pt x="310" y="90"/>
                    <a:pt x="320" y="66"/>
                    <a:pt x="298" y="40"/>
                  </a:cubicBezTo>
                  <a:cubicBezTo>
                    <a:pt x="276" y="15"/>
                    <a:pt x="280" y="31"/>
                    <a:pt x="259" y="41"/>
                  </a:cubicBezTo>
                  <a:cubicBezTo>
                    <a:pt x="238" y="52"/>
                    <a:pt x="247" y="59"/>
                    <a:pt x="243" y="40"/>
                  </a:cubicBezTo>
                  <a:cubicBezTo>
                    <a:pt x="240" y="22"/>
                    <a:pt x="238" y="41"/>
                    <a:pt x="229" y="32"/>
                  </a:cubicBezTo>
                  <a:cubicBezTo>
                    <a:pt x="219" y="22"/>
                    <a:pt x="246" y="26"/>
                    <a:pt x="260" y="28"/>
                  </a:cubicBezTo>
                  <a:cubicBezTo>
                    <a:pt x="275" y="30"/>
                    <a:pt x="270" y="20"/>
                    <a:pt x="270" y="20"/>
                  </a:cubicBezTo>
                  <a:cubicBezTo>
                    <a:pt x="284" y="13"/>
                    <a:pt x="284" y="13"/>
                    <a:pt x="284" y="13"/>
                  </a:cubicBezTo>
                  <a:cubicBezTo>
                    <a:pt x="284" y="13"/>
                    <a:pt x="293" y="27"/>
                    <a:pt x="304" y="24"/>
                  </a:cubicBezTo>
                  <a:cubicBezTo>
                    <a:pt x="315" y="22"/>
                    <a:pt x="297" y="5"/>
                    <a:pt x="308" y="7"/>
                  </a:cubicBezTo>
                  <a:cubicBezTo>
                    <a:pt x="319" y="10"/>
                    <a:pt x="334" y="0"/>
                    <a:pt x="335" y="15"/>
                  </a:cubicBezTo>
                  <a:cubicBezTo>
                    <a:pt x="336" y="29"/>
                    <a:pt x="326" y="49"/>
                    <a:pt x="367" y="27"/>
                  </a:cubicBezTo>
                  <a:cubicBezTo>
                    <a:pt x="375" y="22"/>
                    <a:pt x="380" y="20"/>
                    <a:pt x="384" y="18"/>
                  </a:cubicBezTo>
                  <a:cubicBezTo>
                    <a:pt x="352" y="8"/>
                    <a:pt x="319" y="2"/>
                    <a:pt x="284" y="2"/>
                  </a:cubicBezTo>
                  <a:cubicBezTo>
                    <a:pt x="160" y="2"/>
                    <a:pt x="53" y="73"/>
                    <a:pt x="0" y="176"/>
                  </a:cubicBezTo>
                  <a:close/>
                </a:path>
              </a:pathLst>
            </a:custGeom>
            <a:solidFill>
              <a:schemeClr val="lt2"/>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23" name="Google Shape;735;p83">
              <a:extLst>
                <a:ext uri="{FF2B5EF4-FFF2-40B4-BE49-F238E27FC236}">
                  <a16:creationId xmlns:a16="http://schemas.microsoft.com/office/drawing/2014/main" id="{D1234E4D-EDE2-4FBD-80BF-371FD2ACF0D4}"/>
                </a:ext>
              </a:extLst>
            </p:cNvPr>
            <p:cNvSpPr/>
            <p:nvPr/>
          </p:nvSpPr>
          <p:spPr>
            <a:xfrm>
              <a:off x="9300641" y="1551683"/>
              <a:ext cx="1858" cy="3714"/>
            </a:xfrm>
            <a:custGeom>
              <a:avLst/>
              <a:gdLst/>
              <a:ahLst/>
              <a:cxnLst/>
              <a:rect l="l" t="t" r="r" b="b"/>
              <a:pathLst>
                <a:path w="1" h="2" extrusionOk="0">
                  <a:moveTo>
                    <a:pt x="1" y="0"/>
                  </a:moveTo>
                  <a:cubicBezTo>
                    <a:pt x="1" y="1"/>
                    <a:pt x="0" y="1"/>
                    <a:pt x="0" y="2"/>
                  </a:cubicBezTo>
                  <a:cubicBezTo>
                    <a:pt x="0" y="1"/>
                    <a:pt x="1" y="1"/>
                    <a:pt x="1"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24" name="Google Shape;736;p83">
              <a:extLst>
                <a:ext uri="{FF2B5EF4-FFF2-40B4-BE49-F238E27FC236}">
                  <a16:creationId xmlns:a16="http://schemas.microsoft.com/office/drawing/2014/main" id="{1D408FE2-0705-487A-97F7-16AEC4B59B66}"/>
                </a:ext>
              </a:extLst>
            </p:cNvPr>
            <p:cNvSpPr/>
            <p:nvPr/>
          </p:nvSpPr>
          <p:spPr>
            <a:xfrm>
              <a:off x="10127010" y="1183996"/>
              <a:ext cx="432683" cy="1210768"/>
            </a:xfrm>
            <a:custGeom>
              <a:avLst/>
              <a:gdLst/>
              <a:ahLst/>
              <a:cxnLst/>
              <a:rect l="l" t="t" r="r" b="b"/>
              <a:pathLst>
                <a:path w="211" h="594" extrusionOk="0">
                  <a:moveTo>
                    <a:pt x="0" y="0"/>
                  </a:moveTo>
                  <a:cubicBezTo>
                    <a:pt x="0" y="3"/>
                    <a:pt x="1" y="6"/>
                    <a:pt x="6" y="10"/>
                  </a:cubicBezTo>
                  <a:cubicBezTo>
                    <a:pt x="22" y="19"/>
                    <a:pt x="17" y="11"/>
                    <a:pt x="38" y="23"/>
                  </a:cubicBezTo>
                  <a:cubicBezTo>
                    <a:pt x="59" y="35"/>
                    <a:pt x="45" y="49"/>
                    <a:pt x="61" y="51"/>
                  </a:cubicBezTo>
                  <a:cubicBezTo>
                    <a:pt x="77" y="53"/>
                    <a:pt x="92" y="75"/>
                    <a:pt x="79" y="77"/>
                  </a:cubicBezTo>
                  <a:cubicBezTo>
                    <a:pt x="67" y="78"/>
                    <a:pt x="66" y="63"/>
                    <a:pt x="48" y="61"/>
                  </a:cubicBezTo>
                  <a:cubicBezTo>
                    <a:pt x="29" y="58"/>
                    <a:pt x="55" y="67"/>
                    <a:pt x="67" y="78"/>
                  </a:cubicBezTo>
                  <a:cubicBezTo>
                    <a:pt x="79" y="89"/>
                    <a:pt x="79" y="102"/>
                    <a:pt x="67" y="107"/>
                  </a:cubicBezTo>
                  <a:cubicBezTo>
                    <a:pt x="55" y="112"/>
                    <a:pt x="64" y="140"/>
                    <a:pt x="84" y="136"/>
                  </a:cubicBezTo>
                  <a:cubicBezTo>
                    <a:pt x="104" y="133"/>
                    <a:pt x="96" y="112"/>
                    <a:pt x="107" y="117"/>
                  </a:cubicBezTo>
                  <a:cubicBezTo>
                    <a:pt x="118" y="122"/>
                    <a:pt x="115" y="134"/>
                    <a:pt x="133" y="141"/>
                  </a:cubicBezTo>
                  <a:cubicBezTo>
                    <a:pt x="151" y="149"/>
                    <a:pt x="131" y="158"/>
                    <a:pt x="153" y="160"/>
                  </a:cubicBezTo>
                  <a:cubicBezTo>
                    <a:pt x="175" y="161"/>
                    <a:pt x="186" y="169"/>
                    <a:pt x="166" y="178"/>
                  </a:cubicBezTo>
                  <a:cubicBezTo>
                    <a:pt x="146" y="186"/>
                    <a:pt x="156" y="194"/>
                    <a:pt x="139" y="173"/>
                  </a:cubicBezTo>
                  <a:cubicBezTo>
                    <a:pt x="122" y="152"/>
                    <a:pt x="124" y="172"/>
                    <a:pt x="122" y="152"/>
                  </a:cubicBezTo>
                  <a:cubicBezTo>
                    <a:pt x="120" y="132"/>
                    <a:pt x="93" y="151"/>
                    <a:pt x="78" y="153"/>
                  </a:cubicBezTo>
                  <a:cubicBezTo>
                    <a:pt x="64" y="156"/>
                    <a:pt x="76" y="170"/>
                    <a:pt x="62" y="173"/>
                  </a:cubicBezTo>
                  <a:cubicBezTo>
                    <a:pt x="49" y="175"/>
                    <a:pt x="43" y="172"/>
                    <a:pt x="46" y="203"/>
                  </a:cubicBezTo>
                  <a:cubicBezTo>
                    <a:pt x="50" y="235"/>
                    <a:pt x="42" y="242"/>
                    <a:pt x="27" y="242"/>
                  </a:cubicBezTo>
                  <a:cubicBezTo>
                    <a:pt x="12" y="242"/>
                    <a:pt x="39" y="259"/>
                    <a:pt x="46" y="281"/>
                  </a:cubicBezTo>
                  <a:cubicBezTo>
                    <a:pt x="54" y="303"/>
                    <a:pt x="55" y="317"/>
                    <a:pt x="87" y="308"/>
                  </a:cubicBezTo>
                  <a:cubicBezTo>
                    <a:pt x="118" y="300"/>
                    <a:pt x="109" y="300"/>
                    <a:pt x="112" y="317"/>
                  </a:cubicBezTo>
                  <a:cubicBezTo>
                    <a:pt x="116" y="334"/>
                    <a:pt x="129" y="307"/>
                    <a:pt x="132" y="324"/>
                  </a:cubicBezTo>
                  <a:cubicBezTo>
                    <a:pt x="134" y="341"/>
                    <a:pt x="101" y="345"/>
                    <a:pt x="120" y="356"/>
                  </a:cubicBezTo>
                  <a:cubicBezTo>
                    <a:pt x="138" y="367"/>
                    <a:pt x="125" y="392"/>
                    <a:pt x="116" y="399"/>
                  </a:cubicBezTo>
                  <a:cubicBezTo>
                    <a:pt x="107" y="405"/>
                    <a:pt x="114" y="427"/>
                    <a:pt x="95" y="436"/>
                  </a:cubicBezTo>
                  <a:cubicBezTo>
                    <a:pt x="77" y="446"/>
                    <a:pt x="104" y="463"/>
                    <a:pt x="93" y="474"/>
                  </a:cubicBezTo>
                  <a:cubicBezTo>
                    <a:pt x="82" y="485"/>
                    <a:pt x="53" y="499"/>
                    <a:pt x="64" y="525"/>
                  </a:cubicBezTo>
                  <a:cubicBezTo>
                    <a:pt x="75" y="552"/>
                    <a:pt x="75" y="536"/>
                    <a:pt x="98" y="517"/>
                  </a:cubicBezTo>
                  <a:cubicBezTo>
                    <a:pt x="121" y="497"/>
                    <a:pt x="140" y="464"/>
                    <a:pt x="151" y="466"/>
                  </a:cubicBezTo>
                  <a:cubicBezTo>
                    <a:pt x="155" y="466"/>
                    <a:pt x="157" y="469"/>
                    <a:pt x="160" y="472"/>
                  </a:cubicBezTo>
                  <a:cubicBezTo>
                    <a:pt x="124" y="526"/>
                    <a:pt x="72" y="570"/>
                    <a:pt x="11" y="594"/>
                  </a:cubicBezTo>
                  <a:cubicBezTo>
                    <a:pt x="128" y="547"/>
                    <a:pt x="211" y="433"/>
                    <a:pt x="211" y="299"/>
                  </a:cubicBezTo>
                  <a:cubicBezTo>
                    <a:pt x="211" y="161"/>
                    <a:pt x="123" y="44"/>
                    <a:pt x="0" y="0"/>
                  </a:cubicBezTo>
                  <a:close/>
                </a:path>
              </a:pathLst>
            </a:custGeom>
            <a:solidFill>
              <a:schemeClr val="lt2"/>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nvGrpSpPr>
            <p:cNvPr id="25" name="Google Shape;737;p83">
              <a:extLst>
                <a:ext uri="{FF2B5EF4-FFF2-40B4-BE49-F238E27FC236}">
                  <a16:creationId xmlns:a16="http://schemas.microsoft.com/office/drawing/2014/main" id="{47F222DA-0BE3-4924-9BD3-BDEBC0BD7DC2}"/>
                </a:ext>
              </a:extLst>
            </p:cNvPr>
            <p:cNvGrpSpPr/>
            <p:nvPr/>
          </p:nvGrpSpPr>
          <p:grpSpPr>
            <a:xfrm>
              <a:off x="9543910" y="498760"/>
              <a:ext cx="722374" cy="685236"/>
              <a:chOff x="9543910" y="498760"/>
              <a:chExt cx="722374" cy="685236"/>
            </a:xfrm>
          </p:grpSpPr>
          <p:sp>
            <p:nvSpPr>
              <p:cNvPr id="86" name="Google Shape;738;p83">
                <a:extLst>
                  <a:ext uri="{FF2B5EF4-FFF2-40B4-BE49-F238E27FC236}">
                    <a16:creationId xmlns:a16="http://schemas.microsoft.com/office/drawing/2014/main" id="{506A5382-CE2D-4B33-8688-D2CB2F435667}"/>
                  </a:ext>
                </a:extLst>
              </p:cNvPr>
              <p:cNvSpPr/>
              <p:nvPr/>
            </p:nvSpPr>
            <p:spPr>
              <a:xfrm>
                <a:off x="10117724" y="1180282"/>
                <a:ext cx="9286" cy="3714"/>
              </a:xfrm>
              <a:custGeom>
                <a:avLst/>
                <a:gdLst/>
                <a:ahLst/>
                <a:cxnLst/>
                <a:rect l="l" t="t" r="r" b="b"/>
                <a:pathLst>
                  <a:path w="5" h="2" extrusionOk="0">
                    <a:moveTo>
                      <a:pt x="0" y="0"/>
                    </a:moveTo>
                    <a:cubicBezTo>
                      <a:pt x="1" y="0"/>
                      <a:pt x="3" y="1"/>
                      <a:pt x="5" y="2"/>
                    </a:cubicBezTo>
                    <a:cubicBezTo>
                      <a:pt x="5" y="2"/>
                      <a:pt x="5" y="2"/>
                      <a:pt x="5" y="2"/>
                    </a:cubicBezTo>
                    <a:cubicBezTo>
                      <a:pt x="3" y="1"/>
                      <a:pt x="1" y="0"/>
                      <a:pt x="0" y="0"/>
                    </a:cubicBezTo>
                    <a:close/>
                  </a:path>
                </a:pathLst>
              </a:custGeom>
              <a:solidFill>
                <a:srgbClr val="968C6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87" name="Google Shape;739;p83">
                <a:extLst>
                  <a:ext uri="{FF2B5EF4-FFF2-40B4-BE49-F238E27FC236}">
                    <a16:creationId xmlns:a16="http://schemas.microsoft.com/office/drawing/2014/main" id="{4199D149-EBB8-49F4-B79C-222295A2BAE1}"/>
                  </a:ext>
                </a:extLst>
              </p:cNvPr>
              <p:cNvSpPr/>
              <p:nvPr/>
            </p:nvSpPr>
            <p:spPr>
              <a:xfrm>
                <a:off x="9737038" y="701174"/>
                <a:ext cx="336119" cy="479108"/>
              </a:xfrm>
              <a:custGeom>
                <a:avLst/>
                <a:gdLst/>
                <a:ahLst/>
                <a:cxnLst/>
                <a:rect l="l" t="t" r="r" b="b"/>
                <a:pathLst>
                  <a:path w="181" h="258" extrusionOk="0">
                    <a:moveTo>
                      <a:pt x="100" y="40"/>
                    </a:moveTo>
                    <a:lnTo>
                      <a:pt x="99" y="40"/>
                    </a:lnTo>
                    <a:lnTo>
                      <a:pt x="99" y="0"/>
                    </a:lnTo>
                    <a:lnTo>
                      <a:pt x="80" y="0"/>
                    </a:lnTo>
                    <a:lnTo>
                      <a:pt x="80" y="40"/>
                    </a:lnTo>
                    <a:lnTo>
                      <a:pt x="80" y="40"/>
                    </a:lnTo>
                    <a:lnTo>
                      <a:pt x="0" y="258"/>
                    </a:lnTo>
                    <a:lnTo>
                      <a:pt x="24" y="258"/>
                    </a:lnTo>
                    <a:lnTo>
                      <a:pt x="48" y="192"/>
                    </a:lnTo>
                    <a:lnTo>
                      <a:pt x="132" y="192"/>
                    </a:lnTo>
                    <a:lnTo>
                      <a:pt x="156" y="258"/>
                    </a:lnTo>
                    <a:lnTo>
                      <a:pt x="181" y="258"/>
                    </a:lnTo>
                    <a:lnTo>
                      <a:pt x="100" y="40"/>
                    </a:lnTo>
                    <a:close/>
                    <a:moveTo>
                      <a:pt x="90" y="80"/>
                    </a:moveTo>
                    <a:lnTo>
                      <a:pt x="103" y="117"/>
                    </a:lnTo>
                    <a:lnTo>
                      <a:pt x="77" y="117"/>
                    </a:lnTo>
                    <a:lnTo>
                      <a:pt x="90" y="80"/>
                    </a:lnTo>
                    <a:close/>
                    <a:moveTo>
                      <a:pt x="74" y="125"/>
                    </a:moveTo>
                    <a:lnTo>
                      <a:pt x="107" y="125"/>
                    </a:lnTo>
                    <a:lnTo>
                      <a:pt x="90" y="138"/>
                    </a:lnTo>
                    <a:lnTo>
                      <a:pt x="74" y="125"/>
                    </a:lnTo>
                    <a:lnTo>
                      <a:pt x="74" y="125"/>
                    </a:lnTo>
                    <a:close/>
                    <a:moveTo>
                      <a:pt x="70" y="135"/>
                    </a:moveTo>
                    <a:lnTo>
                      <a:pt x="82" y="144"/>
                    </a:lnTo>
                    <a:lnTo>
                      <a:pt x="60" y="161"/>
                    </a:lnTo>
                    <a:lnTo>
                      <a:pt x="70" y="135"/>
                    </a:lnTo>
                    <a:close/>
                    <a:moveTo>
                      <a:pt x="68" y="166"/>
                    </a:moveTo>
                    <a:lnTo>
                      <a:pt x="90" y="150"/>
                    </a:lnTo>
                    <a:lnTo>
                      <a:pt x="113" y="166"/>
                    </a:lnTo>
                    <a:lnTo>
                      <a:pt x="68" y="166"/>
                    </a:lnTo>
                    <a:close/>
                    <a:moveTo>
                      <a:pt x="98" y="144"/>
                    </a:moveTo>
                    <a:lnTo>
                      <a:pt x="110" y="134"/>
                    </a:lnTo>
                    <a:lnTo>
                      <a:pt x="119" y="159"/>
                    </a:lnTo>
                    <a:lnTo>
                      <a:pt x="98" y="144"/>
                    </a:lnTo>
                    <a:close/>
                  </a:path>
                </a:pathLst>
              </a:custGeom>
              <a:solidFill>
                <a:srgbClr val="968C6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88" name="Google Shape;740;p83">
                <a:extLst>
                  <a:ext uri="{FF2B5EF4-FFF2-40B4-BE49-F238E27FC236}">
                    <a16:creationId xmlns:a16="http://schemas.microsoft.com/office/drawing/2014/main" id="{4BA7E30B-0B76-4193-9A7E-0FDBB1B5BED7}"/>
                  </a:ext>
                </a:extLst>
              </p:cNvPr>
              <p:cNvSpPr/>
              <p:nvPr/>
            </p:nvSpPr>
            <p:spPr>
              <a:xfrm>
                <a:off x="9835459" y="619466"/>
                <a:ext cx="139276" cy="137418"/>
              </a:xfrm>
              <a:prstGeom prst="ellipse">
                <a:avLst/>
              </a:prstGeom>
              <a:solidFill>
                <a:srgbClr val="968C6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89" name="Google Shape;741;p83">
                <a:extLst>
                  <a:ext uri="{FF2B5EF4-FFF2-40B4-BE49-F238E27FC236}">
                    <a16:creationId xmlns:a16="http://schemas.microsoft.com/office/drawing/2014/main" id="{3DF65BC4-05B9-4AE5-BDDA-52FF59E4E849}"/>
                  </a:ext>
                </a:extLst>
              </p:cNvPr>
              <p:cNvSpPr/>
              <p:nvPr/>
            </p:nvSpPr>
            <p:spPr>
              <a:xfrm>
                <a:off x="10021160" y="604610"/>
                <a:ext cx="51996" cy="168988"/>
              </a:xfrm>
              <a:custGeom>
                <a:avLst/>
                <a:gdLst/>
                <a:ahLst/>
                <a:cxnLst/>
                <a:rect l="l" t="t" r="r" b="b"/>
                <a:pathLst>
                  <a:path w="25" h="83" extrusionOk="0">
                    <a:moveTo>
                      <a:pt x="0" y="6"/>
                    </a:moveTo>
                    <a:cubicBezTo>
                      <a:pt x="0" y="6"/>
                      <a:pt x="0" y="6"/>
                      <a:pt x="0" y="6"/>
                    </a:cubicBezTo>
                    <a:cubicBezTo>
                      <a:pt x="0" y="7"/>
                      <a:pt x="1" y="8"/>
                      <a:pt x="2" y="9"/>
                    </a:cubicBezTo>
                    <a:cubicBezTo>
                      <a:pt x="10" y="17"/>
                      <a:pt x="16" y="28"/>
                      <a:pt x="16" y="41"/>
                    </a:cubicBezTo>
                    <a:cubicBezTo>
                      <a:pt x="16" y="54"/>
                      <a:pt x="10" y="65"/>
                      <a:pt x="2" y="73"/>
                    </a:cubicBezTo>
                    <a:cubicBezTo>
                      <a:pt x="1" y="74"/>
                      <a:pt x="0" y="75"/>
                      <a:pt x="0" y="77"/>
                    </a:cubicBezTo>
                    <a:cubicBezTo>
                      <a:pt x="0" y="77"/>
                      <a:pt x="0" y="77"/>
                      <a:pt x="0" y="77"/>
                    </a:cubicBezTo>
                    <a:cubicBezTo>
                      <a:pt x="0" y="81"/>
                      <a:pt x="5" y="83"/>
                      <a:pt x="8" y="80"/>
                    </a:cubicBezTo>
                    <a:cubicBezTo>
                      <a:pt x="18" y="70"/>
                      <a:pt x="25" y="57"/>
                      <a:pt x="25" y="41"/>
                    </a:cubicBezTo>
                    <a:cubicBezTo>
                      <a:pt x="25" y="26"/>
                      <a:pt x="18" y="12"/>
                      <a:pt x="8" y="2"/>
                    </a:cubicBezTo>
                    <a:cubicBezTo>
                      <a:pt x="5" y="0"/>
                      <a:pt x="0" y="2"/>
                      <a:pt x="0" y="6"/>
                    </a:cubicBezTo>
                    <a:close/>
                  </a:path>
                </a:pathLst>
              </a:custGeom>
              <a:solidFill>
                <a:srgbClr val="968C6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90" name="Google Shape;742;p83">
                <a:extLst>
                  <a:ext uri="{FF2B5EF4-FFF2-40B4-BE49-F238E27FC236}">
                    <a16:creationId xmlns:a16="http://schemas.microsoft.com/office/drawing/2014/main" id="{3C760873-73D0-44BB-8F79-F7D38EAB1F6A}"/>
                  </a:ext>
                </a:extLst>
              </p:cNvPr>
              <p:cNvSpPr/>
              <p:nvPr/>
            </p:nvSpPr>
            <p:spPr>
              <a:xfrm>
                <a:off x="10088012" y="561898"/>
                <a:ext cx="77994" cy="252553"/>
              </a:xfrm>
              <a:custGeom>
                <a:avLst/>
                <a:gdLst/>
                <a:ahLst/>
                <a:cxnLst/>
                <a:rect l="l" t="t" r="r" b="b"/>
                <a:pathLst>
                  <a:path w="38" h="124" extrusionOk="0">
                    <a:moveTo>
                      <a:pt x="0" y="9"/>
                    </a:moveTo>
                    <a:cubicBezTo>
                      <a:pt x="0" y="9"/>
                      <a:pt x="0" y="9"/>
                      <a:pt x="0" y="9"/>
                    </a:cubicBezTo>
                    <a:cubicBezTo>
                      <a:pt x="0" y="11"/>
                      <a:pt x="1" y="13"/>
                      <a:pt x="2" y="14"/>
                    </a:cubicBezTo>
                    <a:cubicBezTo>
                      <a:pt x="16" y="26"/>
                      <a:pt x="24" y="43"/>
                      <a:pt x="24" y="62"/>
                    </a:cubicBezTo>
                    <a:cubicBezTo>
                      <a:pt x="24" y="81"/>
                      <a:pt x="16" y="98"/>
                      <a:pt x="2" y="110"/>
                    </a:cubicBezTo>
                    <a:cubicBezTo>
                      <a:pt x="1" y="111"/>
                      <a:pt x="0" y="113"/>
                      <a:pt x="0" y="115"/>
                    </a:cubicBezTo>
                    <a:cubicBezTo>
                      <a:pt x="0" y="115"/>
                      <a:pt x="0" y="115"/>
                      <a:pt x="0" y="115"/>
                    </a:cubicBezTo>
                    <a:cubicBezTo>
                      <a:pt x="0" y="121"/>
                      <a:pt x="7" y="124"/>
                      <a:pt x="12" y="121"/>
                    </a:cubicBezTo>
                    <a:cubicBezTo>
                      <a:pt x="28" y="106"/>
                      <a:pt x="38" y="85"/>
                      <a:pt x="38" y="62"/>
                    </a:cubicBezTo>
                    <a:cubicBezTo>
                      <a:pt x="38" y="39"/>
                      <a:pt x="28" y="18"/>
                      <a:pt x="12" y="4"/>
                    </a:cubicBezTo>
                    <a:cubicBezTo>
                      <a:pt x="7" y="0"/>
                      <a:pt x="0" y="3"/>
                      <a:pt x="0" y="9"/>
                    </a:cubicBezTo>
                    <a:close/>
                  </a:path>
                </a:pathLst>
              </a:custGeom>
              <a:solidFill>
                <a:srgbClr val="968C6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91" name="Google Shape;743;p83">
                <a:extLst>
                  <a:ext uri="{FF2B5EF4-FFF2-40B4-BE49-F238E27FC236}">
                    <a16:creationId xmlns:a16="http://schemas.microsoft.com/office/drawing/2014/main" id="{2329CA89-2FCC-42BC-9F23-48240D0C621A}"/>
                  </a:ext>
                </a:extLst>
              </p:cNvPr>
              <p:cNvSpPr/>
              <p:nvPr/>
            </p:nvSpPr>
            <p:spPr>
              <a:xfrm>
                <a:off x="10151150" y="498760"/>
                <a:ext cx="115134" cy="380687"/>
              </a:xfrm>
              <a:custGeom>
                <a:avLst/>
                <a:gdLst/>
                <a:ahLst/>
                <a:cxnLst/>
                <a:rect l="l" t="t" r="r" b="b"/>
                <a:pathLst>
                  <a:path w="57" h="187" extrusionOk="0">
                    <a:moveTo>
                      <a:pt x="0" y="13"/>
                    </a:moveTo>
                    <a:cubicBezTo>
                      <a:pt x="0" y="14"/>
                      <a:pt x="0" y="14"/>
                      <a:pt x="0" y="14"/>
                    </a:cubicBezTo>
                    <a:cubicBezTo>
                      <a:pt x="0" y="17"/>
                      <a:pt x="1" y="19"/>
                      <a:pt x="4" y="21"/>
                    </a:cubicBezTo>
                    <a:cubicBezTo>
                      <a:pt x="23" y="39"/>
                      <a:pt x="36" y="65"/>
                      <a:pt x="36" y="93"/>
                    </a:cubicBezTo>
                    <a:cubicBezTo>
                      <a:pt x="36" y="122"/>
                      <a:pt x="23" y="147"/>
                      <a:pt x="4" y="165"/>
                    </a:cubicBezTo>
                    <a:cubicBezTo>
                      <a:pt x="1" y="167"/>
                      <a:pt x="0" y="170"/>
                      <a:pt x="0" y="173"/>
                    </a:cubicBezTo>
                    <a:cubicBezTo>
                      <a:pt x="0" y="173"/>
                      <a:pt x="0" y="173"/>
                      <a:pt x="0" y="173"/>
                    </a:cubicBezTo>
                    <a:cubicBezTo>
                      <a:pt x="0" y="182"/>
                      <a:pt x="11" y="187"/>
                      <a:pt x="17" y="181"/>
                    </a:cubicBezTo>
                    <a:cubicBezTo>
                      <a:pt x="41" y="159"/>
                      <a:pt x="57" y="128"/>
                      <a:pt x="57" y="93"/>
                    </a:cubicBezTo>
                    <a:cubicBezTo>
                      <a:pt x="57" y="58"/>
                      <a:pt x="41" y="27"/>
                      <a:pt x="17" y="6"/>
                    </a:cubicBezTo>
                    <a:cubicBezTo>
                      <a:pt x="11" y="0"/>
                      <a:pt x="0" y="5"/>
                      <a:pt x="0" y="13"/>
                    </a:cubicBezTo>
                    <a:close/>
                  </a:path>
                </a:pathLst>
              </a:custGeom>
              <a:solidFill>
                <a:srgbClr val="968C6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92" name="Google Shape;744;p83">
                <a:extLst>
                  <a:ext uri="{FF2B5EF4-FFF2-40B4-BE49-F238E27FC236}">
                    <a16:creationId xmlns:a16="http://schemas.microsoft.com/office/drawing/2014/main" id="{DA74EFE8-9616-4D26-828F-D93165126F37}"/>
                  </a:ext>
                </a:extLst>
              </p:cNvPr>
              <p:cNvSpPr/>
              <p:nvPr/>
            </p:nvSpPr>
            <p:spPr>
              <a:xfrm>
                <a:off x="9738895" y="604610"/>
                <a:ext cx="50140" cy="168988"/>
              </a:xfrm>
              <a:custGeom>
                <a:avLst/>
                <a:gdLst/>
                <a:ahLst/>
                <a:cxnLst/>
                <a:rect l="l" t="t" r="r" b="b"/>
                <a:pathLst>
                  <a:path w="25" h="83" extrusionOk="0">
                    <a:moveTo>
                      <a:pt x="25" y="6"/>
                    </a:moveTo>
                    <a:cubicBezTo>
                      <a:pt x="25" y="6"/>
                      <a:pt x="25" y="6"/>
                      <a:pt x="25" y="6"/>
                    </a:cubicBezTo>
                    <a:cubicBezTo>
                      <a:pt x="25" y="7"/>
                      <a:pt x="24" y="8"/>
                      <a:pt x="23" y="9"/>
                    </a:cubicBezTo>
                    <a:cubicBezTo>
                      <a:pt x="14" y="17"/>
                      <a:pt x="9" y="28"/>
                      <a:pt x="9" y="41"/>
                    </a:cubicBezTo>
                    <a:cubicBezTo>
                      <a:pt x="9" y="54"/>
                      <a:pt x="14" y="65"/>
                      <a:pt x="23" y="73"/>
                    </a:cubicBezTo>
                    <a:cubicBezTo>
                      <a:pt x="24" y="74"/>
                      <a:pt x="25" y="75"/>
                      <a:pt x="25" y="77"/>
                    </a:cubicBezTo>
                    <a:cubicBezTo>
                      <a:pt x="25" y="77"/>
                      <a:pt x="25" y="77"/>
                      <a:pt x="25" y="77"/>
                    </a:cubicBezTo>
                    <a:cubicBezTo>
                      <a:pt x="25" y="81"/>
                      <a:pt x="20" y="83"/>
                      <a:pt x="17" y="80"/>
                    </a:cubicBezTo>
                    <a:cubicBezTo>
                      <a:pt x="6" y="70"/>
                      <a:pt x="0" y="57"/>
                      <a:pt x="0" y="41"/>
                    </a:cubicBezTo>
                    <a:cubicBezTo>
                      <a:pt x="0" y="26"/>
                      <a:pt x="6" y="12"/>
                      <a:pt x="17" y="2"/>
                    </a:cubicBezTo>
                    <a:cubicBezTo>
                      <a:pt x="20" y="0"/>
                      <a:pt x="25" y="2"/>
                      <a:pt x="25" y="6"/>
                    </a:cubicBezTo>
                    <a:close/>
                  </a:path>
                </a:pathLst>
              </a:custGeom>
              <a:solidFill>
                <a:srgbClr val="968C6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93" name="Google Shape;745;p83">
                <a:extLst>
                  <a:ext uri="{FF2B5EF4-FFF2-40B4-BE49-F238E27FC236}">
                    <a16:creationId xmlns:a16="http://schemas.microsoft.com/office/drawing/2014/main" id="{ABA2A3C6-35E8-414D-8CC5-7A4A726FAE9F}"/>
                  </a:ext>
                </a:extLst>
              </p:cNvPr>
              <p:cNvSpPr/>
              <p:nvPr/>
            </p:nvSpPr>
            <p:spPr>
              <a:xfrm>
                <a:off x="9644188" y="561898"/>
                <a:ext cx="77994" cy="252553"/>
              </a:xfrm>
              <a:custGeom>
                <a:avLst/>
                <a:gdLst/>
                <a:ahLst/>
                <a:cxnLst/>
                <a:rect l="l" t="t" r="r" b="b"/>
                <a:pathLst>
                  <a:path w="38" h="124" extrusionOk="0">
                    <a:moveTo>
                      <a:pt x="38" y="9"/>
                    </a:moveTo>
                    <a:cubicBezTo>
                      <a:pt x="38" y="9"/>
                      <a:pt x="38" y="9"/>
                      <a:pt x="38" y="9"/>
                    </a:cubicBezTo>
                    <a:cubicBezTo>
                      <a:pt x="38" y="11"/>
                      <a:pt x="37" y="13"/>
                      <a:pt x="35" y="14"/>
                    </a:cubicBezTo>
                    <a:cubicBezTo>
                      <a:pt x="22" y="26"/>
                      <a:pt x="14" y="43"/>
                      <a:pt x="14" y="62"/>
                    </a:cubicBezTo>
                    <a:cubicBezTo>
                      <a:pt x="14" y="81"/>
                      <a:pt x="22" y="98"/>
                      <a:pt x="35" y="110"/>
                    </a:cubicBezTo>
                    <a:cubicBezTo>
                      <a:pt x="37" y="111"/>
                      <a:pt x="38" y="113"/>
                      <a:pt x="38" y="115"/>
                    </a:cubicBezTo>
                    <a:cubicBezTo>
                      <a:pt x="38" y="115"/>
                      <a:pt x="38" y="115"/>
                      <a:pt x="38" y="115"/>
                    </a:cubicBezTo>
                    <a:cubicBezTo>
                      <a:pt x="38" y="121"/>
                      <a:pt x="31" y="124"/>
                      <a:pt x="26" y="121"/>
                    </a:cubicBezTo>
                    <a:cubicBezTo>
                      <a:pt x="10" y="106"/>
                      <a:pt x="0" y="85"/>
                      <a:pt x="0" y="62"/>
                    </a:cubicBezTo>
                    <a:cubicBezTo>
                      <a:pt x="0" y="39"/>
                      <a:pt x="10" y="18"/>
                      <a:pt x="26" y="4"/>
                    </a:cubicBezTo>
                    <a:cubicBezTo>
                      <a:pt x="31" y="0"/>
                      <a:pt x="38" y="3"/>
                      <a:pt x="38" y="9"/>
                    </a:cubicBezTo>
                    <a:close/>
                  </a:path>
                </a:pathLst>
              </a:custGeom>
              <a:solidFill>
                <a:srgbClr val="968C6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94" name="Google Shape;746;p83">
                <a:extLst>
                  <a:ext uri="{FF2B5EF4-FFF2-40B4-BE49-F238E27FC236}">
                    <a16:creationId xmlns:a16="http://schemas.microsoft.com/office/drawing/2014/main" id="{464A6BD5-E536-4D5D-9D9D-A0F6BE033A89}"/>
                  </a:ext>
                </a:extLst>
              </p:cNvPr>
              <p:cNvSpPr/>
              <p:nvPr/>
            </p:nvSpPr>
            <p:spPr>
              <a:xfrm>
                <a:off x="9543910" y="498760"/>
                <a:ext cx="116992" cy="380687"/>
              </a:xfrm>
              <a:custGeom>
                <a:avLst/>
                <a:gdLst/>
                <a:ahLst/>
                <a:cxnLst/>
                <a:rect l="l" t="t" r="r" b="b"/>
                <a:pathLst>
                  <a:path w="57" h="187" extrusionOk="0">
                    <a:moveTo>
                      <a:pt x="57" y="13"/>
                    </a:moveTo>
                    <a:cubicBezTo>
                      <a:pt x="57" y="14"/>
                      <a:pt x="57" y="14"/>
                      <a:pt x="57" y="14"/>
                    </a:cubicBezTo>
                    <a:cubicBezTo>
                      <a:pt x="57" y="17"/>
                      <a:pt x="55" y="19"/>
                      <a:pt x="53" y="21"/>
                    </a:cubicBezTo>
                    <a:cubicBezTo>
                      <a:pt x="34" y="39"/>
                      <a:pt x="21" y="65"/>
                      <a:pt x="21" y="93"/>
                    </a:cubicBezTo>
                    <a:cubicBezTo>
                      <a:pt x="21" y="122"/>
                      <a:pt x="34" y="147"/>
                      <a:pt x="53" y="165"/>
                    </a:cubicBezTo>
                    <a:cubicBezTo>
                      <a:pt x="55" y="167"/>
                      <a:pt x="57" y="170"/>
                      <a:pt x="57" y="173"/>
                    </a:cubicBezTo>
                    <a:cubicBezTo>
                      <a:pt x="57" y="173"/>
                      <a:pt x="57" y="173"/>
                      <a:pt x="57" y="173"/>
                    </a:cubicBezTo>
                    <a:cubicBezTo>
                      <a:pt x="57" y="182"/>
                      <a:pt x="46" y="187"/>
                      <a:pt x="40" y="181"/>
                    </a:cubicBezTo>
                    <a:cubicBezTo>
                      <a:pt x="15" y="159"/>
                      <a:pt x="0" y="128"/>
                      <a:pt x="0" y="93"/>
                    </a:cubicBezTo>
                    <a:cubicBezTo>
                      <a:pt x="0" y="58"/>
                      <a:pt x="15" y="27"/>
                      <a:pt x="40" y="6"/>
                    </a:cubicBezTo>
                    <a:cubicBezTo>
                      <a:pt x="46" y="0"/>
                      <a:pt x="57" y="5"/>
                      <a:pt x="57" y="13"/>
                    </a:cubicBezTo>
                    <a:close/>
                  </a:path>
                </a:pathLst>
              </a:custGeom>
              <a:solidFill>
                <a:srgbClr val="968C6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
          <p:nvSpPr>
            <p:cNvPr id="26" name="Google Shape;747;p83">
              <a:extLst>
                <a:ext uri="{FF2B5EF4-FFF2-40B4-BE49-F238E27FC236}">
                  <a16:creationId xmlns:a16="http://schemas.microsoft.com/office/drawing/2014/main" id="{0857A3DD-EF6B-402B-ACBA-9765736A4C92}"/>
                </a:ext>
              </a:extLst>
            </p:cNvPr>
            <p:cNvSpPr/>
            <p:nvPr/>
          </p:nvSpPr>
          <p:spPr>
            <a:xfrm>
              <a:off x="9022090" y="5529391"/>
              <a:ext cx="735374" cy="607242"/>
            </a:xfrm>
            <a:custGeom>
              <a:avLst/>
              <a:gdLst/>
              <a:ahLst/>
              <a:cxnLst/>
              <a:rect l="l" t="t" r="r" b="b"/>
              <a:pathLst>
                <a:path w="359" h="298" extrusionOk="0">
                  <a:moveTo>
                    <a:pt x="51" y="0"/>
                  </a:moveTo>
                  <a:cubicBezTo>
                    <a:pt x="307" y="0"/>
                    <a:pt x="307" y="0"/>
                    <a:pt x="307" y="0"/>
                  </a:cubicBezTo>
                  <a:cubicBezTo>
                    <a:pt x="336" y="0"/>
                    <a:pt x="359" y="23"/>
                    <a:pt x="359" y="52"/>
                  </a:cubicBezTo>
                  <a:cubicBezTo>
                    <a:pt x="359" y="196"/>
                    <a:pt x="359" y="196"/>
                    <a:pt x="359" y="196"/>
                  </a:cubicBezTo>
                  <a:cubicBezTo>
                    <a:pt x="359" y="225"/>
                    <a:pt x="336" y="248"/>
                    <a:pt x="307" y="248"/>
                  </a:cubicBezTo>
                  <a:cubicBezTo>
                    <a:pt x="303" y="248"/>
                    <a:pt x="303" y="248"/>
                    <a:pt x="303" y="248"/>
                  </a:cubicBezTo>
                  <a:cubicBezTo>
                    <a:pt x="309" y="265"/>
                    <a:pt x="319" y="284"/>
                    <a:pt x="340" y="298"/>
                  </a:cubicBezTo>
                  <a:cubicBezTo>
                    <a:pt x="340" y="298"/>
                    <a:pt x="272" y="291"/>
                    <a:pt x="241" y="248"/>
                  </a:cubicBezTo>
                  <a:cubicBezTo>
                    <a:pt x="51" y="248"/>
                    <a:pt x="51" y="248"/>
                    <a:pt x="51" y="248"/>
                  </a:cubicBezTo>
                  <a:cubicBezTo>
                    <a:pt x="23" y="248"/>
                    <a:pt x="0" y="225"/>
                    <a:pt x="0" y="196"/>
                  </a:cubicBezTo>
                  <a:cubicBezTo>
                    <a:pt x="0" y="52"/>
                    <a:pt x="0" y="52"/>
                    <a:pt x="0" y="52"/>
                  </a:cubicBezTo>
                  <a:cubicBezTo>
                    <a:pt x="0" y="23"/>
                    <a:pt x="23" y="0"/>
                    <a:pt x="51"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27" name="Google Shape;748;p83">
              <a:extLst>
                <a:ext uri="{FF2B5EF4-FFF2-40B4-BE49-F238E27FC236}">
                  <a16:creationId xmlns:a16="http://schemas.microsoft.com/office/drawing/2014/main" id="{A46C19D6-5410-4E2F-A1EF-4564CB77FAD1}"/>
                </a:ext>
              </a:extLst>
            </p:cNvPr>
            <p:cNvSpPr/>
            <p:nvPr/>
          </p:nvSpPr>
          <p:spPr>
            <a:xfrm>
              <a:off x="9456630" y="5887793"/>
              <a:ext cx="68710" cy="6871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28" name="Google Shape;749;p83">
              <a:extLst>
                <a:ext uri="{FF2B5EF4-FFF2-40B4-BE49-F238E27FC236}">
                  <a16:creationId xmlns:a16="http://schemas.microsoft.com/office/drawing/2014/main" id="{DEA4F3EC-CF71-4B2E-8644-35569160BC41}"/>
                </a:ext>
              </a:extLst>
            </p:cNvPr>
            <p:cNvSpPr/>
            <p:nvPr/>
          </p:nvSpPr>
          <p:spPr>
            <a:xfrm>
              <a:off x="9332211" y="5887793"/>
              <a:ext cx="70566" cy="6871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29" name="Google Shape;750;p83">
              <a:extLst>
                <a:ext uri="{FF2B5EF4-FFF2-40B4-BE49-F238E27FC236}">
                  <a16:creationId xmlns:a16="http://schemas.microsoft.com/office/drawing/2014/main" id="{F27C04B6-C166-4D1A-BC99-FA53292109AE}"/>
                </a:ext>
              </a:extLst>
            </p:cNvPr>
            <p:cNvSpPr/>
            <p:nvPr/>
          </p:nvSpPr>
          <p:spPr>
            <a:xfrm>
              <a:off x="9211505" y="5887793"/>
              <a:ext cx="70566" cy="6871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30" name="Google Shape;751;p83">
              <a:extLst>
                <a:ext uri="{FF2B5EF4-FFF2-40B4-BE49-F238E27FC236}">
                  <a16:creationId xmlns:a16="http://schemas.microsoft.com/office/drawing/2014/main" id="{B7763F6A-A128-486C-A59F-24B059E9C0FE}"/>
                </a:ext>
              </a:extLst>
            </p:cNvPr>
            <p:cNvSpPr/>
            <p:nvPr/>
          </p:nvSpPr>
          <p:spPr>
            <a:xfrm>
              <a:off x="9764893" y="5048426"/>
              <a:ext cx="987927" cy="815226"/>
            </a:xfrm>
            <a:custGeom>
              <a:avLst/>
              <a:gdLst/>
              <a:ahLst/>
              <a:cxnLst/>
              <a:rect l="l" t="t" r="r" b="b"/>
              <a:pathLst>
                <a:path w="482" h="400" extrusionOk="0">
                  <a:moveTo>
                    <a:pt x="413" y="0"/>
                  </a:moveTo>
                  <a:cubicBezTo>
                    <a:pt x="69" y="0"/>
                    <a:pt x="69" y="0"/>
                    <a:pt x="69" y="0"/>
                  </a:cubicBezTo>
                  <a:cubicBezTo>
                    <a:pt x="31" y="0"/>
                    <a:pt x="0" y="31"/>
                    <a:pt x="0" y="69"/>
                  </a:cubicBezTo>
                  <a:cubicBezTo>
                    <a:pt x="0" y="263"/>
                    <a:pt x="0" y="263"/>
                    <a:pt x="0" y="263"/>
                  </a:cubicBezTo>
                  <a:cubicBezTo>
                    <a:pt x="0" y="301"/>
                    <a:pt x="31" y="332"/>
                    <a:pt x="69" y="332"/>
                  </a:cubicBezTo>
                  <a:cubicBezTo>
                    <a:pt x="74" y="332"/>
                    <a:pt x="74" y="332"/>
                    <a:pt x="74" y="332"/>
                  </a:cubicBezTo>
                  <a:cubicBezTo>
                    <a:pt x="67" y="355"/>
                    <a:pt x="53" y="381"/>
                    <a:pt x="25" y="400"/>
                  </a:cubicBezTo>
                  <a:cubicBezTo>
                    <a:pt x="25" y="400"/>
                    <a:pt x="117" y="391"/>
                    <a:pt x="158" y="332"/>
                  </a:cubicBezTo>
                  <a:cubicBezTo>
                    <a:pt x="413" y="332"/>
                    <a:pt x="413" y="332"/>
                    <a:pt x="413" y="332"/>
                  </a:cubicBezTo>
                  <a:cubicBezTo>
                    <a:pt x="451" y="332"/>
                    <a:pt x="482" y="301"/>
                    <a:pt x="482" y="263"/>
                  </a:cubicBezTo>
                  <a:cubicBezTo>
                    <a:pt x="482" y="69"/>
                    <a:pt x="482" y="69"/>
                    <a:pt x="482" y="69"/>
                  </a:cubicBezTo>
                  <a:cubicBezTo>
                    <a:pt x="482" y="31"/>
                    <a:pt x="451" y="0"/>
                    <a:pt x="413"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31" name="Google Shape;752;p83">
              <a:extLst>
                <a:ext uri="{FF2B5EF4-FFF2-40B4-BE49-F238E27FC236}">
                  <a16:creationId xmlns:a16="http://schemas.microsoft.com/office/drawing/2014/main" id="{BDE25D18-C19E-4AFE-BB5D-74E6097E36A3}"/>
                </a:ext>
              </a:extLst>
            </p:cNvPr>
            <p:cNvSpPr/>
            <p:nvPr/>
          </p:nvSpPr>
          <p:spPr>
            <a:xfrm>
              <a:off x="10373991" y="5546103"/>
              <a:ext cx="87280" cy="872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32" name="Google Shape;753;p83">
              <a:extLst>
                <a:ext uri="{FF2B5EF4-FFF2-40B4-BE49-F238E27FC236}">
                  <a16:creationId xmlns:a16="http://schemas.microsoft.com/office/drawing/2014/main" id="{8C64B793-DD56-42B7-B4F3-AADBF3CBD732}"/>
                </a:ext>
              </a:extLst>
            </p:cNvPr>
            <p:cNvSpPr/>
            <p:nvPr/>
          </p:nvSpPr>
          <p:spPr>
            <a:xfrm>
              <a:off x="10218002" y="5546103"/>
              <a:ext cx="87280" cy="872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33" name="Google Shape;754;p83">
              <a:extLst>
                <a:ext uri="{FF2B5EF4-FFF2-40B4-BE49-F238E27FC236}">
                  <a16:creationId xmlns:a16="http://schemas.microsoft.com/office/drawing/2014/main" id="{00815DEE-905E-45AA-8487-CA6AEF3F906C}"/>
                </a:ext>
              </a:extLst>
            </p:cNvPr>
            <p:cNvSpPr/>
            <p:nvPr/>
          </p:nvSpPr>
          <p:spPr>
            <a:xfrm>
              <a:off x="10062014" y="5546103"/>
              <a:ext cx="89136" cy="872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34" name="Google Shape;755;p83">
              <a:extLst>
                <a:ext uri="{FF2B5EF4-FFF2-40B4-BE49-F238E27FC236}">
                  <a16:creationId xmlns:a16="http://schemas.microsoft.com/office/drawing/2014/main" id="{C4ACAB49-DE11-4837-8E63-D7D5943A4003}"/>
                </a:ext>
              </a:extLst>
            </p:cNvPr>
            <p:cNvSpPr/>
            <p:nvPr/>
          </p:nvSpPr>
          <p:spPr>
            <a:xfrm>
              <a:off x="9967307" y="5228556"/>
              <a:ext cx="291551" cy="278551"/>
            </a:xfrm>
            <a:custGeom>
              <a:avLst/>
              <a:gdLst/>
              <a:ahLst/>
              <a:cxnLst/>
              <a:rect l="l" t="t" r="r" b="b"/>
              <a:pathLst>
                <a:path w="142" h="137" extrusionOk="0">
                  <a:moveTo>
                    <a:pt x="142" y="55"/>
                  </a:moveTo>
                  <a:cubicBezTo>
                    <a:pt x="142" y="64"/>
                    <a:pt x="140" y="72"/>
                    <a:pt x="136" y="79"/>
                  </a:cubicBezTo>
                  <a:cubicBezTo>
                    <a:pt x="132" y="86"/>
                    <a:pt x="124" y="93"/>
                    <a:pt x="113" y="101"/>
                  </a:cubicBezTo>
                  <a:cubicBezTo>
                    <a:pt x="103" y="108"/>
                    <a:pt x="103" y="108"/>
                    <a:pt x="103" y="108"/>
                  </a:cubicBezTo>
                  <a:cubicBezTo>
                    <a:pt x="97" y="113"/>
                    <a:pt x="92" y="117"/>
                    <a:pt x="89" y="122"/>
                  </a:cubicBezTo>
                  <a:cubicBezTo>
                    <a:pt x="86" y="126"/>
                    <a:pt x="85" y="131"/>
                    <a:pt x="84" y="137"/>
                  </a:cubicBezTo>
                  <a:cubicBezTo>
                    <a:pt x="48" y="137"/>
                    <a:pt x="48" y="137"/>
                    <a:pt x="48" y="137"/>
                  </a:cubicBezTo>
                  <a:cubicBezTo>
                    <a:pt x="48" y="127"/>
                    <a:pt x="51" y="119"/>
                    <a:pt x="56" y="112"/>
                  </a:cubicBezTo>
                  <a:cubicBezTo>
                    <a:pt x="60" y="105"/>
                    <a:pt x="67" y="98"/>
                    <a:pt x="76" y="91"/>
                  </a:cubicBezTo>
                  <a:cubicBezTo>
                    <a:pt x="86" y="85"/>
                    <a:pt x="93" y="79"/>
                    <a:pt x="97" y="74"/>
                  </a:cubicBezTo>
                  <a:cubicBezTo>
                    <a:pt x="101" y="68"/>
                    <a:pt x="103" y="63"/>
                    <a:pt x="103" y="57"/>
                  </a:cubicBezTo>
                  <a:cubicBezTo>
                    <a:pt x="103" y="49"/>
                    <a:pt x="100" y="42"/>
                    <a:pt x="95" y="38"/>
                  </a:cubicBezTo>
                  <a:cubicBezTo>
                    <a:pt x="90" y="33"/>
                    <a:pt x="82" y="31"/>
                    <a:pt x="73" y="31"/>
                  </a:cubicBezTo>
                  <a:cubicBezTo>
                    <a:pt x="64" y="31"/>
                    <a:pt x="56" y="33"/>
                    <a:pt x="50" y="39"/>
                  </a:cubicBezTo>
                  <a:cubicBezTo>
                    <a:pt x="43" y="44"/>
                    <a:pt x="40" y="51"/>
                    <a:pt x="39" y="60"/>
                  </a:cubicBezTo>
                  <a:cubicBezTo>
                    <a:pt x="0" y="58"/>
                    <a:pt x="0" y="58"/>
                    <a:pt x="0" y="58"/>
                  </a:cubicBezTo>
                  <a:cubicBezTo>
                    <a:pt x="2" y="40"/>
                    <a:pt x="10" y="25"/>
                    <a:pt x="23" y="15"/>
                  </a:cubicBezTo>
                  <a:cubicBezTo>
                    <a:pt x="35" y="5"/>
                    <a:pt x="52" y="0"/>
                    <a:pt x="72" y="0"/>
                  </a:cubicBezTo>
                  <a:cubicBezTo>
                    <a:pt x="94" y="0"/>
                    <a:pt x="111" y="5"/>
                    <a:pt x="123" y="14"/>
                  </a:cubicBezTo>
                  <a:cubicBezTo>
                    <a:pt x="135" y="24"/>
                    <a:pt x="142" y="38"/>
                    <a:pt x="142" y="55"/>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35" name="Google Shape;756;p83">
              <a:extLst>
                <a:ext uri="{FF2B5EF4-FFF2-40B4-BE49-F238E27FC236}">
                  <a16:creationId xmlns:a16="http://schemas.microsoft.com/office/drawing/2014/main" id="{87411CF0-EFD2-47AE-AEDC-66FF5C28ED05}"/>
                </a:ext>
              </a:extLst>
            </p:cNvPr>
            <p:cNvSpPr/>
            <p:nvPr/>
          </p:nvSpPr>
          <p:spPr>
            <a:xfrm>
              <a:off x="10494697" y="4067926"/>
              <a:ext cx="163417" cy="399257"/>
            </a:xfrm>
            <a:custGeom>
              <a:avLst/>
              <a:gdLst/>
              <a:ahLst/>
              <a:cxnLst/>
              <a:rect l="l" t="t" r="r" b="b"/>
              <a:pathLst>
                <a:path w="88" h="215" extrusionOk="0">
                  <a:moveTo>
                    <a:pt x="88" y="215"/>
                  </a:moveTo>
                  <a:lnTo>
                    <a:pt x="0" y="215"/>
                  </a:lnTo>
                  <a:lnTo>
                    <a:pt x="20" y="0"/>
                  </a:lnTo>
                  <a:lnTo>
                    <a:pt x="69" y="0"/>
                  </a:lnTo>
                  <a:lnTo>
                    <a:pt x="88" y="215"/>
                  </a:lnTo>
                  <a:close/>
                </a:path>
              </a:pathLst>
            </a:custGeom>
            <a:solidFill>
              <a:srgbClr val="968C6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36" name="Google Shape;757;p83">
              <a:extLst>
                <a:ext uri="{FF2B5EF4-FFF2-40B4-BE49-F238E27FC236}">
                  <a16:creationId xmlns:a16="http://schemas.microsoft.com/office/drawing/2014/main" id="{92B8B13E-4EB0-47FE-96B4-203DEEDBD1AB}"/>
                </a:ext>
              </a:extLst>
            </p:cNvPr>
            <p:cNvSpPr/>
            <p:nvPr/>
          </p:nvSpPr>
          <p:spPr>
            <a:xfrm>
              <a:off x="9987734" y="3469970"/>
              <a:ext cx="1179200" cy="837510"/>
            </a:xfrm>
            <a:custGeom>
              <a:avLst/>
              <a:gdLst/>
              <a:ahLst/>
              <a:cxnLst/>
              <a:rect l="l" t="t" r="r" b="b"/>
              <a:pathLst>
                <a:path w="575" h="411" extrusionOk="0">
                  <a:moveTo>
                    <a:pt x="536" y="411"/>
                  </a:moveTo>
                  <a:cubicBezTo>
                    <a:pt x="38" y="411"/>
                    <a:pt x="38" y="411"/>
                    <a:pt x="38" y="411"/>
                  </a:cubicBezTo>
                  <a:cubicBezTo>
                    <a:pt x="17" y="411"/>
                    <a:pt x="0" y="394"/>
                    <a:pt x="0" y="372"/>
                  </a:cubicBezTo>
                  <a:cubicBezTo>
                    <a:pt x="0" y="39"/>
                    <a:pt x="0" y="39"/>
                    <a:pt x="0" y="39"/>
                  </a:cubicBezTo>
                  <a:cubicBezTo>
                    <a:pt x="0" y="17"/>
                    <a:pt x="17" y="0"/>
                    <a:pt x="38" y="0"/>
                  </a:cubicBezTo>
                  <a:cubicBezTo>
                    <a:pt x="536" y="0"/>
                    <a:pt x="536" y="0"/>
                    <a:pt x="536" y="0"/>
                  </a:cubicBezTo>
                  <a:cubicBezTo>
                    <a:pt x="557" y="0"/>
                    <a:pt x="575" y="17"/>
                    <a:pt x="575" y="39"/>
                  </a:cubicBezTo>
                  <a:cubicBezTo>
                    <a:pt x="575" y="372"/>
                    <a:pt x="575" y="372"/>
                    <a:pt x="575" y="372"/>
                  </a:cubicBezTo>
                  <a:cubicBezTo>
                    <a:pt x="575" y="394"/>
                    <a:pt x="557" y="411"/>
                    <a:pt x="536" y="411"/>
                  </a:cubicBezTo>
                  <a:close/>
                </a:path>
              </a:pathLst>
            </a:custGeom>
            <a:solidFill>
              <a:srgbClr val="968C6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37" name="Google Shape;758;p83">
              <a:extLst>
                <a:ext uri="{FF2B5EF4-FFF2-40B4-BE49-F238E27FC236}">
                  <a16:creationId xmlns:a16="http://schemas.microsoft.com/office/drawing/2014/main" id="{631CB9D8-20E6-4F53-9D8F-914F73B13ADE}"/>
                </a:ext>
              </a:extLst>
            </p:cNvPr>
            <p:cNvSpPr/>
            <p:nvPr/>
          </p:nvSpPr>
          <p:spPr>
            <a:xfrm>
              <a:off x="10076870" y="3570249"/>
              <a:ext cx="999069" cy="607242"/>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38" name="Google Shape;759;p83">
              <a:extLst>
                <a:ext uri="{FF2B5EF4-FFF2-40B4-BE49-F238E27FC236}">
                  <a16:creationId xmlns:a16="http://schemas.microsoft.com/office/drawing/2014/main" id="{B20FC936-5677-40F3-9800-63EE34777B7A}"/>
                </a:ext>
              </a:extLst>
            </p:cNvPr>
            <p:cNvSpPr/>
            <p:nvPr/>
          </p:nvSpPr>
          <p:spPr>
            <a:xfrm>
              <a:off x="10893953" y="4214631"/>
              <a:ext cx="33426" cy="33426"/>
            </a:xfrm>
            <a:prstGeom prst="ellipse">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39" name="Google Shape;760;p83">
              <a:extLst>
                <a:ext uri="{FF2B5EF4-FFF2-40B4-BE49-F238E27FC236}">
                  <a16:creationId xmlns:a16="http://schemas.microsoft.com/office/drawing/2014/main" id="{CA24B620-0665-4B19-9034-DE768864CDBD}"/>
                </a:ext>
              </a:extLst>
            </p:cNvPr>
            <p:cNvSpPr/>
            <p:nvPr/>
          </p:nvSpPr>
          <p:spPr>
            <a:xfrm>
              <a:off x="10940378" y="4214631"/>
              <a:ext cx="33426" cy="33426"/>
            </a:xfrm>
            <a:prstGeom prst="ellipse">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40" name="Google Shape;761;p83">
              <a:extLst>
                <a:ext uri="{FF2B5EF4-FFF2-40B4-BE49-F238E27FC236}">
                  <a16:creationId xmlns:a16="http://schemas.microsoft.com/office/drawing/2014/main" id="{A0F20229-240E-4EE9-9D88-1A7BF692C9D1}"/>
                </a:ext>
              </a:extLst>
            </p:cNvPr>
            <p:cNvSpPr/>
            <p:nvPr/>
          </p:nvSpPr>
          <p:spPr>
            <a:xfrm>
              <a:off x="10990517" y="4214631"/>
              <a:ext cx="31570" cy="33426"/>
            </a:xfrm>
            <a:prstGeom prst="ellipse">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41" name="Google Shape;762;p83">
              <a:extLst>
                <a:ext uri="{FF2B5EF4-FFF2-40B4-BE49-F238E27FC236}">
                  <a16:creationId xmlns:a16="http://schemas.microsoft.com/office/drawing/2014/main" id="{641213CE-7414-40BC-AC82-74680CA7CE8A}"/>
                </a:ext>
              </a:extLst>
            </p:cNvPr>
            <p:cNvSpPr/>
            <p:nvPr/>
          </p:nvSpPr>
          <p:spPr>
            <a:xfrm>
              <a:off x="10398133" y="4405902"/>
              <a:ext cx="356545" cy="85422"/>
            </a:xfrm>
            <a:custGeom>
              <a:avLst/>
              <a:gdLst/>
              <a:ahLst/>
              <a:cxnLst/>
              <a:rect l="l" t="t" r="r" b="b"/>
              <a:pathLst>
                <a:path w="174" h="42" extrusionOk="0">
                  <a:moveTo>
                    <a:pt x="160" y="42"/>
                  </a:moveTo>
                  <a:cubicBezTo>
                    <a:pt x="14" y="42"/>
                    <a:pt x="14" y="42"/>
                    <a:pt x="14" y="42"/>
                  </a:cubicBezTo>
                  <a:cubicBezTo>
                    <a:pt x="6" y="42"/>
                    <a:pt x="0" y="36"/>
                    <a:pt x="0" y="28"/>
                  </a:cubicBezTo>
                  <a:cubicBezTo>
                    <a:pt x="0" y="14"/>
                    <a:pt x="0" y="14"/>
                    <a:pt x="0" y="14"/>
                  </a:cubicBezTo>
                  <a:cubicBezTo>
                    <a:pt x="0" y="6"/>
                    <a:pt x="6" y="0"/>
                    <a:pt x="14" y="0"/>
                  </a:cubicBezTo>
                  <a:cubicBezTo>
                    <a:pt x="160" y="0"/>
                    <a:pt x="160" y="0"/>
                    <a:pt x="160" y="0"/>
                  </a:cubicBezTo>
                  <a:cubicBezTo>
                    <a:pt x="168" y="0"/>
                    <a:pt x="174" y="6"/>
                    <a:pt x="174" y="14"/>
                  </a:cubicBezTo>
                  <a:cubicBezTo>
                    <a:pt x="174" y="28"/>
                    <a:pt x="174" y="28"/>
                    <a:pt x="174" y="28"/>
                  </a:cubicBezTo>
                  <a:cubicBezTo>
                    <a:pt x="174" y="36"/>
                    <a:pt x="168" y="42"/>
                    <a:pt x="160" y="42"/>
                  </a:cubicBezTo>
                  <a:close/>
                </a:path>
              </a:pathLst>
            </a:custGeom>
            <a:solidFill>
              <a:srgbClr val="968C6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nvGrpSpPr>
            <p:cNvPr id="48" name="Google Shape;763;p83">
              <a:extLst>
                <a:ext uri="{FF2B5EF4-FFF2-40B4-BE49-F238E27FC236}">
                  <a16:creationId xmlns:a16="http://schemas.microsoft.com/office/drawing/2014/main" id="{F54099C6-A10C-4D12-BDAB-2867B18D7AF3}"/>
                </a:ext>
              </a:extLst>
            </p:cNvPr>
            <p:cNvGrpSpPr/>
            <p:nvPr/>
          </p:nvGrpSpPr>
          <p:grpSpPr>
            <a:xfrm>
              <a:off x="10223574" y="3703953"/>
              <a:ext cx="703806" cy="469823"/>
              <a:chOff x="10223574" y="3581123"/>
              <a:chExt cx="703806" cy="469823"/>
            </a:xfrm>
          </p:grpSpPr>
          <p:sp>
            <p:nvSpPr>
              <p:cNvPr id="68" name="Google Shape;764;p83">
                <a:extLst>
                  <a:ext uri="{FF2B5EF4-FFF2-40B4-BE49-F238E27FC236}">
                    <a16:creationId xmlns:a16="http://schemas.microsoft.com/office/drawing/2014/main" id="{25D76C87-0ABA-483D-941B-2A89F7E3C5C3}"/>
                  </a:ext>
                </a:extLst>
              </p:cNvPr>
              <p:cNvSpPr/>
              <p:nvPr/>
            </p:nvSpPr>
            <p:spPr>
              <a:xfrm>
                <a:off x="10223574" y="3581123"/>
                <a:ext cx="703806" cy="469823"/>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69" name="Google Shape;765;p83">
                <a:extLst>
                  <a:ext uri="{FF2B5EF4-FFF2-40B4-BE49-F238E27FC236}">
                    <a16:creationId xmlns:a16="http://schemas.microsoft.com/office/drawing/2014/main" id="{485C56D6-D136-452F-8900-8D2EDFF52B0E}"/>
                  </a:ext>
                </a:extLst>
              </p:cNvPr>
              <p:cNvSpPr/>
              <p:nvPr/>
            </p:nvSpPr>
            <p:spPr>
              <a:xfrm>
                <a:off x="10295997" y="3621977"/>
                <a:ext cx="453110" cy="33426"/>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0" name="Google Shape;766;p83">
                <a:extLst>
                  <a:ext uri="{FF2B5EF4-FFF2-40B4-BE49-F238E27FC236}">
                    <a16:creationId xmlns:a16="http://schemas.microsoft.com/office/drawing/2014/main" id="{9E4C8988-8FDD-4E5D-9F2E-BC1A23A0A5FC}"/>
                  </a:ext>
                </a:extLst>
              </p:cNvPr>
              <p:cNvSpPr/>
              <p:nvPr/>
            </p:nvSpPr>
            <p:spPr>
              <a:xfrm>
                <a:off x="10438987" y="3675831"/>
                <a:ext cx="371401" cy="27856"/>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1" name="Google Shape;767;p83">
                <a:extLst>
                  <a:ext uri="{FF2B5EF4-FFF2-40B4-BE49-F238E27FC236}">
                    <a16:creationId xmlns:a16="http://schemas.microsoft.com/office/drawing/2014/main" id="{D7D651A0-36D9-45EB-A058-952DF0AECDC2}"/>
                  </a:ext>
                </a:extLst>
              </p:cNvPr>
              <p:cNvSpPr/>
              <p:nvPr/>
            </p:nvSpPr>
            <p:spPr>
              <a:xfrm>
                <a:off x="10275570" y="3733398"/>
                <a:ext cx="209842" cy="96564"/>
              </a:xfrm>
              <a:prstGeom prst="rect">
                <a:avLst/>
              </a:prstGeom>
              <a:solidFill>
                <a:srgbClr val="F4C9C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2" name="Google Shape;768;p83">
                <a:extLst>
                  <a:ext uri="{FF2B5EF4-FFF2-40B4-BE49-F238E27FC236}">
                    <a16:creationId xmlns:a16="http://schemas.microsoft.com/office/drawing/2014/main" id="{D29400C5-A333-45C3-B31B-3E2DC9D6AE7F}"/>
                  </a:ext>
                </a:extLst>
              </p:cNvPr>
              <p:cNvSpPr/>
              <p:nvPr/>
            </p:nvSpPr>
            <p:spPr>
              <a:xfrm>
                <a:off x="10275570" y="3850390"/>
                <a:ext cx="209842" cy="24142"/>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3" name="Google Shape;769;p83">
                <a:extLst>
                  <a:ext uri="{FF2B5EF4-FFF2-40B4-BE49-F238E27FC236}">
                    <a16:creationId xmlns:a16="http://schemas.microsoft.com/office/drawing/2014/main" id="{A7B78285-68F4-46E1-8A06-EC4B3B0909A7}"/>
                  </a:ext>
                </a:extLst>
              </p:cNvPr>
              <p:cNvSpPr/>
              <p:nvPr/>
            </p:nvSpPr>
            <p:spPr>
              <a:xfrm>
                <a:off x="10275570" y="3900528"/>
                <a:ext cx="209842" cy="25998"/>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4" name="Google Shape;770;p83">
                <a:extLst>
                  <a:ext uri="{FF2B5EF4-FFF2-40B4-BE49-F238E27FC236}">
                    <a16:creationId xmlns:a16="http://schemas.microsoft.com/office/drawing/2014/main" id="{19E11689-A2DA-42F7-AE72-5D62D8C8B75B}"/>
                  </a:ext>
                </a:extLst>
              </p:cNvPr>
              <p:cNvSpPr/>
              <p:nvPr/>
            </p:nvSpPr>
            <p:spPr>
              <a:xfrm>
                <a:off x="10275570" y="3954382"/>
                <a:ext cx="209842" cy="24142"/>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5" name="Google Shape;771;p83">
                <a:extLst>
                  <a:ext uri="{FF2B5EF4-FFF2-40B4-BE49-F238E27FC236}">
                    <a16:creationId xmlns:a16="http://schemas.microsoft.com/office/drawing/2014/main" id="{6DFC92A5-ED25-441C-B640-4C930DD1164A}"/>
                  </a:ext>
                </a:extLst>
              </p:cNvPr>
              <p:cNvSpPr/>
              <p:nvPr/>
            </p:nvSpPr>
            <p:spPr>
              <a:xfrm>
                <a:off x="10275570" y="4004521"/>
                <a:ext cx="209842" cy="25998"/>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6" name="Google Shape;772;p83">
                <a:extLst>
                  <a:ext uri="{FF2B5EF4-FFF2-40B4-BE49-F238E27FC236}">
                    <a16:creationId xmlns:a16="http://schemas.microsoft.com/office/drawing/2014/main" id="{B7B03CC2-9A15-4739-B558-0D59428AA8F0}"/>
                  </a:ext>
                </a:extLst>
              </p:cNvPr>
              <p:cNvSpPr/>
              <p:nvPr/>
            </p:nvSpPr>
            <p:spPr>
              <a:xfrm>
                <a:off x="10665542" y="3935812"/>
                <a:ext cx="211699" cy="94708"/>
              </a:xfrm>
              <a:prstGeom prst="rect">
                <a:avLst/>
              </a:prstGeom>
              <a:solidFill>
                <a:srgbClr val="F4C9C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7" name="Google Shape;773;p83">
                <a:extLst>
                  <a:ext uri="{FF2B5EF4-FFF2-40B4-BE49-F238E27FC236}">
                    <a16:creationId xmlns:a16="http://schemas.microsoft.com/office/drawing/2014/main" id="{10B3A25A-4B7E-47CF-B033-C60D6C62E207}"/>
                  </a:ext>
                </a:extLst>
              </p:cNvPr>
              <p:cNvSpPr/>
              <p:nvPr/>
            </p:nvSpPr>
            <p:spPr>
              <a:xfrm>
                <a:off x="10665542" y="3889386"/>
                <a:ext cx="211699" cy="25998"/>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8" name="Google Shape;774;p83">
                <a:extLst>
                  <a:ext uri="{FF2B5EF4-FFF2-40B4-BE49-F238E27FC236}">
                    <a16:creationId xmlns:a16="http://schemas.microsoft.com/office/drawing/2014/main" id="{F15A6FB3-2DB9-4A97-B094-51F06300F16F}"/>
                  </a:ext>
                </a:extLst>
              </p:cNvPr>
              <p:cNvSpPr/>
              <p:nvPr/>
            </p:nvSpPr>
            <p:spPr>
              <a:xfrm>
                <a:off x="10665542" y="3837390"/>
                <a:ext cx="211699" cy="25998"/>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9" name="Google Shape;775;p83">
                <a:extLst>
                  <a:ext uri="{FF2B5EF4-FFF2-40B4-BE49-F238E27FC236}">
                    <a16:creationId xmlns:a16="http://schemas.microsoft.com/office/drawing/2014/main" id="{FFD2EF03-26A0-4A7F-BDBA-F9F6DD435A01}"/>
                  </a:ext>
                </a:extLst>
              </p:cNvPr>
              <p:cNvSpPr/>
              <p:nvPr/>
            </p:nvSpPr>
            <p:spPr>
              <a:xfrm>
                <a:off x="10665542" y="3787251"/>
                <a:ext cx="211699" cy="24142"/>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80" name="Google Shape;776;p83">
                <a:extLst>
                  <a:ext uri="{FF2B5EF4-FFF2-40B4-BE49-F238E27FC236}">
                    <a16:creationId xmlns:a16="http://schemas.microsoft.com/office/drawing/2014/main" id="{5D77945F-EDDE-4942-BFF0-B0AA333C6BAD}"/>
                  </a:ext>
                </a:extLst>
              </p:cNvPr>
              <p:cNvSpPr/>
              <p:nvPr/>
            </p:nvSpPr>
            <p:spPr>
              <a:xfrm>
                <a:off x="10665542" y="3733398"/>
                <a:ext cx="211699" cy="25998"/>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81" name="Google Shape;777;p83">
                <a:extLst>
                  <a:ext uri="{FF2B5EF4-FFF2-40B4-BE49-F238E27FC236}">
                    <a16:creationId xmlns:a16="http://schemas.microsoft.com/office/drawing/2014/main" id="{1CF90141-75B9-47FD-87A9-56E4C169E1BB}"/>
                  </a:ext>
                </a:extLst>
              </p:cNvPr>
              <p:cNvSpPr/>
              <p:nvPr/>
            </p:nvSpPr>
            <p:spPr>
              <a:xfrm>
                <a:off x="10520695" y="3935812"/>
                <a:ext cx="116992" cy="94708"/>
              </a:xfrm>
              <a:prstGeom prst="rect">
                <a:avLst/>
              </a:prstGeom>
              <a:solidFill>
                <a:srgbClr val="F4C9C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82" name="Google Shape;778;p83">
                <a:extLst>
                  <a:ext uri="{FF2B5EF4-FFF2-40B4-BE49-F238E27FC236}">
                    <a16:creationId xmlns:a16="http://schemas.microsoft.com/office/drawing/2014/main" id="{791ABC0F-92F4-40CC-9C02-3C33372924B4}"/>
                  </a:ext>
                </a:extLst>
              </p:cNvPr>
              <p:cNvSpPr/>
              <p:nvPr/>
            </p:nvSpPr>
            <p:spPr>
              <a:xfrm>
                <a:off x="10520695" y="3889386"/>
                <a:ext cx="116992" cy="25998"/>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83" name="Google Shape;779;p83">
                <a:extLst>
                  <a:ext uri="{FF2B5EF4-FFF2-40B4-BE49-F238E27FC236}">
                    <a16:creationId xmlns:a16="http://schemas.microsoft.com/office/drawing/2014/main" id="{A23B8A2A-7252-48F2-8DAE-6DAB499C9FDC}"/>
                  </a:ext>
                </a:extLst>
              </p:cNvPr>
              <p:cNvSpPr/>
              <p:nvPr/>
            </p:nvSpPr>
            <p:spPr>
              <a:xfrm>
                <a:off x="10520695" y="3837390"/>
                <a:ext cx="116992" cy="25998"/>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84" name="Google Shape;780;p83">
                <a:extLst>
                  <a:ext uri="{FF2B5EF4-FFF2-40B4-BE49-F238E27FC236}">
                    <a16:creationId xmlns:a16="http://schemas.microsoft.com/office/drawing/2014/main" id="{A9A6C74E-9A2E-4887-AE40-F9BA6543ACAE}"/>
                  </a:ext>
                </a:extLst>
              </p:cNvPr>
              <p:cNvSpPr/>
              <p:nvPr/>
            </p:nvSpPr>
            <p:spPr>
              <a:xfrm>
                <a:off x="10520695" y="3787251"/>
                <a:ext cx="116992" cy="24142"/>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85" name="Google Shape;781;p83">
                <a:extLst>
                  <a:ext uri="{FF2B5EF4-FFF2-40B4-BE49-F238E27FC236}">
                    <a16:creationId xmlns:a16="http://schemas.microsoft.com/office/drawing/2014/main" id="{F6A9B271-D78C-4600-883A-F7CF1382797A}"/>
                  </a:ext>
                </a:extLst>
              </p:cNvPr>
              <p:cNvSpPr/>
              <p:nvPr/>
            </p:nvSpPr>
            <p:spPr>
              <a:xfrm>
                <a:off x="10520695" y="3733398"/>
                <a:ext cx="116992" cy="25998"/>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
          <p:nvSpPr>
            <p:cNvPr id="49" name="Google Shape;782;p83">
              <a:extLst>
                <a:ext uri="{FF2B5EF4-FFF2-40B4-BE49-F238E27FC236}">
                  <a16:creationId xmlns:a16="http://schemas.microsoft.com/office/drawing/2014/main" id="{18920AEF-0B3E-44A1-B7FC-F65A5562C2E0}"/>
                </a:ext>
              </a:extLst>
            </p:cNvPr>
            <p:cNvSpPr/>
            <p:nvPr/>
          </p:nvSpPr>
          <p:spPr>
            <a:xfrm>
              <a:off x="9077801" y="3499682"/>
              <a:ext cx="250696" cy="83566"/>
            </a:xfrm>
            <a:custGeom>
              <a:avLst/>
              <a:gdLst/>
              <a:ahLst/>
              <a:cxnLst/>
              <a:rect l="l" t="t" r="r" b="b"/>
              <a:pathLst>
                <a:path w="123" h="41" extrusionOk="0">
                  <a:moveTo>
                    <a:pt x="105" y="0"/>
                  </a:moveTo>
                  <a:cubicBezTo>
                    <a:pt x="105" y="0"/>
                    <a:pt x="105" y="0"/>
                    <a:pt x="105" y="0"/>
                  </a:cubicBezTo>
                  <a:cubicBezTo>
                    <a:pt x="105" y="1"/>
                    <a:pt x="105" y="2"/>
                    <a:pt x="106" y="3"/>
                  </a:cubicBezTo>
                  <a:cubicBezTo>
                    <a:pt x="123" y="41"/>
                    <a:pt x="123" y="41"/>
                    <a:pt x="123" y="41"/>
                  </a:cubicBezTo>
                  <a:cubicBezTo>
                    <a:pt x="0" y="41"/>
                    <a:pt x="0" y="41"/>
                    <a:pt x="0" y="41"/>
                  </a:cubicBezTo>
                  <a:cubicBezTo>
                    <a:pt x="123" y="41"/>
                    <a:pt x="123" y="41"/>
                    <a:pt x="123" y="41"/>
                  </a:cubicBezTo>
                  <a:cubicBezTo>
                    <a:pt x="123" y="41"/>
                    <a:pt x="123" y="41"/>
                    <a:pt x="123" y="41"/>
                  </a:cubicBezTo>
                  <a:cubicBezTo>
                    <a:pt x="123" y="41"/>
                    <a:pt x="123" y="41"/>
                    <a:pt x="123" y="41"/>
                  </a:cubicBezTo>
                  <a:cubicBezTo>
                    <a:pt x="123" y="41"/>
                    <a:pt x="123" y="41"/>
                    <a:pt x="123" y="41"/>
                  </a:cubicBezTo>
                  <a:cubicBezTo>
                    <a:pt x="106" y="3"/>
                    <a:pt x="106" y="3"/>
                    <a:pt x="106" y="3"/>
                  </a:cubicBezTo>
                  <a:cubicBezTo>
                    <a:pt x="105" y="2"/>
                    <a:pt x="105" y="1"/>
                    <a:pt x="105" y="0"/>
                  </a:cubicBezTo>
                </a:path>
              </a:pathLst>
            </a:custGeom>
            <a:solidFill>
              <a:srgbClr val="D6D7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nvGrpSpPr>
            <p:cNvPr id="50" name="Google Shape;783;p83">
              <a:extLst>
                <a:ext uri="{FF2B5EF4-FFF2-40B4-BE49-F238E27FC236}">
                  <a16:creationId xmlns:a16="http://schemas.microsoft.com/office/drawing/2014/main" id="{4BF31B3A-1548-4258-857E-0061F86B70C9}"/>
                </a:ext>
              </a:extLst>
            </p:cNvPr>
            <p:cNvGrpSpPr/>
            <p:nvPr/>
          </p:nvGrpSpPr>
          <p:grpSpPr>
            <a:xfrm>
              <a:off x="8820968" y="2680743"/>
              <a:ext cx="1016357" cy="967501"/>
              <a:chOff x="9194308" y="2214563"/>
              <a:chExt cx="868853" cy="827088"/>
            </a:xfrm>
          </p:grpSpPr>
          <p:grpSp>
            <p:nvGrpSpPr>
              <p:cNvPr id="60" name="Google Shape;784;p83">
                <a:extLst>
                  <a:ext uri="{FF2B5EF4-FFF2-40B4-BE49-F238E27FC236}">
                    <a16:creationId xmlns:a16="http://schemas.microsoft.com/office/drawing/2014/main" id="{12C98996-ECBB-45C2-B52A-C713EA831578}"/>
                  </a:ext>
                </a:extLst>
              </p:cNvPr>
              <p:cNvGrpSpPr/>
              <p:nvPr/>
            </p:nvGrpSpPr>
            <p:grpSpPr>
              <a:xfrm>
                <a:off x="9194308" y="2214563"/>
                <a:ext cx="868853" cy="827088"/>
                <a:chOff x="9194308" y="2214563"/>
                <a:chExt cx="868853" cy="827088"/>
              </a:xfrm>
            </p:grpSpPr>
            <p:sp>
              <p:nvSpPr>
                <p:cNvPr id="62" name="Google Shape;785;p83">
                  <a:extLst>
                    <a:ext uri="{FF2B5EF4-FFF2-40B4-BE49-F238E27FC236}">
                      <a16:creationId xmlns:a16="http://schemas.microsoft.com/office/drawing/2014/main" id="{FBDEEA5D-C59D-402E-B637-AA93D0CEDA2B}"/>
                    </a:ext>
                  </a:extLst>
                </p:cNvPr>
                <p:cNvSpPr/>
                <p:nvPr/>
              </p:nvSpPr>
              <p:spPr>
                <a:xfrm>
                  <a:off x="9319721" y="2644775"/>
                  <a:ext cx="288925" cy="341313"/>
                </a:xfrm>
                <a:custGeom>
                  <a:avLst/>
                  <a:gdLst/>
                  <a:ahLst/>
                  <a:cxnLst/>
                  <a:rect l="l" t="t" r="r" b="b"/>
                  <a:pathLst>
                    <a:path w="165" h="196" extrusionOk="0">
                      <a:moveTo>
                        <a:pt x="135" y="65"/>
                      </a:moveTo>
                      <a:cubicBezTo>
                        <a:pt x="131" y="27"/>
                        <a:pt x="131" y="27"/>
                        <a:pt x="131" y="27"/>
                      </a:cubicBezTo>
                      <a:cubicBezTo>
                        <a:pt x="130" y="0"/>
                        <a:pt x="130" y="0"/>
                        <a:pt x="130" y="0"/>
                      </a:cubicBezTo>
                      <a:cubicBezTo>
                        <a:pt x="0" y="0"/>
                        <a:pt x="0" y="0"/>
                        <a:pt x="0" y="0"/>
                      </a:cubicBezTo>
                      <a:cubicBezTo>
                        <a:pt x="12" y="18"/>
                        <a:pt x="12" y="18"/>
                        <a:pt x="12" y="18"/>
                      </a:cubicBezTo>
                      <a:cubicBezTo>
                        <a:pt x="36" y="59"/>
                        <a:pt x="51" y="105"/>
                        <a:pt x="53" y="152"/>
                      </a:cubicBezTo>
                      <a:cubicBezTo>
                        <a:pt x="53" y="153"/>
                        <a:pt x="53" y="153"/>
                        <a:pt x="53" y="153"/>
                      </a:cubicBezTo>
                      <a:cubicBezTo>
                        <a:pt x="42" y="196"/>
                        <a:pt x="42" y="196"/>
                        <a:pt x="42" y="196"/>
                      </a:cubicBezTo>
                      <a:cubicBezTo>
                        <a:pt x="165" y="196"/>
                        <a:pt x="165" y="196"/>
                        <a:pt x="165" y="196"/>
                      </a:cubicBezTo>
                      <a:cubicBezTo>
                        <a:pt x="148" y="158"/>
                        <a:pt x="148" y="158"/>
                        <a:pt x="148" y="158"/>
                      </a:cubicBezTo>
                      <a:cubicBezTo>
                        <a:pt x="141" y="127"/>
                        <a:pt x="137" y="96"/>
                        <a:pt x="135" y="65"/>
                      </a:cubicBezTo>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63" name="Google Shape;786;p83">
                  <a:extLst>
                    <a:ext uri="{FF2B5EF4-FFF2-40B4-BE49-F238E27FC236}">
                      <a16:creationId xmlns:a16="http://schemas.microsoft.com/office/drawing/2014/main" id="{F0E32380-478C-4046-AB11-50F7EDB4024A}"/>
                    </a:ext>
                  </a:extLst>
                </p:cNvPr>
                <p:cNvSpPr/>
                <p:nvPr/>
              </p:nvSpPr>
              <p:spPr>
                <a:xfrm>
                  <a:off x="9875836" y="2390775"/>
                  <a:ext cx="187325" cy="246063"/>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64" name="Google Shape;787;p83">
                  <a:extLst>
                    <a:ext uri="{FF2B5EF4-FFF2-40B4-BE49-F238E27FC236}">
                      <a16:creationId xmlns:a16="http://schemas.microsoft.com/office/drawing/2014/main" id="{90613680-3A37-4A8B-A56B-0334C29F391C}"/>
                    </a:ext>
                  </a:extLst>
                </p:cNvPr>
                <p:cNvSpPr/>
                <p:nvPr/>
              </p:nvSpPr>
              <p:spPr>
                <a:xfrm>
                  <a:off x="9194308" y="2338388"/>
                  <a:ext cx="355600" cy="354013"/>
                </a:xfrm>
                <a:custGeom>
                  <a:avLst/>
                  <a:gdLst/>
                  <a:ahLst/>
                  <a:cxnLst/>
                  <a:rect l="l" t="t" r="r" b="b"/>
                  <a:pathLst>
                    <a:path w="203" h="203" extrusionOk="0">
                      <a:moveTo>
                        <a:pt x="203" y="203"/>
                      </a:moveTo>
                      <a:cubicBezTo>
                        <a:pt x="100" y="203"/>
                        <a:pt x="100" y="203"/>
                        <a:pt x="100" y="203"/>
                      </a:cubicBezTo>
                      <a:cubicBezTo>
                        <a:pt x="45" y="203"/>
                        <a:pt x="0" y="158"/>
                        <a:pt x="0" y="102"/>
                      </a:cubicBezTo>
                      <a:cubicBezTo>
                        <a:pt x="0" y="100"/>
                        <a:pt x="0" y="100"/>
                        <a:pt x="0" y="100"/>
                      </a:cubicBezTo>
                      <a:cubicBezTo>
                        <a:pt x="0" y="45"/>
                        <a:pt x="45" y="0"/>
                        <a:pt x="100" y="0"/>
                      </a:cubicBezTo>
                      <a:cubicBezTo>
                        <a:pt x="203" y="0"/>
                        <a:pt x="203" y="0"/>
                        <a:pt x="203" y="0"/>
                      </a:cubicBezTo>
                      <a:lnTo>
                        <a:pt x="203" y="203"/>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65" name="Google Shape;788;p83">
                  <a:extLst>
                    <a:ext uri="{FF2B5EF4-FFF2-40B4-BE49-F238E27FC236}">
                      <a16:creationId xmlns:a16="http://schemas.microsoft.com/office/drawing/2014/main" id="{2EE77477-4C20-44D9-ACFE-BBEBDD5B9DC3}"/>
                    </a:ext>
                  </a:extLst>
                </p:cNvPr>
                <p:cNvSpPr/>
                <p:nvPr/>
              </p:nvSpPr>
              <p:spPr>
                <a:xfrm>
                  <a:off x="9569450" y="2214563"/>
                  <a:ext cx="355600" cy="600075"/>
                </a:xfrm>
                <a:custGeom>
                  <a:avLst/>
                  <a:gdLst/>
                  <a:ahLst/>
                  <a:cxnLst/>
                  <a:rect l="l" t="t" r="r" b="b"/>
                  <a:pathLst>
                    <a:path w="224" h="378" extrusionOk="0">
                      <a:moveTo>
                        <a:pt x="0" y="301"/>
                      </a:moveTo>
                      <a:lnTo>
                        <a:pt x="224" y="378"/>
                      </a:lnTo>
                      <a:lnTo>
                        <a:pt x="224" y="0"/>
                      </a:lnTo>
                      <a:lnTo>
                        <a:pt x="0" y="78"/>
                      </a:lnTo>
                      <a:lnTo>
                        <a:pt x="0" y="301"/>
                      </a:lnTo>
                      <a:close/>
                    </a:path>
                  </a:pathLst>
                </a:custGeom>
                <a:solidFill>
                  <a:schemeClr val="lt2"/>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66" name="Google Shape;789;p83">
                  <a:extLst>
                    <a:ext uri="{FF2B5EF4-FFF2-40B4-BE49-F238E27FC236}">
                      <a16:creationId xmlns:a16="http://schemas.microsoft.com/office/drawing/2014/main" id="{251CE477-DBF5-41F6-8DA4-1A1C9087B290}"/>
                    </a:ext>
                  </a:extLst>
                </p:cNvPr>
                <p:cNvSpPr/>
                <p:nvPr/>
              </p:nvSpPr>
              <p:spPr>
                <a:xfrm>
                  <a:off x="9925047" y="2214563"/>
                  <a:ext cx="73025" cy="600075"/>
                </a:xfrm>
                <a:custGeom>
                  <a:avLst/>
                  <a:gdLst/>
                  <a:ahLst/>
                  <a:cxnLst/>
                  <a:rect l="l" t="t" r="r" b="b"/>
                  <a:pathLst>
                    <a:path w="42" h="345" extrusionOk="0">
                      <a:moveTo>
                        <a:pt x="1" y="345"/>
                      </a:moveTo>
                      <a:cubicBezTo>
                        <a:pt x="0" y="345"/>
                        <a:pt x="0" y="345"/>
                        <a:pt x="0" y="345"/>
                      </a:cubicBezTo>
                      <a:cubicBezTo>
                        <a:pt x="0" y="0"/>
                        <a:pt x="0" y="0"/>
                        <a:pt x="0" y="0"/>
                      </a:cubicBezTo>
                      <a:cubicBezTo>
                        <a:pt x="1" y="0"/>
                        <a:pt x="1" y="0"/>
                        <a:pt x="1" y="0"/>
                      </a:cubicBezTo>
                      <a:cubicBezTo>
                        <a:pt x="24" y="0"/>
                        <a:pt x="42" y="19"/>
                        <a:pt x="42" y="42"/>
                      </a:cubicBezTo>
                      <a:cubicBezTo>
                        <a:pt x="42" y="303"/>
                        <a:pt x="42" y="303"/>
                        <a:pt x="42" y="303"/>
                      </a:cubicBezTo>
                      <a:cubicBezTo>
                        <a:pt x="42" y="326"/>
                        <a:pt x="24" y="345"/>
                        <a:pt x="1" y="345"/>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67" name="Google Shape;790;p83">
                  <a:extLst>
                    <a:ext uri="{FF2B5EF4-FFF2-40B4-BE49-F238E27FC236}">
                      <a16:creationId xmlns:a16="http://schemas.microsoft.com/office/drawing/2014/main" id="{DD0C6467-7070-4A04-A39F-AEB4A60310F7}"/>
                    </a:ext>
                  </a:extLst>
                </p:cNvPr>
                <p:cNvSpPr/>
                <p:nvPr/>
              </p:nvSpPr>
              <p:spPr>
                <a:xfrm>
                  <a:off x="9394333" y="2986088"/>
                  <a:ext cx="214313" cy="55563"/>
                </a:xfrm>
                <a:custGeom>
                  <a:avLst/>
                  <a:gdLst/>
                  <a:ahLst/>
                  <a:cxnLst/>
                  <a:rect l="l" t="t" r="r" b="b"/>
                  <a:pathLst>
                    <a:path w="123" h="32" extrusionOk="0">
                      <a:moveTo>
                        <a:pt x="123" y="0"/>
                      </a:moveTo>
                      <a:cubicBezTo>
                        <a:pt x="0" y="0"/>
                        <a:pt x="0" y="0"/>
                        <a:pt x="0" y="0"/>
                      </a:cubicBezTo>
                      <a:cubicBezTo>
                        <a:pt x="0" y="0"/>
                        <a:pt x="0" y="0"/>
                        <a:pt x="0" y="0"/>
                      </a:cubicBezTo>
                      <a:cubicBezTo>
                        <a:pt x="0" y="18"/>
                        <a:pt x="26" y="32"/>
                        <a:pt x="44" y="32"/>
                      </a:cubicBezTo>
                      <a:cubicBezTo>
                        <a:pt x="82" y="32"/>
                        <a:pt x="82" y="32"/>
                        <a:pt x="82" y="32"/>
                      </a:cubicBezTo>
                      <a:cubicBezTo>
                        <a:pt x="99" y="32"/>
                        <a:pt x="123" y="18"/>
                        <a:pt x="123" y="0"/>
                      </a:cubicBezTo>
                      <a:cubicBezTo>
                        <a:pt x="123" y="0"/>
                        <a:pt x="123" y="0"/>
                        <a:pt x="123" y="0"/>
                      </a:cubicBezTo>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
            <p:nvSpPr>
              <p:cNvPr id="61" name="Google Shape;791;p83">
                <a:extLst>
                  <a:ext uri="{FF2B5EF4-FFF2-40B4-BE49-F238E27FC236}">
                    <a16:creationId xmlns:a16="http://schemas.microsoft.com/office/drawing/2014/main" id="{14F278AA-18F8-4301-B085-8E0848F1BFA1}"/>
                  </a:ext>
                </a:extLst>
              </p:cNvPr>
              <p:cNvSpPr/>
              <p:nvPr/>
            </p:nvSpPr>
            <p:spPr>
              <a:xfrm>
                <a:off x="9396776" y="2914650"/>
                <a:ext cx="214313" cy="71438"/>
              </a:xfrm>
              <a:custGeom>
                <a:avLst/>
                <a:gdLst/>
                <a:ahLst/>
                <a:cxnLst/>
                <a:rect l="l" t="t" r="r" b="b"/>
                <a:pathLst>
                  <a:path w="123" h="41" extrusionOk="0">
                    <a:moveTo>
                      <a:pt x="105" y="0"/>
                    </a:moveTo>
                    <a:cubicBezTo>
                      <a:pt x="10" y="0"/>
                      <a:pt x="10" y="0"/>
                      <a:pt x="10" y="0"/>
                    </a:cubicBezTo>
                    <a:cubicBezTo>
                      <a:pt x="0" y="41"/>
                      <a:pt x="0" y="41"/>
                      <a:pt x="0" y="41"/>
                    </a:cubicBezTo>
                    <a:cubicBezTo>
                      <a:pt x="0" y="41"/>
                      <a:pt x="0" y="41"/>
                      <a:pt x="0" y="41"/>
                    </a:cubicBezTo>
                    <a:cubicBezTo>
                      <a:pt x="123" y="41"/>
                      <a:pt x="123" y="41"/>
                      <a:pt x="123" y="41"/>
                    </a:cubicBezTo>
                    <a:cubicBezTo>
                      <a:pt x="106" y="3"/>
                      <a:pt x="106" y="3"/>
                      <a:pt x="106" y="3"/>
                    </a:cubicBezTo>
                    <a:cubicBezTo>
                      <a:pt x="105" y="2"/>
                      <a:pt x="105" y="1"/>
                      <a:pt x="105" y="0"/>
                    </a:cubicBezTo>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
          <p:nvSpPr>
            <p:cNvPr id="51" name="Google Shape;792;p83">
              <a:extLst>
                <a:ext uri="{FF2B5EF4-FFF2-40B4-BE49-F238E27FC236}">
                  <a16:creationId xmlns:a16="http://schemas.microsoft.com/office/drawing/2014/main" id="{2B5EF19F-501E-487D-B87E-1A6ABFB250F7}"/>
                </a:ext>
              </a:extLst>
            </p:cNvPr>
            <p:cNvSpPr/>
            <p:nvPr/>
          </p:nvSpPr>
          <p:spPr>
            <a:xfrm>
              <a:off x="10320138" y="2558181"/>
              <a:ext cx="473537" cy="744660"/>
            </a:xfrm>
            <a:custGeom>
              <a:avLst/>
              <a:gdLst/>
              <a:ahLst/>
              <a:cxnLst/>
              <a:rect l="l" t="t" r="r" b="b"/>
              <a:pathLst>
                <a:path w="231" h="365" extrusionOk="0">
                  <a:moveTo>
                    <a:pt x="209" y="365"/>
                  </a:moveTo>
                  <a:cubicBezTo>
                    <a:pt x="23" y="365"/>
                    <a:pt x="23" y="365"/>
                    <a:pt x="23" y="365"/>
                  </a:cubicBezTo>
                  <a:cubicBezTo>
                    <a:pt x="10" y="365"/>
                    <a:pt x="0" y="355"/>
                    <a:pt x="0" y="343"/>
                  </a:cubicBezTo>
                  <a:cubicBezTo>
                    <a:pt x="0" y="23"/>
                    <a:pt x="0" y="23"/>
                    <a:pt x="0" y="23"/>
                  </a:cubicBezTo>
                  <a:cubicBezTo>
                    <a:pt x="0" y="10"/>
                    <a:pt x="10" y="0"/>
                    <a:pt x="23" y="0"/>
                  </a:cubicBezTo>
                  <a:cubicBezTo>
                    <a:pt x="209" y="0"/>
                    <a:pt x="209" y="0"/>
                    <a:pt x="209" y="0"/>
                  </a:cubicBezTo>
                  <a:cubicBezTo>
                    <a:pt x="221" y="0"/>
                    <a:pt x="231" y="10"/>
                    <a:pt x="231" y="23"/>
                  </a:cubicBezTo>
                  <a:cubicBezTo>
                    <a:pt x="231" y="343"/>
                    <a:pt x="231" y="343"/>
                    <a:pt x="231" y="343"/>
                  </a:cubicBezTo>
                  <a:cubicBezTo>
                    <a:pt x="231" y="355"/>
                    <a:pt x="221" y="365"/>
                    <a:pt x="209" y="365"/>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52" name="Google Shape;793;p83">
              <a:extLst>
                <a:ext uri="{FF2B5EF4-FFF2-40B4-BE49-F238E27FC236}">
                  <a16:creationId xmlns:a16="http://schemas.microsoft.com/office/drawing/2014/main" id="{81D57039-54F8-4E89-8BC5-F5FFCB4AD192}"/>
                </a:ext>
              </a:extLst>
            </p:cNvPr>
            <p:cNvSpPr/>
            <p:nvPr/>
          </p:nvSpPr>
          <p:spPr>
            <a:xfrm>
              <a:off x="10370277" y="2612033"/>
              <a:ext cx="378829" cy="551531"/>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53" name="Google Shape;794;p83">
              <a:extLst>
                <a:ext uri="{FF2B5EF4-FFF2-40B4-BE49-F238E27FC236}">
                  <a16:creationId xmlns:a16="http://schemas.microsoft.com/office/drawing/2014/main" id="{1853C09E-BD90-4512-A07D-6E80F4258D06}"/>
                </a:ext>
              </a:extLst>
            </p:cNvPr>
            <p:cNvSpPr/>
            <p:nvPr/>
          </p:nvSpPr>
          <p:spPr>
            <a:xfrm>
              <a:off x="10529980" y="3206275"/>
              <a:ext cx="53854" cy="55710"/>
            </a:xfrm>
            <a:prstGeom prst="ellipse">
              <a:avLst/>
            </a:prstGeom>
            <a:solidFill>
              <a:srgbClr val="D4D6C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54" name="Google Shape;795;p83">
              <a:extLst>
                <a:ext uri="{FF2B5EF4-FFF2-40B4-BE49-F238E27FC236}">
                  <a16:creationId xmlns:a16="http://schemas.microsoft.com/office/drawing/2014/main" id="{1A880B37-EAD4-409E-94DD-0F0867E6CDEB}"/>
                </a:ext>
              </a:extLst>
            </p:cNvPr>
            <p:cNvSpPr/>
            <p:nvPr/>
          </p:nvSpPr>
          <p:spPr>
            <a:xfrm>
              <a:off x="10531837" y="2489471"/>
              <a:ext cx="525533" cy="460538"/>
            </a:xfrm>
            <a:custGeom>
              <a:avLst/>
              <a:gdLst/>
              <a:ahLst/>
              <a:cxnLst/>
              <a:rect l="l" t="t" r="r" b="b"/>
              <a:pathLst>
                <a:path w="257" h="226" extrusionOk="0">
                  <a:moveTo>
                    <a:pt x="128" y="0"/>
                  </a:moveTo>
                  <a:cubicBezTo>
                    <a:pt x="57" y="0"/>
                    <a:pt x="0" y="47"/>
                    <a:pt x="0" y="105"/>
                  </a:cubicBezTo>
                  <a:cubicBezTo>
                    <a:pt x="0" y="136"/>
                    <a:pt x="17" y="164"/>
                    <a:pt x="44" y="184"/>
                  </a:cubicBezTo>
                  <a:cubicBezTo>
                    <a:pt x="37" y="200"/>
                    <a:pt x="27" y="217"/>
                    <a:pt x="10" y="224"/>
                  </a:cubicBezTo>
                  <a:cubicBezTo>
                    <a:pt x="10" y="224"/>
                    <a:pt x="57" y="226"/>
                    <a:pt x="85" y="203"/>
                  </a:cubicBezTo>
                  <a:cubicBezTo>
                    <a:pt x="98" y="207"/>
                    <a:pt x="113" y="209"/>
                    <a:pt x="128" y="209"/>
                  </a:cubicBezTo>
                  <a:cubicBezTo>
                    <a:pt x="199" y="209"/>
                    <a:pt x="257" y="162"/>
                    <a:pt x="257" y="105"/>
                  </a:cubicBezTo>
                  <a:cubicBezTo>
                    <a:pt x="257" y="47"/>
                    <a:pt x="199" y="0"/>
                    <a:pt x="128"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55" name="Google Shape;796;p83">
              <a:extLst>
                <a:ext uri="{FF2B5EF4-FFF2-40B4-BE49-F238E27FC236}">
                  <a16:creationId xmlns:a16="http://schemas.microsoft.com/office/drawing/2014/main" id="{EE56838E-EDD4-456E-AE79-990FB99C87F2}"/>
                </a:ext>
              </a:extLst>
            </p:cNvPr>
            <p:cNvSpPr/>
            <p:nvPr/>
          </p:nvSpPr>
          <p:spPr>
            <a:xfrm>
              <a:off x="10637686" y="2649174"/>
              <a:ext cx="90994" cy="105850"/>
            </a:xfrm>
            <a:custGeom>
              <a:avLst/>
              <a:gdLst/>
              <a:ahLst/>
              <a:cxnLst/>
              <a:rect l="l" t="t" r="r" b="b"/>
              <a:pathLst>
                <a:path w="44" h="52" extrusionOk="0">
                  <a:moveTo>
                    <a:pt x="44" y="37"/>
                  </a:moveTo>
                  <a:cubicBezTo>
                    <a:pt x="44" y="42"/>
                    <a:pt x="42" y="46"/>
                    <a:pt x="38" y="48"/>
                  </a:cubicBezTo>
                  <a:cubicBezTo>
                    <a:pt x="35" y="51"/>
                    <a:pt x="29" y="52"/>
                    <a:pt x="22" y="52"/>
                  </a:cubicBezTo>
                  <a:cubicBezTo>
                    <a:pt x="16" y="52"/>
                    <a:pt x="10" y="51"/>
                    <a:pt x="7" y="49"/>
                  </a:cubicBezTo>
                  <a:cubicBezTo>
                    <a:pt x="3" y="46"/>
                    <a:pt x="1" y="43"/>
                    <a:pt x="0" y="38"/>
                  </a:cubicBezTo>
                  <a:cubicBezTo>
                    <a:pt x="10" y="36"/>
                    <a:pt x="10" y="36"/>
                    <a:pt x="10" y="36"/>
                  </a:cubicBezTo>
                  <a:cubicBezTo>
                    <a:pt x="11" y="39"/>
                    <a:pt x="12" y="41"/>
                    <a:pt x="14" y="42"/>
                  </a:cubicBezTo>
                  <a:cubicBezTo>
                    <a:pt x="16" y="44"/>
                    <a:pt x="19" y="44"/>
                    <a:pt x="22" y="44"/>
                  </a:cubicBezTo>
                  <a:cubicBezTo>
                    <a:pt x="30" y="44"/>
                    <a:pt x="34" y="42"/>
                    <a:pt x="34" y="37"/>
                  </a:cubicBezTo>
                  <a:cubicBezTo>
                    <a:pt x="34" y="36"/>
                    <a:pt x="33" y="35"/>
                    <a:pt x="32" y="34"/>
                  </a:cubicBezTo>
                  <a:cubicBezTo>
                    <a:pt x="31" y="33"/>
                    <a:pt x="30" y="32"/>
                    <a:pt x="29" y="31"/>
                  </a:cubicBezTo>
                  <a:cubicBezTo>
                    <a:pt x="27" y="31"/>
                    <a:pt x="24" y="30"/>
                    <a:pt x="20" y="29"/>
                  </a:cubicBezTo>
                  <a:cubicBezTo>
                    <a:pt x="16" y="28"/>
                    <a:pt x="13" y="27"/>
                    <a:pt x="12" y="27"/>
                  </a:cubicBezTo>
                  <a:cubicBezTo>
                    <a:pt x="10" y="26"/>
                    <a:pt x="9" y="26"/>
                    <a:pt x="8" y="25"/>
                  </a:cubicBezTo>
                  <a:cubicBezTo>
                    <a:pt x="7" y="24"/>
                    <a:pt x="5" y="23"/>
                    <a:pt x="5" y="22"/>
                  </a:cubicBezTo>
                  <a:cubicBezTo>
                    <a:pt x="4" y="21"/>
                    <a:pt x="3" y="20"/>
                    <a:pt x="3" y="19"/>
                  </a:cubicBezTo>
                  <a:cubicBezTo>
                    <a:pt x="2" y="17"/>
                    <a:pt x="2" y="16"/>
                    <a:pt x="2" y="14"/>
                  </a:cubicBezTo>
                  <a:cubicBezTo>
                    <a:pt x="2" y="9"/>
                    <a:pt x="4" y="6"/>
                    <a:pt x="7" y="3"/>
                  </a:cubicBezTo>
                  <a:cubicBezTo>
                    <a:pt x="11" y="1"/>
                    <a:pt x="16" y="0"/>
                    <a:pt x="22" y="0"/>
                  </a:cubicBezTo>
                  <a:cubicBezTo>
                    <a:pt x="29" y="0"/>
                    <a:pt x="33" y="1"/>
                    <a:pt x="37" y="3"/>
                  </a:cubicBezTo>
                  <a:cubicBezTo>
                    <a:pt x="40" y="5"/>
                    <a:pt x="42" y="8"/>
                    <a:pt x="43" y="12"/>
                  </a:cubicBezTo>
                  <a:cubicBezTo>
                    <a:pt x="32" y="14"/>
                    <a:pt x="32" y="14"/>
                    <a:pt x="32" y="14"/>
                  </a:cubicBezTo>
                  <a:cubicBezTo>
                    <a:pt x="32" y="12"/>
                    <a:pt x="31" y="10"/>
                    <a:pt x="29" y="9"/>
                  </a:cubicBezTo>
                  <a:cubicBezTo>
                    <a:pt x="27" y="8"/>
                    <a:pt x="25" y="7"/>
                    <a:pt x="22" y="7"/>
                  </a:cubicBezTo>
                  <a:cubicBezTo>
                    <a:pt x="16" y="7"/>
                    <a:pt x="12" y="9"/>
                    <a:pt x="12" y="13"/>
                  </a:cubicBezTo>
                  <a:cubicBezTo>
                    <a:pt x="12" y="15"/>
                    <a:pt x="13" y="16"/>
                    <a:pt x="13" y="17"/>
                  </a:cubicBezTo>
                  <a:cubicBezTo>
                    <a:pt x="14" y="17"/>
                    <a:pt x="15" y="18"/>
                    <a:pt x="16" y="19"/>
                  </a:cubicBezTo>
                  <a:cubicBezTo>
                    <a:pt x="18" y="19"/>
                    <a:pt x="21" y="20"/>
                    <a:pt x="25" y="21"/>
                  </a:cubicBezTo>
                  <a:cubicBezTo>
                    <a:pt x="30" y="22"/>
                    <a:pt x="33" y="23"/>
                    <a:pt x="35" y="24"/>
                  </a:cubicBezTo>
                  <a:cubicBezTo>
                    <a:pt x="37" y="25"/>
                    <a:pt x="39" y="26"/>
                    <a:pt x="40" y="27"/>
                  </a:cubicBezTo>
                  <a:cubicBezTo>
                    <a:pt x="41" y="28"/>
                    <a:pt x="42" y="29"/>
                    <a:pt x="43" y="31"/>
                  </a:cubicBezTo>
                  <a:cubicBezTo>
                    <a:pt x="44" y="33"/>
                    <a:pt x="44" y="35"/>
                    <a:pt x="44" y="37"/>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56" name="Google Shape;797;p83">
              <a:extLst>
                <a:ext uri="{FF2B5EF4-FFF2-40B4-BE49-F238E27FC236}">
                  <a16:creationId xmlns:a16="http://schemas.microsoft.com/office/drawing/2014/main" id="{7CFF8CF9-5186-4DD0-9BCD-C30163C98C16}"/>
                </a:ext>
              </a:extLst>
            </p:cNvPr>
            <p:cNvSpPr/>
            <p:nvPr/>
          </p:nvSpPr>
          <p:spPr>
            <a:xfrm>
              <a:off x="10743536" y="2649174"/>
              <a:ext cx="107706" cy="103992"/>
            </a:xfrm>
            <a:custGeom>
              <a:avLst/>
              <a:gdLst/>
              <a:ahLst/>
              <a:cxnLst/>
              <a:rect l="l" t="t" r="r" b="b"/>
              <a:pathLst>
                <a:path w="52" h="51" extrusionOk="0">
                  <a:moveTo>
                    <a:pt x="42" y="51"/>
                  </a:moveTo>
                  <a:cubicBezTo>
                    <a:pt x="42" y="20"/>
                    <a:pt x="42" y="20"/>
                    <a:pt x="42" y="20"/>
                  </a:cubicBezTo>
                  <a:cubicBezTo>
                    <a:pt x="42" y="20"/>
                    <a:pt x="42" y="19"/>
                    <a:pt x="42" y="18"/>
                  </a:cubicBezTo>
                  <a:cubicBezTo>
                    <a:pt x="42" y="18"/>
                    <a:pt x="43" y="15"/>
                    <a:pt x="43" y="9"/>
                  </a:cubicBezTo>
                  <a:cubicBezTo>
                    <a:pt x="41" y="16"/>
                    <a:pt x="40" y="20"/>
                    <a:pt x="39" y="23"/>
                  </a:cubicBezTo>
                  <a:cubicBezTo>
                    <a:pt x="30" y="51"/>
                    <a:pt x="30" y="51"/>
                    <a:pt x="30" y="51"/>
                  </a:cubicBezTo>
                  <a:cubicBezTo>
                    <a:pt x="22" y="51"/>
                    <a:pt x="22" y="51"/>
                    <a:pt x="22" y="51"/>
                  </a:cubicBezTo>
                  <a:cubicBezTo>
                    <a:pt x="13" y="23"/>
                    <a:pt x="13" y="23"/>
                    <a:pt x="13" y="23"/>
                  </a:cubicBezTo>
                  <a:cubicBezTo>
                    <a:pt x="9" y="9"/>
                    <a:pt x="9" y="9"/>
                    <a:pt x="9" y="9"/>
                  </a:cubicBezTo>
                  <a:cubicBezTo>
                    <a:pt x="9" y="15"/>
                    <a:pt x="9" y="19"/>
                    <a:pt x="9" y="20"/>
                  </a:cubicBezTo>
                  <a:cubicBezTo>
                    <a:pt x="9" y="51"/>
                    <a:pt x="9" y="51"/>
                    <a:pt x="9" y="51"/>
                  </a:cubicBezTo>
                  <a:cubicBezTo>
                    <a:pt x="0" y="51"/>
                    <a:pt x="0" y="51"/>
                    <a:pt x="0" y="51"/>
                  </a:cubicBezTo>
                  <a:cubicBezTo>
                    <a:pt x="0" y="0"/>
                    <a:pt x="0" y="0"/>
                    <a:pt x="0" y="0"/>
                  </a:cubicBezTo>
                  <a:cubicBezTo>
                    <a:pt x="14" y="0"/>
                    <a:pt x="14" y="0"/>
                    <a:pt x="14" y="0"/>
                  </a:cubicBezTo>
                  <a:cubicBezTo>
                    <a:pt x="23" y="29"/>
                    <a:pt x="23" y="29"/>
                    <a:pt x="23" y="29"/>
                  </a:cubicBezTo>
                  <a:cubicBezTo>
                    <a:pt x="24" y="32"/>
                    <a:pt x="24" y="32"/>
                    <a:pt x="24" y="32"/>
                  </a:cubicBezTo>
                  <a:cubicBezTo>
                    <a:pt x="26" y="39"/>
                    <a:pt x="26" y="39"/>
                    <a:pt x="26" y="39"/>
                  </a:cubicBezTo>
                  <a:cubicBezTo>
                    <a:pt x="28" y="30"/>
                    <a:pt x="28" y="30"/>
                    <a:pt x="28" y="30"/>
                  </a:cubicBezTo>
                  <a:cubicBezTo>
                    <a:pt x="38" y="0"/>
                    <a:pt x="38" y="0"/>
                    <a:pt x="38" y="0"/>
                  </a:cubicBezTo>
                  <a:cubicBezTo>
                    <a:pt x="52" y="0"/>
                    <a:pt x="52" y="0"/>
                    <a:pt x="52" y="0"/>
                  </a:cubicBezTo>
                  <a:cubicBezTo>
                    <a:pt x="52" y="51"/>
                    <a:pt x="52" y="51"/>
                    <a:pt x="52" y="51"/>
                  </a:cubicBezTo>
                  <a:lnTo>
                    <a:pt x="42" y="51"/>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57" name="Google Shape;798;p83">
              <a:extLst>
                <a:ext uri="{FF2B5EF4-FFF2-40B4-BE49-F238E27FC236}">
                  <a16:creationId xmlns:a16="http://schemas.microsoft.com/office/drawing/2014/main" id="{766C8C02-B043-4E23-968B-3975DDCD3DAF}"/>
                </a:ext>
              </a:extLst>
            </p:cNvPr>
            <p:cNvSpPr/>
            <p:nvPr/>
          </p:nvSpPr>
          <p:spPr>
            <a:xfrm>
              <a:off x="10864241" y="2649174"/>
              <a:ext cx="92850" cy="105850"/>
            </a:xfrm>
            <a:custGeom>
              <a:avLst/>
              <a:gdLst/>
              <a:ahLst/>
              <a:cxnLst/>
              <a:rect l="l" t="t" r="r" b="b"/>
              <a:pathLst>
                <a:path w="45" h="52" extrusionOk="0">
                  <a:moveTo>
                    <a:pt x="45" y="37"/>
                  </a:moveTo>
                  <a:cubicBezTo>
                    <a:pt x="45" y="42"/>
                    <a:pt x="43" y="46"/>
                    <a:pt x="39" y="48"/>
                  </a:cubicBezTo>
                  <a:cubicBezTo>
                    <a:pt x="35" y="51"/>
                    <a:pt x="30" y="52"/>
                    <a:pt x="23" y="52"/>
                  </a:cubicBezTo>
                  <a:cubicBezTo>
                    <a:pt x="16" y="52"/>
                    <a:pt x="11" y="51"/>
                    <a:pt x="7" y="49"/>
                  </a:cubicBezTo>
                  <a:cubicBezTo>
                    <a:pt x="3" y="46"/>
                    <a:pt x="1" y="43"/>
                    <a:pt x="0" y="38"/>
                  </a:cubicBezTo>
                  <a:cubicBezTo>
                    <a:pt x="10" y="36"/>
                    <a:pt x="10" y="36"/>
                    <a:pt x="10" y="36"/>
                  </a:cubicBezTo>
                  <a:cubicBezTo>
                    <a:pt x="11" y="39"/>
                    <a:pt x="12" y="41"/>
                    <a:pt x="14" y="42"/>
                  </a:cubicBezTo>
                  <a:cubicBezTo>
                    <a:pt x="16" y="44"/>
                    <a:pt x="19" y="44"/>
                    <a:pt x="23" y="44"/>
                  </a:cubicBezTo>
                  <a:cubicBezTo>
                    <a:pt x="30" y="44"/>
                    <a:pt x="34" y="42"/>
                    <a:pt x="34" y="37"/>
                  </a:cubicBezTo>
                  <a:cubicBezTo>
                    <a:pt x="34" y="36"/>
                    <a:pt x="34" y="35"/>
                    <a:pt x="33" y="34"/>
                  </a:cubicBezTo>
                  <a:cubicBezTo>
                    <a:pt x="32" y="33"/>
                    <a:pt x="31" y="32"/>
                    <a:pt x="29" y="31"/>
                  </a:cubicBezTo>
                  <a:cubicBezTo>
                    <a:pt x="28" y="31"/>
                    <a:pt x="25" y="30"/>
                    <a:pt x="20" y="29"/>
                  </a:cubicBezTo>
                  <a:cubicBezTo>
                    <a:pt x="16" y="28"/>
                    <a:pt x="14" y="27"/>
                    <a:pt x="12" y="27"/>
                  </a:cubicBezTo>
                  <a:cubicBezTo>
                    <a:pt x="11" y="26"/>
                    <a:pt x="9" y="26"/>
                    <a:pt x="8" y="25"/>
                  </a:cubicBezTo>
                  <a:cubicBezTo>
                    <a:pt x="7" y="24"/>
                    <a:pt x="6" y="23"/>
                    <a:pt x="5" y="22"/>
                  </a:cubicBezTo>
                  <a:cubicBezTo>
                    <a:pt x="4" y="21"/>
                    <a:pt x="4" y="20"/>
                    <a:pt x="3" y="19"/>
                  </a:cubicBezTo>
                  <a:cubicBezTo>
                    <a:pt x="3" y="17"/>
                    <a:pt x="2" y="16"/>
                    <a:pt x="2" y="14"/>
                  </a:cubicBezTo>
                  <a:cubicBezTo>
                    <a:pt x="2" y="9"/>
                    <a:pt x="4" y="6"/>
                    <a:pt x="8" y="3"/>
                  </a:cubicBezTo>
                  <a:cubicBezTo>
                    <a:pt x="11" y="1"/>
                    <a:pt x="16" y="0"/>
                    <a:pt x="23" y="0"/>
                  </a:cubicBezTo>
                  <a:cubicBezTo>
                    <a:pt x="29" y="0"/>
                    <a:pt x="34" y="1"/>
                    <a:pt x="37" y="3"/>
                  </a:cubicBezTo>
                  <a:cubicBezTo>
                    <a:pt x="40" y="5"/>
                    <a:pt x="42" y="8"/>
                    <a:pt x="43" y="12"/>
                  </a:cubicBezTo>
                  <a:cubicBezTo>
                    <a:pt x="33" y="14"/>
                    <a:pt x="33" y="14"/>
                    <a:pt x="33" y="14"/>
                  </a:cubicBezTo>
                  <a:cubicBezTo>
                    <a:pt x="32" y="12"/>
                    <a:pt x="31" y="10"/>
                    <a:pt x="30" y="9"/>
                  </a:cubicBezTo>
                  <a:cubicBezTo>
                    <a:pt x="28" y="8"/>
                    <a:pt x="26" y="7"/>
                    <a:pt x="23" y="7"/>
                  </a:cubicBezTo>
                  <a:cubicBezTo>
                    <a:pt x="16" y="7"/>
                    <a:pt x="13" y="9"/>
                    <a:pt x="13" y="13"/>
                  </a:cubicBezTo>
                  <a:cubicBezTo>
                    <a:pt x="13" y="15"/>
                    <a:pt x="13" y="16"/>
                    <a:pt x="14" y="17"/>
                  </a:cubicBezTo>
                  <a:cubicBezTo>
                    <a:pt x="15" y="17"/>
                    <a:pt x="16" y="18"/>
                    <a:pt x="17" y="19"/>
                  </a:cubicBezTo>
                  <a:cubicBezTo>
                    <a:pt x="18" y="19"/>
                    <a:pt x="21" y="20"/>
                    <a:pt x="25" y="21"/>
                  </a:cubicBezTo>
                  <a:cubicBezTo>
                    <a:pt x="30" y="22"/>
                    <a:pt x="34" y="23"/>
                    <a:pt x="36" y="24"/>
                  </a:cubicBezTo>
                  <a:cubicBezTo>
                    <a:pt x="38" y="25"/>
                    <a:pt x="39" y="26"/>
                    <a:pt x="41" y="27"/>
                  </a:cubicBezTo>
                  <a:cubicBezTo>
                    <a:pt x="42" y="28"/>
                    <a:pt x="43" y="29"/>
                    <a:pt x="44" y="31"/>
                  </a:cubicBezTo>
                  <a:cubicBezTo>
                    <a:pt x="44" y="33"/>
                    <a:pt x="45" y="35"/>
                    <a:pt x="45" y="37"/>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58" name="Google Shape;799;p83">
              <a:extLst>
                <a:ext uri="{FF2B5EF4-FFF2-40B4-BE49-F238E27FC236}">
                  <a16:creationId xmlns:a16="http://schemas.microsoft.com/office/drawing/2014/main" id="{38353178-7361-4711-A92C-F8F5EAD00BE6}"/>
                </a:ext>
              </a:extLst>
            </p:cNvPr>
            <p:cNvSpPr/>
            <p:nvPr/>
          </p:nvSpPr>
          <p:spPr>
            <a:xfrm>
              <a:off x="8526270" y="1768953"/>
              <a:ext cx="2648091" cy="4081700"/>
            </a:xfrm>
            <a:custGeom>
              <a:avLst/>
              <a:gdLst/>
              <a:ahLst/>
              <a:cxnLst/>
              <a:rect l="l" t="t" r="r" b="b"/>
              <a:pathLst>
                <a:path w="1293" h="2003" extrusionOk="0">
                  <a:moveTo>
                    <a:pt x="180" y="2003"/>
                  </a:moveTo>
                  <a:cubicBezTo>
                    <a:pt x="88" y="2003"/>
                    <a:pt x="88" y="2003"/>
                    <a:pt x="88" y="2003"/>
                  </a:cubicBezTo>
                  <a:cubicBezTo>
                    <a:pt x="72" y="2003"/>
                    <a:pt x="60" y="1990"/>
                    <a:pt x="60" y="1975"/>
                  </a:cubicBezTo>
                  <a:cubicBezTo>
                    <a:pt x="60" y="1771"/>
                    <a:pt x="60" y="1771"/>
                    <a:pt x="60" y="1771"/>
                  </a:cubicBezTo>
                  <a:cubicBezTo>
                    <a:pt x="60" y="1755"/>
                    <a:pt x="72" y="1743"/>
                    <a:pt x="88" y="1743"/>
                  </a:cubicBezTo>
                  <a:cubicBezTo>
                    <a:pt x="285" y="1743"/>
                    <a:pt x="285" y="1743"/>
                    <a:pt x="285" y="1743"/>
                  </a:cubicBezTo>
                  <a:cubicBezTo>
                    <a:pt x="294" y="1743"/>
                    <a:pt x="302" y="1735"/>
                    <a:pt x="302" y="1726"/>
                  </a:cubicBezTo>
                  <a:cubicBezTo>
                    <a:pt x="302" y="1668"/>
                    <a:pt x="302" y="1668"/>
                    <a:pt x="302" y="1668"/>
                  </a:cubicBezTo>
                  <a:cubicBezTo>
                    <a:pt x="302" y="1653"/>
                    <a:pt x="314" y="1641"/>
                    <a:pt x="329" y="1641"/>
                  </a:cubicBezTo>
                  <a:cubicBezTo>
                    <a:pt x="478" y="1641"/>
                    <a:pt x="478" y="1641"/>
                    <a:pt x="478" y="1641"/>
                  </a:cubicBezTo>
                  <a:cubicBezTo>
                    <a:pt x="488" y="1641"/>
                    <a:pt x="495" y="1633"/>
                    <a:pt x="495" y="1624"/>
                  </a:cubicBezTo>
                  <a:cubicBezTo>
                    <a:pt x="495" y="1578"/>
                    <a:pt x="495" y="1578"/>
                    <a:pt x="495" y="1578"/>
                  </a:cubicBezTo>
                  <a:cubicBezTo>
                    <a:pt x="495" y="1563"/>
                    <a:pt x="508" y="1551"/>
                    <a:pt x="523" y="1551"/>
                  </a:cubicBezTo>
                  <a:cubicBezTo>
                    <a:pt x="1196" y="1551"/>
                    <a:pt x="1196" y="1551"/>
                    <a:pt x="1196" y="1551"/>
                  </a:cubicBezTo>
                  <a:cubicBezTo>
                    <a:pt x="1206" y="1551"/>
                    <a:pt x="1213" y="1543"/>
                    <a:pt x="1213" y="1534"/>
                  </a:cubicBezTo>
                  <a:cubicBezTo>
                    <a:pt x="1213" y="1387"/>
                    <a:pt x="1213" y="1387"/>
                    <a:pt x="1213" y="1387"/>
                  </a:cubicBezTo>
                  <a:cubicBezTo>
                    <a:pt x="1213" y="1377"/>
                    <a:pt x="1206" y="1369"/>
                    <a:pt x="1196" y="1369"/>
                  </a:cubicBezTo>
                  <a:cubicBezTo>
                    <a:pt x="1157" y="1369"/>
                    <a:pt x="1157" y="1369"/>
                    <a:pt x="1157" y="1369"/>
                  </a:cubicBezTo>
                  <a:cubicBezTo>
                    <a:pt x="1148" y="1369"/>
                    <a:pt x="1140" y="1377"/>
                    <a:pt x="1140" y="1387"/>
                  </a:cubicBezTo>
                  <a:cubicBezTo>
                    <a:pt x="1140" y="1473"/>
                    <a:pt x="1140" y="1473"/>
                    <a:pt x="1140" y="1473"/>
                  </a:cubicBezTo>
                  <a:cubicBezTo>
                    <a:pt x="1140" y="1488"/>
                    <a:pt x="1128" y="1500"/>
                    <a:pt x="1113" y="1500"/>
                  </a:cubicBezTo>
                  <a:cubicBezTo>
                    <a:pt x="827" y="1500"/>
                    <a:pt x="827" y="1500"/>
                    <a:pt x="827" y="1500"/>
                  </a:cubicBezTo>
                  <a:cubicBezTo>
                    <a:pt x="812" y="1500"/>
                    <a:pt x="799" y="1488"/>
                    <a:pt x="799" y="1473"/>
                  </a:cubicBezTo>
                  <a:cubicBezTo>
                    <a:pt x="799" y="1409"/>
                    <a:pt x="799" y="1409"/>
                    <a:pt x="799" y="1409"/>
                  </a:cubicBezTo>
                  <a:cubicBezTo>
                    <a:pt x="799" y="1399"/>
                    <a:pt x="792" y="1391"/>
                    <a:pt x="782" y="1391"/>
                  </a:cubicBezTo>
                  <a:cubicBezTo>
                    <a:pt x="678" y="1391"/>
                    <a:pt x="678" y="1391"/>
                    <a:pt x="678" y="1391"/>
                  </a:cubicBezTo>
                  <a:cubicBezTo>
                    <a:pt x="663" y="1391"/>
                    <a:pt x="650" y="1379"/>
                    <a:pt x="650" y="1364"/>
                  </a:cubicBezTo>
                  <a:cubicBezTo>
                    <a:pt x="650" y="1100"/>
                    <a:pt x="650" y="1100"/>
                    <a:pt x="650" y="1100"/>
                  </a:cubicBezTo>
                  <a:cubicBezTo>
                    <a:pt x="650" y="1090"/>
                    <a:pt x="643" y="1083"/>
                    <a:pt x="633" y="1083"/>
                  </a:cubicBezTo>
                  <a:cubicBezTo>
                    <a:pt x="409" y="1083"/>
                    <a:pt x="409" y="1083"/>
                    <a:pt x="409" y="1083"/>
                  </a:cubicBezTo>
                  <a:cubicBezTo>
                    <a:pt x="394" y="1083"/>
                    <a:pt x="382" y="1070"/>
                    <a:pt x="382" y="1055"/>
                  </a:cubicBezTo>
                  <a:cubicBezTo>
                    <a:pt x="382" y="1009"/>
                    <a:pt x="382" y="1009"/>
                    <a:pt x="382" y="1009"/>
                  </a:cubicBezTo>
                  <a:cubicBezTo>
                    <a:pt x="382" y="1000"/>
                    <a:pt x="374" y="992"/>
                    <a:pt x="364" y="992"/>
                  </a:cubicBezTo>
                  <a:cubicBezTo>
                    <a:pt x="113" y="992"/>
                    <a:pt x="113" y="992"/>
                    <a:pt x="113" y="992"/>
                  </a:cubicBezTo>
                  <a:cubicBezTo>
                    <a:pt x="98" y="992"/>
                    <a:pt x="85" y="980"/>
                    <a:pt x="85" y="965"/>
                  </a:cubicBezTo>
                  <a:cubicBezTo>
                    <a:pt x="85" y="871"/>
                    <a:pt x="85" y="871"/>
                    <a:pt x="85" y="871"/>
                  </a:cubicBezTo>
                  <a:cubicBezTo>
                    <a:pt x="85" y="856"/>
                    <a:pt x="98" y="844"/>
                    <a:pt x="113" y="844"/>
                  </a:cubicBezTo>
                  <a:cubicBezTo>
                    <a:pt x="158" y="844"/>
                    <a:pt x="158" y="844"/>
                    <a:pt x="158" y="844"/>
                  </a:cubicBezTo>
                  <a:cubicBezTo>
                    <a:pt x="168" y="844"/>
                    <a:pt x="175" y="836"/>
                    <a:pt x="175" y="827"/>
                  </a:cubicBezTo>
                  <a:cubicBezTo>
                    <a:pt x="175" y="798"/>
                    <a:pt x="175" y="798"/>
                    <a:pt x="175" y="798"/>
                  </a:cubicBezTo>
                  <a:cubicBezTo>
                    <a:pt x="175" y="789"/>
                    <a:pt x="168" y="781"/>
                    <a:pt x="158" y="781"/>
                  </a:cubicBezTo>
                  <a:cubicBezTo>
                    <a:pt x="27" y="781"/>
                    <a:pt x="27" y="781"/>
                    <a:pt x="27" y="781"/>
                  </a:cubicBezTo>
                  <a:cubicBezTo>
                    <a:pt x="12" y="781"/>
                    <a:pt x="0" y="769"/>
                    <a:pt x="0" y="754"/>
                  </a:cubicBezTo>
                  <a:cubicBezTo>
                    <a:pt x="0" y="420"/>
                    <a:pt x="0" y="420"/>
                    <a:pt x="0" y="420"/>
                  </a:cubicBezTo>
                  <a:cubicBezTo>
                    <a:pt x="0" y="405"/>
                    <a:pt x="12" y="393"/>
                    <a:pt x="27" y="393"/>
                  </a:cubicBezTo>
                  <a:cubicBezTo>
                    <a:pt x="112" y="393"/>
                    <a:pt x="112" y="393"/>
                    <a:pt x="112" y="393"/>
                  </a:cubicBezTo>
                  <a:cubicBezTo>
                    <a:pt x="121" y="393"/>
                    <a:pt x="129" y="385"/>
                    <a:pt x="129" y="376"/>
                  </a:cubicBezTo>
                  <a:cubicBezTo>
                    <a:pt x="129" y="304"/>
                    <a:pt x="129" y="304"/>
                    <a:pt x="129" y="304"/>
                  </a:cubicBezTo>
                  <a:cubicBezTo>
                    <a:pt x="129" y="289"/>
                    <a:pt x="141" y="277"/>
                    <a:pt x="156" y="277"/>
                  </a:cubicBezTo>
                  <a:cubicBezTo>
                    <a:pt x="263" y="277"/>
                    <a:pt x="263" y="277"/>
                    <a:pt x="263" y="277"/>
                  </a:cubicBezTo>
                  <a:cubicBezTo>
                    <a:pt x="278" y="277"/>
                    <a:pt x="291" y="289"/>
                    <a:pt x="291" y="304"/>
                  </a:cubicBezTo>
                  <a:cubicBezTo>
                    <a:pt x="291" y="375"/>
                    <a:pt x="291" y="375"/>
                    <a:pt x="291" y="375"/>
                  </a:cubicBezTo>
                  <a:cubicBezTo>
                    <a:pt x="291" y="385"/>
                    <a:pt x="298" y="393"/>
                    <a:pt x="308" y="393"/>
                  </a:cubicBezTo>
                  <a:cubicBezTo>
                    <a:pt x="763" y="393"/>
                    <a:pt x="763" y="393"/>
                    <a:pt x="763" y="393"/>
                  </a:cubicBezTo>
                  <a:cubicBezTo>
                    <a:pt x="778" y="393"/>
                    <a:pt x="790" y="405"/>
                    <a:pt x="790" y="420"/>
                  </a:cubicBezTo>
                  <a:cubicBezTo>
                    <a:pt x="790" y="531"/>
                    <a:pt x="790" y="531"/>
                    <a:pt x="790" y="531"/>
                  </a:cubicBezTo>
                  <a:cubicBezTo>
                    <a:pt x="790" y="546"/>
                    <a:pt x="778" y="558"/>
                    <a:pt x="763" y="558"/>
                  </a:cubicBezTo>
                  <a:cubicBezTo>
                    <a:pt x="736" y="558"/>
                    <a:pt x="736" y="558"/>
                    <a:pt x="736" y="558"/>
                  </a:cubicBezTo>
                  <a:cubicBezTo>
                    <a:pt x="726" y="558"/>
                    <a:pt x="719" y="566"/>
                    <a:pt x="719" y="575"/>
                  </a:cubicBezTo>
                  <a:cubicBezTo>
                    <a:pt x="719" y="758"/>
                    <a:pt x="719" y="758"/>
                    <a:pt x="719" y="758"/>
                  </a:cubicBezTo>
                  <a:cubicBezTo>
                    <a:pt x="719" y="767"/>
                    <a:pt x="726" y="775"/>
                    <a:pt x="736" y="775"/>
                  </a:cubicBezTo>
                  <a:cubicBezTo>
                    <a:pt x="1266" y="775"/>
                    <a:pt x="1266" y="775"/>
                    <a:pt x="1266" y="775"/>
                  </a:cubicBezTo>
                  <a:cubicBezTo>
                    <a:pt x="1275" y="775"/>
                    <a:pt x="1283" y="767"/>
                    <a:pt x="1283" y="758"/>
                  </a:cubicBezTo>
                  <a:cubicBezTo>
                    <a:pt x="1283" y="691"/>
                    <a:pt x="1283" y="691"/>
                    <a:pt x="1283" y="691"/>
                  </a:cubicBezTo>
                  <a:cubicBezTo>
                    <a:pt x="1283" y="682"/>
                    <a:pt x="1275" y="674"/>
                    <a:pt x="1266" y="674"/>
                  </a:cubicBezTo>
                  <a:cubicBezTo>
                    <a:pt x="1218" y="674"/>
                    <a:pt x="1218" y="674"/>
                    <a:pt x="1218" y="674"/>
                  </a:cubicBezTo>
                  <a:cubicBezTo>
                    <a:pt x="1203" y="674"/>
                    <a:pt x="1190" y="662"/>
                    <a:pt x="1190" y="647"/>
                  </a:cubicBezTo>
                  <a:cubicBezTo>
                    <a:pt x="1190" y="631"/>
                    <a:pt x="1202" y="619"/>
                    <a:pt x="1217" y="619"/>
                  </a:cubicBezTo>
                  <a:cubicBezTo>
                    <a:pt x="1245" y="619"/>
                    <a:pt x="1245" y="619"/>
                    <a:pt x="1245" y="619"/>
                  </a:cubicBezTo>
                  <a:cubicBezTo>
                    <a:pt x="1255" y="619"/>
                    <a:pt x="1262" y="611"/>
                    <a:pt x="1262" y="601"/>
                  </a:cubicBezTo>
                  <a:cubicBezTo>
                    <a:pt x="1262" y="235"/>
                    <a:pt x="1262" y="235"/>
                    <a:pt x="1262" y="235"/>
                  </a:cubicBezTo>
                  <a:cubicBezTo>
                    <a:pt x="1262" y="226"/>
                    <a:pt x="1255" y="218"/>
                    <a:pt x="1245" y="218"/>
                  </a:cubicBezTo>
                  <a:cubicBezTo>
                    <a:pt x="1193" y="218"/>
                    <a:pt x="1193" y="218"/>
                    <a:pt x="1193" y="218"/>
                  </a:cubicBezTo>
                  <a:cubicBezTo>
                    <a:pt x="1178" y="218"/>
                    <a:pt x="1165" y="206"/>
                    <a:pt x="1165" y="191"/>
                  </a:cubicBezTo>
                  <a:cubicBezTo>
                    <a:pt x="1165" y="28"/>
                    <a:pt x="1165" y="28"/>
                    <a:pt x="1165" y="28"/>
                  </a:cubicBezTo>
                  <a:cubicBezTo>
                    <a:pt x="1165" y="18"/>
                    <a:pt x="1158" y="10"/>
                    <a:pt x="1148" y="10"/>
                  </a:cubicBezTo>
                  <a:cubicBezTo>
                    <a:pt x="1053" y="10"/>
                    <a:pt x="1053" y="10"/>
                    <a:pt x="1053" y="10"/>
                  </a:cubicBezTo>
                  <a:cubicBezTo>
                    <a:pt x="1053" y="0"/>
                    <a:pt x="1053" y="0"/>
                    <a:pt x="1053" y="0"/>
                  </a:cubicBezTo>
                  <a:cubicBezTo>
                    <a:pt x="1148" y="0"/>
                    <a:pt x="1148" y="0"/>
                    <a:pt x="1148" y="0"/>
                  </a:cubicBezTo>
                  <a:cubicBezTo>
                    <a:pt x="1163" y="0"/>
                    <a:pt x="1175" y="13"/>
                    <a:pt x="1175" y="28"/>
                  </a:cubicBezTo>
                  <a:cubicBezTo>
                    <a:pt x="1175" y="191"/>
                    <a:pt x="1175" y="191"/>
                    <a:pt x="1175" y="191"/>
                  </a:cubicBezTo>
                  <a:cubicBezTo>
                    <a:pt x="1175" y="200"/>
                    <a:pt x="1183" y="208"/>
                    <a:pt x="1193" y="208"/>
                  </a:cubicBezTo>
                  <a:cubicBezTo>
                    <a:pt x="1245" y="208"/>
                    <a:pt x="1245" y="208"/>
                    <a:pt x="1245" y="208"/>
                  </a:cubicBezTo>
                  <a:cubicBezTo>
                    <a:pt x="1260" y="208"/>
                    <a:pt x="1272" y="220"/>
                    <a:pt x="1272" y="235"/>
                  </a:cubicBezTo>
                  <a:cubicBezTo>
                    <a:pt x="1272" y="601"/>
                    <a:pt x="1272" y="601"/>
                    <a:pt x="1272" y="601"/>
                  </a:cubicBezTo>
                  <a:cubicBezTo>
                    <a:pt x="1272" y="616"/>
                    <a:pt x="1260" y="629"/>
                    <a:pt x="1245" y="629"/>
                  </a:cubicBezTo>
                  <a:cubicBezTo>
                    <a:pt x="1217" y="629"/>
                    <a:pt x="1217" y="629"/>
                    <a:pt x="1217" y="629"/>
                  </a:cubicBezTo>
                  <a:cubicBezTo>
                    <a:pt x="1208" y="629"/>
                    <a:pt x="1200" y="637"/>
                    <a:pt x="1200" y="646"/>
                  </a:cubicBezTo>
                  <a:cubicBezTo>
                    <a:pt x="1200" y="656"/>
                    <a:pt x="1208" y="664"/>
                    <a:pt x="1218" y="664"/>
                  </a:cubicBezTo>
                  <a:cubicBezTo>
                    <a:pt x="1266" y="664"/>
                    <a:pt x="1266" y="664"/>
                    <a:pt x="1266" y="664"/>
                  </a:cubicBezTo>
                  <a:cubicBezTo>
                    <a:pt x="1281" y="664"/>
                    <a:pt x="1293" y="676"/>
                    <a:pt x="1293" y="691"/>
                  </a:cubicBezTo>
                  <a:cubicBezTo>
                    <a:pt x="1293" y="758"/>
                    <a:pt x="1293" y="758"/>
                    <a:pt x="1293" y="758"/>
                  </a:cubicBezTo>
                  <a:cubicBezTo>
                    <a:pt x="1293" y="773"/>
                    <a:pt x="1281" y="785"/>
                    <a:pt x="1266" y="785"/>
                  </a:cubicBezTo>
                  <a:cubicBezTo>
                    <a:pt x="736" y="785"/>
                    <a:pt x="736" y="785"/>
                    <a:pt x="736" y="785"/>
                  </a:cubicBezTo>
                  <a:cubicBezTo>
                    <a:pt x="721" y="785"/>
                    <a:pt x="709" y="773"/>
                    <a:pt x="709" y="758"/>
                  </a:cubicBezTo>
                  <a:cubicBezTo>
                    <a:pt x="709" y="575"/>
                    <a:pt x="709" y="575"/>
                    <a:pt x="709" y="575"/>
                  </a:cubicBezTo>
                  <a:cubicBezTo>
                    <a:pt x="709" y="560"/>
                    <a:pt x="721" y="548"/>
                    <a:pt x="736" y="548"/>
                  </a:cubicBezTo>
                  <a:cubicBezTo>
                    <a:pt x="763" y="548"/>
                    <a:pt x="763" y="548"/>
                    <a:pt x="763" y="548"/>
                  </a:cubicBezTo>
                  <a:cubicBezTo>
                    <a:pt x="772" y="548"/>
                    <a:pt x="780" y="540"/>
                    <a:pt x="780" y="531"/>
                  </a:cubicBezTo>
                  <a:cubicBezTo>
                    <a:pt x="780" y="420"/>
                    <a:pt x="780" y="420"/>
                    <a:pt x="780" y="420"/>
                  </a:cubicBezTo>
                  <a:cubicBezTo>
                    <a:pt x="780" y="411"/>
                    <a:pt x="772" y="403"/>
                    <a:pt x="763" y="403"/>
                  </a:cubicBezTo>
                  <a:cubicBezTo>
                    <a:pt x="308" y="403"/>
                    <a:pt x="308" y="403"/>
                    <a:pt x="308" y="403"/>
                  </a:cubicBezTo>
                  <a:cubicBezTo>
                    <a:pt x="293" y="403"/>
                    <a:pt x="281" y="391"/>
                    <a:pt x="281" y="375"/>
                  </a:cubicBezTo>
                  <a:cubicBezTo>
                    <a:pt x="281" y="304"/>
                    <a:pt x="281" y="304"/>
                    <a:pt x="281" y="304"/>
                  </a:cubicBezTo>
                  <a:cubicBezTo>
                    <a:pt x="281" y="295"/>
                    <a:pt x="273" y="287"/>
                    <a:pt x="263" y="287"/>
                  </a:cubicBezTo>
                  <a:cubicBezTo>
                    <a:pt x="156" y="287"/>
                    <a:pt x="156" y="287"/>
                    <a:pt x="156" y="287"/>
                  </a:cubicBezTo>
                  <a:cubicBezTo>
                    <a:pt x="147" y="287"/>
                    <a:pt x="139" y="295"/>
                    <a:pt x="139" y="304"/>
                  </a:cubicBezTo>
                  <a:cubicBezTo>
                    <a:pt x="139" y="376"/>
                    <a:pt x="139" y="376"/>
                    <a:pt x="139" y="376"/>
                  </a:cubicBezTo>
                  <a:cubicBezTo>
                    <a:pt x="139" y="391"/>
                    <a:pt x="127" y="403"/>
                    <a:pt x="112" y="403"/>
                  </a:cubicBezTo>
                  <a:cubicBezTo>
                    <a:pt x="27" y="403"/>
                    <a:pt x="27" y="403"/>
                    <a:pt x="27" y="403"/>
                  </a:cubicBezTo>
                  <a:cubicBezTo>
                    <a:pt x="18" y="403"/>
                    <a:pt x="10" y="411"/>
                    <a:pt x="10" y="420"/>
                  </a:cubicBezTo>
                  <a:cubicBezTo>
                    <a:pt x="10" y="754"/>
                    <a:pt x="10" y="754"/>
                    <a:pt x="10" y="754"/>
                  </a:cubicBezTo>
                  <a:cubicBezTo>
                    <a:pt x="10" y="763"/>
                    <a:pt x="18" y="771"/>
                    <a:pt x="27" y="771"/>
                  </a:cubicBezTo>
                  <a:cubicBezTo>
                    <a:pt x="158" y="771"/>
                    <a:pt x="158" y="771"/>
                    <a:pt x="158" y="771"/>
                  </a:cubicBezTo>
                  <a:cubicBezTo>
                    <a:pt x="173" y="771"/>
                    <a:pt x="185" y="783"/>
                    <a:pt x="185" y="798"/>
                  </a:cubicBezTo>
                  <a:cubicBezTo>
                    <a:pt x="185" y="827"/>
                    <a:pt x="185" y="827"/>
                    <a:pt x="185" y="827"/>
                  </a:cubicBezTo>
                  <a:cubicBezTo>
                    <a:pt x="185" y="842"/>
                    <a:pt x="173" y="854"/>
                    <a:pt x="158" y="854"/>
                  </a:cubicBezTo>
                  <a:cubicBezTo>
                    <a:pt x="113" y="854"/>
                    <a:pt x="113" y="854"/>
                    <a:pt x="113" y="854"/>
                  </a:cubicBezTo>
                  <a:cubicBezTo>
                    <a:pt x="103" y="854"/>
                    <a:pt x="95" y="862"/>
                    <a:pt x="95" y="871"/>
                  </a:cubicBezTo>
                  <a:cubicBezTo>
                    <a:pt x="95" y="965"/>
                    <a:pt x="95" y="965"/>
                    <a:pt x="95" y="965"/>
                  </a:cubicBezTo>
                  <a:cubicBezTo>
                    <a:pt x="95" y="974"/>
                    <a:pt x="103" y="982"/>
                    <a:pt x="113" y="982"/>
                  </a:cubicBezTo>
                  <a:cubicBezTo>
                    <a:pt x="364" y="982"/>
                    <a:pt x="364" y="982"/>
                    <a:pt x="364" y="982"/>
                  </a:cubicBezTo>
                  <a:cubicBezTo>
                    <a:pt x="380" y="982"/>
                    <a:pt x="392" y="994"/>
                    <a:pt x="392" y="1009"/>
                  </a:cubicBezTo>
                  <a:cubicBezTo>
                    <a:pt x="392" y="1055"/>
                    <a:pt x="392" y="1055"/>
                    <a:pt x="392" y="1055"/>
                  </a:cubicBezTo>
                  <a:cubicBezTo>
                    <a:pt x="392" y="1065"/>
                    <a:pt x="400" y="1073"/>
                    <a:pt x="409" y="1073"/>
                  </a:cubicBezTo>
                  <a:cubicBezTo>
                    <a:pt x="633" y="1073"/>
                    <a:pt x="633" y="1073"/>
                    <a:pt x="633" y="1073"/>
                  </a:cubicBezTo>
                  <a:cubicBezTo>
                    <a:pt x="648" y="1073"/>
                    <a:pt x="660" y="1085"/>
                    <a:pt x="660" y="1100"/>
                  </a:cubicBezTo>
                  <a:cubicBezTo>
                    <a:pt x="660" y="1364"/>
                    <a:pt x="660" y="1364"/>
                    <a:pt x="660" y="1364"/>
                  </a:cubicBezTo>
                  <a:cubicBezTo>
                    <a:pt x="660" y="1373"/>
                    <a:pt x="668" y="1381"/>
                    <a:pt x="678" y="1381"/>
                  </a:cubicBezTo>
                  <a:cubicBezTo>
                    <a:pt x="782" y="1381"/>
                    <a:pt x="782" y="1381"/>
                    <a:pt x="782" y="1381"/>
                  </a:cubicBezTo>
                  <a:cubicBezTo>
                    <a:pt x="797" y="1381"/>
                    <a:pt x="809" y="1393"/>
                    <a:pt x="809" y="1409"/>
                  </a:cubicBezTo>
                  <a:cubicBezTo>
                    <a:pt x="809" y="1473"/>
                    <a:pt x="809" y="1473"/>
                    <a:pt x="809" y="1473"/>
                  </a:cubicBezTo>
                  <a:cubicBezTo>
                    <a:pt x="809" y="1483"/>
                    <a:pt x="817" y="1490"/>
                    <a:pt x="827" y="1490"/>
                  </a:cubicBezTo>
                  <a:cubicBezTo>
                    <a:pt x="1113" y="1490"/>
                    <a:pt x="1113" y="1490"/>
                    <a:pt x="1113" y="1490"/>
                  </a:cubicBezTo>
                  <a:cubicBezTo>
                    <a:pt x="1122" y="1490"/>
                    <a:pt x="1130" y="1483"/>
                    <a:pt x="1130" y="1473"/>
                  </a:cubicBezTo>
                  <a:cubicBezTo>
                    <a:pt x="1130" y="1387"/>
                    <a:pt x="1130" y="1387"/>
                    <a:pt x="1130" y="1387"/>
                  </a:cubicBezTo>
                  <a:cubicBezTo>
                    <a:pt x="1130" y="1371"/>
                    <a:pt x="1142" y="1359"/>
                    <a:pt x="1157" y="1359"/>
                  </a:cubicBezTo>
                  <a:cubicBezTo>
                    <a:pt x="1196" y="1359"/>
                    <a:pt x="1196" y="1359"/>
                    <a:pt x="1196" y="1359"/>
                  </a:cubicBezTo>
                  <a:cubicBezTo>
                    <a:pt x="1211" y="1359"/>
                    <a:pt x="1224" y="1371"/>
                    <a:pt x="1224" y="1387"/>
                  </a:cubicBezTo>
                  <a:cubicBezTo>
                    <a:pt x="1224" y="1534"/>
                    <a:pt x="1224" y="1534"/>
                    <a:pt x="1224" y="1534"/>
                  </a:cubicBezTo>
                  <a:cubicBezTo>
                    <a:pt x="1224" y="1549"/>
                    <a:pt x="1211" y="1561"/>
                    <a:pt x="1196" y="1561"/>
                  </a:cubicBezTo>
                  <a:cubicBezTo>
                    <a:pt x="523" y="1561"/>
                    <a:pt x="523" y="1561"/>
                    <a:pt x="523" y="1561"/>
                  </a:cubicBezTo>
                  <a:cubicBezTo>
                    <a:pt x="513" y="1561"/>
                    <a:pt x="506" y="1569"/>
                    <a:pt x="506" y="1578"/>
                  </a:cubicBezTo>
                  <a:cubicBezTo>
                    <a:pt x="506" y="1624"/>
                    <a:pt x="506" y="1624"/>
                    <a:pt x="506" y="1624"/>
                  </a:cubicBezTo>
                  <a:cubicBezTo>
                    <a:pt x="506" y="1639"/>
                    <a:pt x="493" y="1651"/>
                    <a:pt x="478" y="1651"/>
                  </a:cubicBezTo>
                  <a:cubicBezTo>
                    <a:pt x="329" y="1651"/>
                    <a:pt x="329" y="1651"/>
                    <a:pt x="329" y="1651"/>
                  </a:cubicBezTo>
                  <a:cubicBezTo>
                    <a:pt x="320" y="1651"/>
                    <a:pt x="312" y="1659"/>
                    <a:pt x="312" y="1668"/>
                  </a:cubicBezTo>
                  <a:cubicBezTo>
                    <a:pt x="312" y="1726"/>
                    <a:pt x="312" y="1726"/>
                    <a:pt x="312" y="1726"/>
                  </a:cubicBezTo>
                  <a:cubicBezTo>
                    <a:pt x="312" y="1741"/>
                    <a:pt x="300" y="1753"/>
                    <a:pt x="285" y="1753"/>
                  </a:cubicBezTo>
                  <a:cubicBezTo>
                    <a:pt x="88" y="1753"/>
                    <a:pt x="88" y="1753"/>
                    <a:pt x="88" y="1753"/>
                  </a:cubicBezTo>
                  <a:cubicBezTo>
                    <a:pt x="78" y="1753"/>
                    <a:pt x="70" y="1761"/>
                    <a:pt x="70" y="1771"/>
                  </a:cubicBezTo>
                  <a:cubicBezTo>
                    <a:pt x="70" y="1975"/>
                    <a:pt x="70" y="1975"/>
                    <a:pt x="70" y="1975"/>
                  </a:cubicBezTo>
                  <a:cubicBezTo>
                    <a:pt x="70" y="1985"/>
                    <a:pt x="78" y="1993"/>
                    <a:pt x="88" y="1993"/>
                  </a:cubicBezTo>
                  <a:cubicBezTo>
                    <a:pt x="180" y="1993"/>
                    <a:pt x="180" y="1993"/>
                    <a:pt x="180" y="1993"/>
                  </a:cubicBezTo>
                  <a:lnTo>
                    <a:pt x="180" y="2003"/>
                  </a:lnTo>
                  <a:close/>
                </a:path>
              </a:pathLst>
            </a:custGeom>
            <a:solidFill>
              <a:srgbClr val="968C6D"/>
            </a:solidFill>
            <a:ln w="9525" cap="flat" cmpd="sng">
              <a:solidFill>
                <a:srgbClr val="968C6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59" name="Google Shape;800;p83">
              <a:extLst>
                <a:ext uri="{FF2B5EF4-FFF2-40B4-BE49-F238E27FC236}">
                  <a16:creationId xmlns:a16="http://schemas.microsoft.com/office/drawing/2014/main" id="{80627058-E66A-40CA-95EE-59003C0BC083}"/>
                </a:ext>
              </a:extLst>
            </p:cNvPr>
            <p:cNvSpPr/>
            <p:nvPr/>
          </p:nvSpPr>
          <p:spPr>
            <a:xfrm>
              <a:off x="8620977" y="333487"/>
              <a:ext cx="2772511" cy="6185689"/>
            </a:xfrm>
            <a:custGeom>
              <a:avLst/>
              <a:gdLst/>
              <a:ahLst/>
              <a:cxnLst/>
              <a:rect l="l" t="t" r="r" b="b"/>
              <a:pathLst>
                <a:path w="1354" h="3036" extrusionOk="0">
                  <a:moveTo>
                    <a:pt x="1326" y="2019"/>
                  </a:moveTo>
                  <a:cubicBezTo>
                    <a:pt x="1316" y="2019"/>
                    <a:pt x="1308" y="2011"/>
                    <a:pt x="1308" y="2001"/>
                  </a:cubicBezTo>
                  <a:cubicBezTo>
                    <a:pt x="1308" y="476"/>
                    <a:pt x="1308" y="476"/>
                    <a:pt x="1308" y="476"/>
                  </a:cubicBezTo>
                  <a:cubicBezTo>
                    <a:pt x="1308" y="461"/>
                    <a:pt x="1296" y="449"/>
                    <a:pt x="1281" y="449"/>
                  </a:cubicBezTo>
                  <a:cubicBezTo>
                    <a:pt x="1112" y="449"/>
                    <a:pt x="1112" y="449"/>
                    <a:pt x="1112" y="449"/>
                  </a:cubicBezTo>
                  <a:cubicBezTo>
                    <a:pt x="1102" y="449"/>
                    <a:pt x="1095" y="441"/>
                    <a:pt x="1095" y="431"/>
                  </a:cubicBezTo>
                  <a:cubicBezTo>
                    <a:pt x="1095" y="389"/>
                    <a:pt x="1095" y="389"/>
                    <a:pt x="1095" y="389"/>
                  </a:cubicBezTo>
                  <a:cubicBezTo>
                    <a:pt x="1095" y="374"/>
                    <a:pt x="1082" y="362"/>
                    <a:pt x="1067" y="362"/>
                  </a:cubicBezTo>
                  <a:cubicBezTo>
                    <a:pt x="989" y="362"/>
                    <a:pt x="989" y="362"/>
                    <a:pt x="989" y="362"/>
                  </a:cubicBezTo>
                  <a:cubicBezTo>
                    <a:pt x="979" y="362"/>
                    <a:pt x="971" y="354"/>
                    <a:pt x="971" y="344"/>
                  </a:cubicBezTo>
                  <a:cubicBezTo>
                    <a:pt x="971" y="92"/>
                    <a:pt x="971" y="92"/>
                    <a:pt x="971" y="92"/>
                  </a:cubicBezTo>
                  <a:cubicBezTo>
                    <a:pt x="971" y="77"/>
                    <a:pt x="959" y="65"/>
                    <a:pt x="944" y="65"/>
                  </a:cubicBezTo>
                  <a:cubicBezTo>
                    <a:pt x="921" y="65"/>
                    <a:pt x="921" y="65"/>
                    <a:pt x="921" y="65"/>
                  </a:cubicBezTo>
                  <a:cubicBezTo>
                    <a:pt x="911" y="65"/>
                    <a:pt x="903" y="57"/>
                    <a:pt x="903" y="47"/>
                  </a:cubicBezTo>
                  <a:cubicBezTo>
                    <a:pt x="903" y="28"/>
                    <a:pt x="903" y="28"/>
                    <a:pt x="903" y="28"/>
                  </a:cubicBezTo>
                  <a:cubicBezTo>
                    <a:pt x="903" y="13"/>
                    <a:pt x="891" y="0"/>
                    <a:pt x="876" y="0"/>
                  </a:cubicBezTo>
                  <a:cubicBezTo>
                    <a:pt x="308" y="0"/>
                    <a:pt x="308" y="0"/>
                    <a:pt x="308" y="0"/>
                  </a:cubicBezTo>
                  <a:cubicBezTo>
                    <a:pt x="293" y="0"/>
                    <a:pt x="280" y="13"/>
                    <a:pt x="280" y="28"/>
                  </a:cubicBezTo>
                  <a:cubicBezTo>
                    <a:pt x="280" y="215"/>
                    <a:pt x="280" y="215"/>
                    <a:pt x="280" y="215"/>
                  </a:cubicBezTo>
                  <a:cubicBezTo>
                    <a:pt x="280" y="230"/>
                    <a:pt x="293" y="243"/>
                    <a:pt x="308" y="243"/>
                  </a:cubicBezTo>
                  <a:cubicBezTo>
                    <a:pt x="381" y="243"/>
                    <a:pt x="381" y="243"/>
                    <a:pt x="381" y="243"/>
                  </a:cubicBezTo>
                  <a:cubicBezTo>
                    <a:pt x="390" y="243"/>
                    <a:pt x="398" y="250"/>
                    <a:pt x="398" y="260"/>
                  </a:cubicBezTo>
                  <a:cubicBezTo>
                    <a:pt x="398" y="367"/>
                    <a:pt x="398" y="367"/>
                    <a:pt x="398" y="367"/>
                  </a:cubicBezTo>
                  <a:cubicBezTo>
                    <a:pt x="398" y="377"/>
                    <a:pt x="390" y="384"/>
                    <a:pt x="381" y="384"/>
                  </a:cubicBezTo>
                  <a:cubicBezTo>
                    <a:pt x="131" y="384"/>
                    <a:pt x="131" y="384"/>
                    <a:pt x="131" y="384"/>
                  </a:cubicBezTo>
                  <a:cubicBezTo>
                    <a:pt x="116" y="384"/>
                    <a:pt x="104" y="397"/>
                    <a:pt x="104" y="412"/>
                  </a:cubicBezTo>
                  <a:cubicBezTo>
                    <a:pt x="104" y="466"/>
                    <a:pt x="104" y="466"/>
                    <a:pt x="104" y="466"/>
                  </a:cubicBezTo>
                  <a:cubicBezTo>
                    <a:pt x="104" y="481"/>
                    <a:pt x="116" y="493"/>
                    <a:pt x="131" y="493"/>
                  </a:cubicBezTo>
                  <a:cubicBezTo>
                    <a:pt x="209" y="493"/>
                    <a:pt x="209" y="493"/>
                    <a:pt x="209" y="493"/>
                  </a:cubicBezTo>
                  <a:cubicBezTo>
                    <a:pt x="218" y="493"/>
                    <a:pt x="226" y="501"/>
                    <a:pt x="226" y="511"/>
                  </a:cubicBezTo>
                  <a:cubicBezTo>
                    <a:pt x="226" y="653"/>
                    <a:pt x="226" y="653"/>
                    <a:pt x="226" y="653"/>
                  </a:cubicBezTo>
                  <a:cubicBezTo>
                    <a:pt x="226" y="662"/>
                    <a:pt x="218" y="670"/>
                    <a:pt x="209" y="670"/>
                  </a:cubicBezTo>
                  <a:cubicBezTo>
                    <a:pt x="27" y="670"/>
                    <a:pt x="27" y="670"/>
                    <a:pt x="27" y="670"/>
                  </a:cubicBezTo>
                  <a:cubicBezTo>
                    <a:pt x="12" y="670"/>
                    <a:pt x="0" y="682"/>
                    <a:pt x="0" y="697"/>
                  </a:cubicBezTo>
                  <a:cubicBezTo>
                    <a:pt x="0" y="799"/>
                    <a:pt x="0" y="799"/>
                    <a:pt x="0" y="799"/>
                  </a:cubicBezTo>
                  <a:cubicBezTo>
                    <a:pt x="0" y="814"/>
                    <a:pt x="12" y="826"/>
                    <a:pt x="27" y="826"/>
                  </a:cubicBezTo>
                  <a:cubicBezTo>
                    <a:pt x="63" y="826"/>
                    <a:pt x="63" y="826"/>
                    <a:pt x="63" y="826"/>
                  </a:cubicBezTo>
                  <a:cubicBezTo>
                    <a:pt x="78" y="826"/>
                    <a:pt x="90" y="814"/>
                    <a:pt x="90" y="799"/>
                  </a:cubicBezTo>
                  <a:cubicBezTo>
                    <a:pt x="90" y="781"/>
                    <a:pt x="90" y="781"/>
                    <a:pt x="90" y="781"/>
                  </a:cubicBezTo>
                  <a:cubicBezTo>
                    <a:pt x="90" y="772"/>
                    <a:pt x="98" y="764"/>
                    <a:pt x="108" y="764"/>
                  </a:cubicBezTo>
                  <a:cubicBezTo>
                    <a:pt x="167" y="764"/>
                    <a:pt x="167" y="764"/>
                    <a:pt x="167" y="764"/>
                  </a:cubicBezTo>
                  <a:cubicBezTo>
                    <a:pt x="177" y="764"/>
                    <a:pt x="184" y="772"/>
                    <a:pt x="184" y="781"/>
                  </a:cubicBezTo>
                  <a:cubicBezTo>
                    <a:pt x="184" y="880"/>
                    <a:pt x="184" y="880"/>
                    <a:pt x="184" y="880"/>
                  </a:cubicBezTo>
                  <a:cubicBezTo>
                    <a:pt x="184" y="895"/>
                    <a:pt x="197" y="907"/>
                    <a:pt x="212" y="907"/>
                  </a:cubicBezTo>
                  <a:cubicBezTo>
                    <a:pt x="295" y="907"/>
                    <a:pt x="295" y="907"/>
                    <a:pt x="295" y="907"/>
                  </a:cubicBezTo>
                  <a:cubicBezTo>
                    <a:pt x="295" y="897"/>
                    <a:pt x="295" y="897"/>
                    <a:pt x="295" y="897"/>
                  </a:cubicBezTo>
                  <a:cubicBezTo>
                    <a:pt x="212" y="897"/>
                    <a:pt x="212" y="897"/>
                    <a:pt x="212" y="897"/>
                  </a:cubicBezTo>
                  <a:cubicBezTo>
                    <a:pt x="202" y="897"/>
                    <a:pt x="194" y="890"/>
                    <a:pt x="194" y="880"/>
                  </a:cubicBezTo>
                  <a:cubicBezTo>
                    <a:pt x="194" y="781"/>
                    <a:pt x="194" y="781"/>
                    <a:pt x="194" y="781"/>
                  </a:cubicBezTo>
                  <a:cubicBezTo>
                    <a:pt x="194" y="766"/>
                    <a:pt x="182" y="754"/>
                    <a:pt x="167" y="754"/>
                  </a:cubicBezTo>
                  <a:cubicBezTo>
                    <a:pt x="108" y="754"/>
                    <a:pt x="108" y="754"/>
                    <a:pt x="108" y="754"/>
                  </a:cubicBezTo>
                  <a:cubicBezTo>
                    <a:pt x="93" y="754"/>
                    <a:pt x="80" y="766"/>
                    <a:pt x="80" y="781"/>
                  </a:cubicBezTo>
                  <a:cubicBezTo>
                    <a:pt x="80" y="799"/>
                    <a:pt x="80" y="799"/>
                    <a:pt x="80" y="799"/>
                  </a:cubicBezTo>
                  <a:cubicBezTo>
                    <a:pt x="80" y="808"/>
                    <a:pt x="72" y="816"/>
                    <a:pt x="63" y="816"/>
                  </a:cubicBezTo>
                  <a:cubicBezTo>
                    <a:pt x="27" y="816"/>
                    <a:pt x="27" y="816"/>
                    <a:pt x="27" y="816"/>
                  </a:cubicBezTo>
                  <a:cubicBezTo>
                    <a:pt x="18" y="816"/>
                    <a:pt x="10" y="808"/>
                    <a:pt x="10" y="799"/>
                  </a:cubicBezTo>
                  <a:cubicBezTo>
                    <a:pt x="10" y="697"/>
                    <a:pt x="10" y="697"/>
                    <a:pt x="10" y="697"/>
                  </a:cubicBezTo>
                  <a:cubicBezTo>
                    <a:pt x="10" y="688"/>
                    <a:pt x="18" y="680"/>
                    <a:pt x="27" y="680"/>
                  </a:cubicBezTo>
                  <a:cubicBezTo>
                    <a:pt x="209" y="680"/>
                    <a:pt x="209" y="680"/>
                    <a:pt x="209" y="680"/>
                  </a:cubicBezTo>
                  <a:cubicBezTo>
                    <a:pt x="224" y="680"/>
                    <a:pt x="236" y="668"/>
                    <a:pt x="236" y="653"/>
                  </a:cubicBezTo>
                  <a:cubicBezTo>
                    <a:pt x="236" y="511"/>
                    <a:pt x="236" y="511"/>
                    <a:pt x="236" y="511"/>
                  </a:cubicBezTo>
                  <a:cubicBezTo>
                    <a:pt x="236" y="496"/>
                    <a:pt x="224" y="483"/>
                    <a:pt x="209" y="483"/>
                  </a:cubicBezTo>
                  <a:cubicBezTo>
                    <a:pt x="131" y="483"/>
                    <a:pt x="131" y="483"/>
                    <a:pt x="131" y="483"/>
                  </a:cubicBezTo>
                  <a:cubicBezTo>
                    <a:pt x="122" y="483"/>
                    <a:pt x="114" y="476"/>
                    <a:pt x="114" y="466"/>
                  </a:cubicBezTo>
                  <a:cubicBezTo>
                    <a:pt x="114" y="412"/>
                    <a:pt x="114" y="412"/>
                    <a:pt x="114" y="412"/>
                  </a:cubicBezTo>
                  <a:cubicBezTo>
                    <a:pt x="114" y="402"/>
                    <a:pt x="122" y="394"/>
                    <a:pt x="131" y="394"/>
                  </a:cubicBezTo>
                  <a:cubicBezTo>
                    <a:pt x="381" y="394"/>
                    <a:pt x="381" y="394"/>
                    <a:pt x="381" y="394"/>
                  </a:cubicBezTo>
                  <a:cubicBezTo>
                    <a:pt x="396" y="394"/>
                    <a:pt x="408" y="382"/>
                    <a:pt x="408" y="367"/>
                  </a:cubicBezTo>
                  <a:cubicBezTo>
                    <a:pt x="408" y="260"/>
                    <a:pt x="408" y="260"/>
                    <a:pt x="408" y="260"/>
                  </a:cubicBezTo>
                  <a:cubicBezTo>
                    <a:pt x="408" y="245"/>
                    <a:pt x="396" y="232"/>
                    <a:pt x="381" y="232"/>
                  </a:cubicBezTo>
                  <a:cubicBezTo>
                    <a:pt x="308" y="232"/>
                    <a:pt x="308" y="232"/>
                    <a:pt x="308" y="232"/>
                  </a:cubicBezTo>
                  <a:cubicBezTo>
                    <a:pt x="298" y="232"/>
                    <a:pt x="291" y="225"/>
                    <a:pt x="291" y="215"/>
                  </a:cubicBezTo>
                  <a:cubicBezTo>
                    <a:pt x="291" y="28"/>
                    <a:pt x="291" y="28"/>
                    <a:pt x="291" y="28"/>
                  </a:cubicBezTo>
                  <a:cubicBezTo>
                    <a:pt x="291" y="18"/>
                    <a:pt x="298" y="11"/>
                    <a:pt x="308" y="11"/>
                  </a:cubicBezTo>
                  <a:cubicBezTo>
                    <a:pt x="876" y="11"/>
                    <a:pt x="876" y="11"/>
                    <a:pt x="876" y="11"/>
                  </a:cubicBezTo>
                  <a:cubicBezTo>
                    <a:pt x="886" y="11"/>
                    <a:pt x="893" y="18"/>
                    <a:pt x="893" y="28"/>
                  </a:cubicBezTo>
                  <a:cubicBezTo>
                    <a:pt x="893" y="47"/>
                    <a:pt x="893" y="47"/>
                    <a:pt x="893" y="47"/>
                  </a:cubicBezTo>
                  <a:cubicBezTo>
                    <a:pt x="893" y="62"/>
                    <a:pt x="906" y="75"/>
                    <a:pt x="921" y="75"/>
                  </a:cubicBezTo>
                  <a:cubicBezTo>
                    <a:pt x="944" y="75"/>
                    <a:pt x="944" y="75"/>
                    <a:pt x="944" y="75"/>
                  </a:cubicBezTo>
                  <a:cubicBezTo>
                    <a:pt x="954" y="75"/>
                    <a:pt x="961" y="83"/>
                    <a:pt x="961" y="92"/>
                  </a:cubicBezTo>
                  <a:cubicBezTo>
                    <a:pt x="961" y="344"/>
                    <a:pt x="961" y="344"/>
                    <a:pt x="961" y="344"/>
                  </a:cubicBezTo>
                  <a:cubicBezTo>
                    <a:pt x="961" y="359"/>
                    <a:pt x="974" y="372"/>
                    <a:pt x="989" y="372"/>
                  </a:cubicBezTo>
                  <a:cubicBezTo>
                    <a:pt x="1067" y="372"/>
                    <a:pt x="1067" y="372"/>
                    <a:pt x="1067" y="372"/>
                  </a:cubicBezTo>
                  <a:cubicBezTo>
                    <a:pt x="1077" y="372"/>
                    <a:pt x="1085" y="380"/>
                    <a:pt x="1085" y="389"/>
                  </a:cubicBezTo>
                  <a:cubicBezTo>
                    <a:pt x="1085" y="431"/>
                    <a:pt x="1085" y="431"/>
                    <a:pt x="1085" y="431"/>
                  </a:cubicBezTo>
                  <a:cubicBezTo>
                    <a:pt x="1085" y="446"/>
                    <a:pt x="1097" y="459"/>
                    <a:pt x="1112" y="459"/>
                  </a:cubicBezTo>
                  <a:cubicBezTo>
                    <a:pt x="1281" y="459"/>
                    <a:pt x="1281" y="459"/>
                    <a:pt x="1281" y="459"/>
                  </a:cubicBezTo>
                  <a:cubicBezTo>
                    <a:pt x="1291" y="459"/>
                    <a:pt x="1298" y="467"/>
                    <a:pt x="1298" y="476"/>
                  </a:cubicBezTo>
                  <a:cubicBezTo>
                    <a:pt x="1298" y="2001"/>
                    <a:pt x="1298" y="2001"/>
                    <a:pt x="1298" y="2001"/>
                  </a:cubicBezTo>
                  <a:cubicBezTo>
                    <a:pt x="1298" y="2017"/>
                    <a:pt x="1311" y="2029"/>
                    <a:pt x="1326" y="2029"/>
                  </a:cubicBezTo>
                  <a:cubicBezTo>
                    <a:pt x="1336" y="2029"/>
                    <a:pt x="1344" y="2037"/>
                    <a:pt x="1344" y="2046"/>
                  </a:cubicBezTo>
                  <a:cubicBezTo>
                    <a:pt x="1344" y="2440"/>
                    <a:pt x="1344" y="2440"/>
                    <a:pt x="1344" y="2440"/>
                  </a:cubicBezTo>
                  <a:cubicBezTo>
                    <a:pt x="1344" y="2449"/>
                    <a:pt x="1336" y="2457"/>
                    <a:pt x="1326" y="2457"/>
                  </a:cubicBezTo>
                  <a:cubicBezTo>
                    <a:pt x="1242" y="2457"/>
                    <a:pt x="1242" y="2457"/>
                    <a:pt x="1242" y="2457"/>
                  </a:cubicBezTo>
                  <a:cubicBezTo>
                    <a:pt x="1227" y="2457"/>
                    <a:pt x="1215" y="2469"/>
                    <a:pt x="1215" y="2485"/>
                  </a:cubicBezTo>
                  <a:cubicBezTo>
                    <a:pt x="1215" y="2528"/>
                    <a:pt x="1215" y="2528"/>
                    <a:pt x="1215" y="2528"/>
                  </a:cubicBezTo>
                  <a:cubicBezTo>
                    <a:pt x="1215" y="2543"/>
                    <a:pt x="1227" y="2555"/>
                    <a:pt x="1242" y="2555"/>
                  </a:cubicBezTo>
                  <a:cubicBezTo>
                    <a:pt x="1281" y="2555"/>
                    <a:pt x="1281" y="2555"/>
                    <a:pt x="1281" y="2555"/>
                  </a:cubicBezTo>
                  <a:cubicBezTo>
                    <a:pt x="1291" y="2555"/>
                    <a:pt x="1298" y="2563"/>
                    <a:pt x="1298" y="2573"/>
                  </a:cubicBezTo>
                  <a:cubicBezTo>
                    <a:pt x="1298" y="2716"/>
                    <a:pt x="1298" y="2716"/>
                    <a:pt x="1298" y="2716"/>
                  </a:cubicBezTo>
                  <a:cubicBezTo>
                    <a:pt x="1298" y="2726"/>
                    <a:pt x="1291" y="2734"/>
                    <a:pt x="1281" y="2734"/>
                  </a:cubicBezTo>
                  <a:cubicBezTo>
                    <a:pt x="1161" y="2734"/>
                    <a:pt x="1161" y="2734"/>
                    <a:pt x="1161" y="2734"/>
                  </a:cubicBezTo>
                  <a:cubicBezTo>
                    <a:pt x="1146" y="2734"/>
                    <a:pt x="1134" y="2746"/>
                    <a:pt x="1134" y="2761"/>
                  </a:cubicBezTo>
                  <a:cubicBezTo>
                    <a:pt x="1134" y="2882"/>
                    <a:pt x="1134" y="2882"/>
                    <a:pt x="1134" y="2882"/>
                  </a:cubicBezTo>
                  <a:cubicBezTo>
                    <a:pt x="1134" y="2891"/>
                    <a:pt x="1126" y="2899"/>
                    <a:pt x="1117" y="2899"/>
                  </a:cubicBezTo>
                  <a:cubicBezTo>
                    <a:pt x="1059" y="2899"/>
                    <a:pt x="1059" y="2899"/>
                    <a:pt x="1059" y="2899"/>
                  </a:cubicBezTo>
                  <a:cubicBezTo>
                    <a:pt x="1044" y="2899"/>
                    <a:pt x="1031" y="2911"/>
                    <a:pt x="1031" y="2927"/>
                  </a:cubicBezTo>
                  <a:cubicBezTo>
                    <a:pt x="1031" y="3009"/>
                    <a:pt x="1031" y="3009"/>
                    <a:pt x="1031" y="3009"/>
                  </a:cubicBezTo>
                  <a:cubicBezTo>
                    <a:pt x="1031" y="3018"/>
                    <a:pt x="1024" y="3026"/>
                    <a:pt x="1014" y="3026"/>
                  </a:cubicBezTo>
                  <a:cubicBezTo>
                    <a:pt x="612" y="3026"/>
                    <a:pt x="612" y="3026"/>
                    <a:pt x="612" y="3026"/>
                  </a:cubicBezTo>
                  <a:cubicBezTo>
                    <a:pt x="603" y="3026"/>
                    <a:pt x="595" y="3018"/>
                    <a:pt x="595" y="3009"/>
                  </a:cubicBezTo>
                  <a:cubicBezTo>
                    <a:pt x="595" y="2998"/>
                    <a:pt x="595" y="2998"/>
                    <a:pt x="595" y="2998"/>
                  </a:cubicBezTo>
                  <a:cubicBezTo>
                    <a:pt x="595" y="2983"/>
                    <a:pt x="583" y="2970"/>
                    <a:pt x="568" y="2970"/>
                  </a:cubicBezTo>
                  <a:cubicBezTo>
                    <a:pt x="451" y="2970"/>
                    <a:pt x="451" y="2970"/>
                    <a:pt x="451" y="2970"/>
                  </a:cubicBezTo>
                  <a:cubicBezTo>
                    <a:pt x="442" y="2970"/>
                    <a:pt x="434" y="2963"/>
                    <a:pt x="434" y="2953"/>
                  </a:cubicBezTo>
                  <a:cubicBezTo>
                    <a:pt x="434" y="2891"/>
                    <a:pt x="434" y="2891"/>
                    <a:pt x="434" y="2891"/>
                  </a:cubicBezTo>
                  <a:cubicBezTo>
                    <a:pt x="424" y="2891"/>
                    <a:pt x="424" y="2891"/>
                    <a:pt x="424" y="2891"/>
                  </a:cubicBezTo>
                  <a:cubicBezTo>
                    <a:pt x="424" y="2953"/>
                    <a:pt x="424" y="2953"/>
                    <a:pt x="424" y="2953"/>
                  </a:cubicBezTo>
                  <a:cubicBezTo>
                    <a:pt x="424" y="2968"/>
                    <a:pt x="436" y="2980"/>
                    <a:pt x="451" y="2980"/>
                  </a:cubicBezTo>
                  <a:cubicBezTo>
                    <a:pt x="568" y="2980"/>
                    <a:pt x="568" y="2980"/>
                    <a:pt x="568" y="2980"/>
                  </a:cubicBezTo>
                  <a:cubicBezTo>
                    <a:pt x="577" y="2980"/>
                    <a:pt x="585" y="2988"/>
                    <a:pt x="585" y="2998"/>
                  </a:cubicBezTo>
                  <a:cubicBezTo>
                    <a:pt x="585" y="3009"/>
                    <a:pt x="585" y="3009"/>
                    <a:pt x="585" y="3009"/>
                  </a:cubicBezTo>
                  <a:cubicBezTo>
                    <a:pt x="585" y="3024"/>
                    <a:pt x="597" y="3036"/>
                    <a:pt x="612" y="3036"/>
                  </a:cubicBezTo>
                  <a:cubicBezTo>
                    <a:pt x="1014" y="3036"/>
                    <a:pt x="1014" y="3036"/>
                    <a:pt x="1014" y="3036"/>
                  </a:cubicBezTo>
                  <a:cubicBezTo>
                    <a:pt x="1029" y="3036"/>
                    <a:pt x="1041" y="3024"/>
                    <a:pt x="1041" y="3009"/>
                  </a:cubicBezTo>
                  <a:cubicBezTo>
                    <a:pt x="1041" y="2927"/>
                    <a:pt x="1041" y="2927"/>
                    <a:pt x="1041" y="2927"/>
                  </a:cubicBezTo>
                  <a:cubicBezTo>
                    <a:pt x="1041" y="2917"/>
                    <a:pt x="1049" y="2909"/>
                    <a:pt x="1059" y="2909"/>
                  </a:cubicBezTo>
                  <a:cubicBezTo>
                    <a:pt x="1117" y="2909"/>
                    <a:pt x="1117" y="2909"/>
                    <a:pt x="1117" y="2909"/>
                  </a:cubicBezTo>
                  <a:cubicBezTo>
                    <a:pt x="1132" y="2909"/>
                    <a:pt x="1144" y="2897"/>
                    <a:pt x="1144" y="2882"/>
                  </a:cubicBezTo>
                  <a:cubicBezTo>
                    <a:pt x="1144" y="2761"/>
                    <a:pt x="1144" y="2761"/>
                    <a:pt x="1144" y="2761"/>
                  </a:cubicBezTo>
                  <a:cubicBezTo>
                    <a:pt x="1144" y="2752"/>
                    <a:pt x="1152" y="2744"/>
                    <a:pt x="1161" y="2744"/>
                  </a:cubicBezTo>
                  <a:cubicBezTo>
                    <a:pt x="1281" y="2744"/>
                    <a:pt x="1281" y="2744"/>
                    <a:pt x="1281" y="2744"/>
                  </a:cubicBezTo>
                  <a:cubicBezTo>
                    <a:pt x="1296" y="2744"/>
                    <a:pt x="1308" y="2731"/>
                    <a:pt x="1308" y="2716"/>
                  </a:cubicBezTo>
                  <a:cubicBezTo>
                    <a:pt x="1308" y="2573"/>
                    <a:pt x="1308" y="2573"/>
                    <a:pt x="1308" y="2573"/>
                  </a:cubicBezTo>
                  <a:cubicBezTo>
                    <a:pt x="1308" y="2558"/>
                    <a:pt x="1296" y="2545"/>
                    <a:pt x="1281" y="2545"/>
                  </a:cubicBezTo>
                  <a:cubicBezTo>
                    <a:pt x="1242" y="2545"/>
                    <a:pt x="1242" y="2545"/>
                    <a:pt x="1242" y="2545"/>
                  </a:cubicBezTo>
                  <a:cubicBezTo>
                    <a:pt x="1233" y="2545"/>
                    <a:pt x="1225" y="2537"/>
                    <a:pt x="1225" y="2528"/>
                  </a:cubicBezTo>
                  <a:cubicBezTo>
                    <a:pt x="1225" y="2485"/>
                    <a:pt x="1225" y="2485"/>
                    <a:pt x="1225" y="2485"/>
                  </a:cubicBezTo>
                  <a:cubicBezTo>
                    <a:pt x="1225" y="2475"/>
                    <a:pt x="1233" y="2467"/>
                    <a:pt x="1242" y="2467"/>
                  </a:cubicBezTo>
                  <a:cubicBezTo>
                    <a:pt x="1326" y="2467"/>
                    <a:pt x="1326" y="2467"/>
                    <a:pt x="1326" y="2467"/>
                  </a:cubicBezTo>
                  <a:cubicBezTo>
                    <a:pt x="1341" y="2467"/>
                    <a:pt x="1354" y="2455"/>
                    <a:pt x="1354" y="2440"/>
                  </a:cubicBezTo>
                  <a:cubicBezTo>
                    <a:pt x="1354" y="2046"/>
                    <a:pt x="1354" y="2046"/>
                    <a:pt x="1354" y="2046"/>
                  </a:cubicBezTo>
                  <a:cubicBezTo>
                    <a:pt x="1354" y="2031"/>
                    <a:pt x="1341" y="2019"/>
                    <a:pt x="1326" y="2019"/>
                  </a:cubicBezTo>
                  <a:close/>
                </a:path>
              </a:pathLst>
            </a:custGeom>
            <a:solidFill>
              <a:srgbClr val="968C6D"/>
            </a:solidFill>
            <a:ln w="9525" cap="flat" cmpd="sng">
              <a:solidFill>
                <a:srgbClr val="968C6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2708124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711201" y="685800"/>
            <a:ext cx="10769601" cy="914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2400"/>
              <a:buFont typeface="Georgia"/>
              <a:buNone/>
              <a:defRPr sz="2400" b="1" i="1" u="none" strike="noStrike" cap="none">
                <a:solidFill>
                  <a:schemeClr val="dk1"/>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711202" y="1752600"/>
            <a:ext cx="10769599" cy="44196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2000"/>
              <a:buFont typeface="Georgia"/>
              <a:buNone/>
              <a:defRPr sz="2000" b="0" i="0" u="none" strike="noStrike" cap="none">
                <a:solidFill>
                  <a:schemeClr val="dk1"/>
                </a:solidFill>
                <a:latin typeface="Georgia"/>
                <a:ea typeface="Georgia"/>
                <a:cs typeface="Georgia"/>
                <a:sym typeface="Georgia"/>
              </a:defRPr>
            </a:lvl1pPr>
            <a:lvl2pPr marL="914400" marR="0" lvl="1" indent="-355600" algn="l" rtl="0">
              <a:lnSpc>
                <a:spcPct val="100000"/>
              </a:lnSpc>
              <a:spcBef>
                <a:spcPts val="900"/>
              </a:spcBef>
              <a:spcAft>
                <a:spcPts val="0"/>
              </a:spcAft>
              <a:buClr>
                <a:schemeClr val="dk1"/>
              </a:buClr>
              <a:buSzPts val="2000"/>
              <a:buFont typeface="Georgia"/>
              <a:buChar char="•"/>
              <a:defRPr sz="2000" b="0" i="0" u="none" strike="noStrike" cap="none">
                <a:solidFill>
                  <a:schemeClr val="dk1"/>
                </a:solidFill>
                <a:latin typeface="Georgia"/>
                <a:ea typeface="Georgia"/>
                <a:cs typeface="Georgia"/>
                <a:sym typeface="Georgia"/>
              </a:defRPr>
            </a:lvl2pPr>
            <a:lvl3pPr marL="1371600" marR="0" lvl="2" indent="-355600" algn="l" rtl="0">
              <a:lnSpc>
                <a:spcPct val="100000"/>
              </a:lnSpc>
              <a:spcBef>
                <a:spcPts val="900"/>
              </a:spcBef>
              <a:spcAft>
                <a:spcPts val="0"/>
              </a:spcAft>
              <a:buClr>
                <a:schemeClr val="dk1"/>
              </a:buClr>
              <a:buSzPts val="2000"/>
              <a:buFont typeface="Georgia"/>
              <a:buChar char="-"/>
              <a:defRPr sz="2000" b="0" i="0" u="none" strike="noStrike" cap="none">
                <a:solidFill>
                  <a:schemeClr val="dk1"/>
                </a:solidFill>
                <a:latin typeface="Georgia"/>
                <a:ea typeface="Georgia"/>
                <a:cs typeface="Georgia"/>
                <a:sym typeface="Georgia"/>
              </a:defRPr>
            </a:lvl3pPr>
            <a:lvl4pPr marL="1828800" marR="0" lvl="3" indent="-355600" algn="l" rtl="0">
              <a:lnSpc>
                <a:spcPct val="100000"/>
              </a:lnSpc>
              <a:spcBef>
                <a:spcPts val="900"/>
              </a:spcBef>
              <a:spcAft>
                <a:spcPts val="0"/>
              </a:spcAft>
              <a:buClr>
                <a:schemeClr val="dk1"/>
              </a:buClr>
              <a:buSzPts val="2000"/>
              <a:buFont typeface="Georgia"/>
              <a:buChar char="◦"/>
              <a:defRPr sz="2000" b="0" i="0" u="none" strike="noStrike" cap="none">
                <a:solidFill>
                  <a:schemeClr val="dk1"/>
                </a:solidFill>
                <a:latin typeface="Georgia"/>
                <a:ea typeface="Georgia"/>
                <a:cs typeface="Georgia"/>
                <a:sym typeface="Georgia"/>
              </a:defRPr>
            </a:lvl4pPr>
            <a:lvl5pPr marL="2286000" marR="0" lvl="4" indent="-355600" algn="l" rtl="0">
              <a:lnSpc>
                <a:spcPct val="100000"/>
              </a:lnSpc>
              <a:spcBef>
                <a:spcPts val="900"/>
              </a:spcBef>
              <a:spcAft>
                <a:spcPts val="0"/>
              </a:spcAft>
              <a:buClr>
                <a:schemeClr val="dk1"/>
              </a:buClr>
              <a:buSzPts val="2000"/>
              <a:buFont typeface="Georgia"/>
              <a:buChar char="›"/>
              <a:defRPr sz="2000" b="0" i="0" u="none" strike="noStrike" cap="none">
                <a:solidFill>
                  <a:schemeClr val="dk1"/>
                </a:solidFill>
                <a:latin typeface="Georgia"/>
                <a:ea typeface="Georgia"/>
                <a:cs typeface="Georgia"/>
                <a:sym typeface="Georgia"/>
              </a:defRPr>
            </a:lvl5pPr>
            <a:lvl6pPr marL="2743200" marR="0" lvl="5" indent="-355600" algn="l" rtl="0">
              <a:lnSpc>
                <a:spcPct val="100000"/>
              </a:lnSpc>
              <a:spcBef>
                <a:spcPts val="900"/>
              </a:spcBef>
              <a:spcAft>
                <a:spcPts val="0"/>
              </a:spcAft>
              <a:buClr>
                <a:schemeClr val="dk1"/>
              </a:buClr>
              <a:buSzPts val="2000"/>
              <a:buFont typeface="Georgia"/>
              <a:buAutoNum type="arabicPeriod"/>
              <a:defRPr sz="2000" b="0" i="0" u="none" strike="noStrike" cap="none">
                <a:solidFill>
                  <a:schemeClr val="dk1"/>
                </a:solidFill>
                <a:latin typeface="Georgia"/>
                <a:ea typeface="Georgia"/>
                <a:cs typeface="Georgia"/>
                <a:sym typeface="Georgia"/>
              </a:defRPr>
            </a:lvl6pPr>
            <a:lvl7pPr marL="3200400" marR="0" lvl="6" indent="-355600" algn="l" rtl="0">
              <a:lnSpc>
                <a:spcPct val="100000"/>
              </a:lnSpc>
              <a:spcBef>
                <a:spcPts val="900"/>
              </a:spcBef>
              <a:spcAft>
                <a:spcPts val="0"/>
              </a:spcAft>
              <a:buClr>
                <a:schemeClr val="dk1"/>
              </a:buClr>
              <a:buSzPts val="2000"/>
              <a:buFont typeface="Georgia"/>
              <a:buAutoNum type="alphaLcPeriod"/>
              <a:defRPr sz="2000" b="0" i="0" u="none" strike="noStrike" cap="none">
                <a:solidFill>
                  <a:schemeClr val="dk1"/>
                </a:solidFill>
                <a:latin typeface="Georgia"/>
                <a:ea typeface="Georgia"/>
                <a:cs typeface="Georgia"/>
                <a:sym typeface="Georgia"/>
              </a:defRPr>
            </a:lvl7pPr>
            <a:lvl8pPr marL="3657600" marR="0" lvl="7" indent="-355600" algn="l" rtl="0">
              <a:lnSpc>
                <a:spcPct val="100000"/>
              </a:lnSpc>
              <a:spcBef>
                <a:spcPts val="900"/>
              </a:spcBef>
              <a:spcAft>
                <a:spcPts val="0"/>
              </a:spcAft>
              <a:buClr>
                <a:schemeClr val="dk1"/>
              </a:buClr>
              <a:buSzPts val="2000"/>
              <a:buFont typeface="Georgia"/>
              <a:buAutoNum type="romanLcPeriod"/>
              <a:defRPr sz="2000" b="0" i="0" u="none" strike="noStrike" cap="none">
                <a:solidFill>
                  <a:schemeClr val="dk1"/>
                </a:solidFill>
                <a:latin typeface="Georgia"/>
                <a:ea typeface="Georgia"/>
                <a:cs typeface="Georgia"/>
                <a:sym typeface="Georgia"/>
              </a:defRPr>
            </a:lvl8pPr>
            <a:lvl9pPr marL="4114800" marR="0" lvl="8" indent="-228600" algn="l" rtl="0">
              <a:lnSpc>
                <a:spcPct val="100000"/>
              </a:lnSpc>
              <a:spcBef>
                <a:spcPts val="900"/>
              </a:spcBef>
              <a:spcAft>
                <a:spcPts val="900"/>
              </a:spcAft>
              <a:buClr>
                <a:schemeClr val="dk2"/>
              </a:buClr>
              <a:buSzPts val="2000"/>
              <a:buFont typeface="Arial"/>
              <a:buNone/>
              <a:defRPr sz="2000" b="1" i="0" u="none" strike="noStrike" cap="none">
                <a:solidFill>
                  <a:schemeClr val="dk2"/>
                </a:solidFill>
                <a:latin typeface="Georgia"/>
                <a:ea typeface="Georgia"/>
                <a:cs typeface="Georgia"/>
                <a:sym typeface="Georgia"/>
              </a:defRPr>
            </a:lvl9pPr>
          </a:lstStyle>
          <a:p>
            <a:endParaRPr/>
          </a:p>
        </p:txBody>
      </p:sp>
      <p:sp>
        <p:nvSpPr>
          <p:cNvPr id="12" name="Google Shape;12;p1"/>
          <p:cNvSpPr txBox="1">
            <a:spLocks noGrp="1"/>
          </p:cNvSpPr>
          <p:nvPr>
            <p:ph type="sldNum" idx="12"/>
          </p:nvPr>
        </p:nvSpPr>
        <p:spPr>
          <a:xfrm>
            <a:off x="9448800" y="6477000"/>
            <a:ext cx="2036064" cy="152400"/>
          </a:xfrm>
          <a:prstGeom prst="rect">
            <a:avLst/>
          </a:prstGeom>
          <a:noFill/>
          <a:ln>
            <a:noFill/>
          </a:ln>
        </p:spPr>
        <p:txBody>
          <a:bodyPr spcFirstLastPara="1" wrap="square" lIns="0" tIns="0" rIns="0" bIns="0" anchor="t" anchorCtr="0">
            <a:noAutofit/>
          </a:bodyPr>
          <a:lstStyle>
            <a:lvl1pPr marL="0" marR="0" lvl="0" indent="0" algn="r" rtl="0">
              <a:spcBef>
                <a:spcPts val="0"/>
              </a:spcBef>
              <a:buNone/>
              <a:defRPr sz="1000" b="0" i="0" u="none" strike="noStrike" cap="none">
                <a:solidFill>
                  <a:schemeClr val="dk1"/>
                </a:solidFill>
                <a:latin typeface="Arial"/>
                <a:ea typeface="Arial"/>
                <a:cs typeface="Arial"/>
                <a:sym typeface="Arial"/>
              </a:defRPr>
            </a:lvl1pPr>
            <a:lvl2pPr marL="0" marR="0" lvl="1" indent="0" algn="r" rtl="0">
              <a:spcBef>
                <a:spcPts val="0"/>
              </a:spcBef>
              <a:buNone/>
              <a:defRPr sz="1000" b="0" i="0" u="none" strike="noStrike" cap="none">
                <a:solidFill>
                  <a:schemeClr val="dk1"/>
                </a:solidFill>
                <a:latin typeface="Arial"/>
                <a:ea typeface="Arial"/>
                <a:cs typeface="Arial"/>
                <a:sym typeface="Arial"/>
              </a:defRPr>
            </a:lvl2pPr>
            <a:lvl3pPr marL="0" marR="0" lvl="2" indent="0" algn="r" rtl="0">
              <a:spcBef>
                <a:spcPts val="0"/>
              </a:spcBef>
              <a:buNone/>
              <a:defRPr sz="1000" b="0" i="0" u="none" strike="noStrike" cap="none">
                <a:solidFill>
                  <a:schemeClr val="dk1"/>
                </a:solidFill>
                <a:latin typeface="Arial"/>
                <a:ea typeface="Arial"/>
                <a:cs typeface="Arial"/>
                <a:sym typeface="Arial"/>
              </a:defRPr>
            </a:lvl3pPr>
            <a:lvl4pPr marL="0" marR="0" lvl="3" indent="0" algn="r" rtl="0">
              <a:spcBef>
                <a:spcPts val="0"/>
              </a:spcBef>
              <a:buNone/>
              <a:defRPr sz="1000" b="0" i="0" u="none" strike="noStrike" cap="none">
                <a:solidFill>
                  <a:schemeClr val="dk1"/>
                </a:solidFill>
                <a:latin typeface="Arial"/>
                <a:ea typeface="Arial"/>
                <a:cs typeface="Arial"/>
                <a:sym typeface="Arial"/>
              </a:defRPr>
            </a:lvl4pPr>
            <a:lvl5pPr marL="0" marR="0" lvl="4" indent="0" algn="r" rtl="0">
              <a:spcBef>
                <a:spcPts val="0"/>
              </a:spcBef>
              <a:buNone/>
              <a:defRPr sz="1000" b="0" i="0" u="none" strike="noStrike" cap="none">
                <a:solidFill>
                  <a:schemeClr val="dk1"/>
                </a:solidFill>
                <a:latin typeface="Arial"/>
                <a:ea typeface="Arial"/>
                <a:cs typeface="Arial"/>
                <a:sym typeface="Arial"/>
              </a:defRPr>
            </a:lvl5pPr>
            <a:lvl6pPr marL="0" marR="0" lvl="5" indent="0" algn="r" rtl="0">
              <a:spcBef>
                <a:spcPts val="0"/>
              </a:spcBef>
              <a:buNone/>
              <a:defRPr sz="1000" b="0" i="0" u="none" strike="noStrike" cap="none">
                <a:solidFill>
                  <a:schemeClr val="dk1"/>
                </a:solidFill>
                <a:latin typeface="Arial"/>
                <a:ea typeface="Arial"/>
                <a:cs typeface="Arial"/>
                <a:sym typeface="Arial"/>
              </a:defRPr>
            </a:lvl6pPr>
            <a:lvl7pPr marL="0" marR="0" lvl="6" indent="0" algn="r" rtl="0">
              <a:spcBef>
                <a:spcPts val="0"/>
              </a:spcBef>
              <a:buNone/>
              <a:defRPr sz="1000" b="0" i="0" u="none" strike="noStrike" cap="none">
                <a:solidFill>
                  <a:schemeClr val="dk1"/>
                </a:solidFill>
                <a:latin typeface="Arial"/>
                <a:ea typeface="Arial"/>
                <a:cs typeface="Arial"/>
                <a:sym typeface="Arial"/>
              </a:defRPr>
            </a:lvl7pPr>
            <a:lvl8pPr marL="0" marR="0" lvl="7" indent="0" algn="r" rtl="0">
              <a:spcBef>
                <a:spcPts val="0"/>
              </a:spcBef>
              <a:buNone/>
              <a:defRPr sz="1000" b="0" i="0" u="none" strike="noStrike" cap="none">
                <a:solidFill>
                  <a:schemeClr val="dk1"/>
                </a:solidFill>
                <a:latin typeface="Arial"/>
                <a:ea typeface="Arial"/>
                <a:cs typeface="Arial"/>
                <a:sym typeface="Arial"/>
              </a:defRPr>
            </a:lvl8pPr>
            <a:lvl9pPr marL="0" marR="0" lvl="8" indent="0" algn="r" rtl="0">
              <a:spcBef>
                <a:spcPts val="0"/>
              </a:spcBef>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13" name="Google Shape;13;p1"/>
          <p:cNvSpPr txBox="1">
            <a:spLocks noGrp="1"/>
          </p:cNvSpPr>
          <p:nvPr>
            <p:ph type="dt" idx="10"/>
          </p:nvPr>
        </p:nvSpPr>
        <p:spPr>
          <a:xfrm>
            <a:off x="9448800" y="6324600"/>
            <a:ext cx="2032000" cy="152400"/>
          </a:xfrm>
          <a:prstGeom prst="rect">
            <a:avLst/>
          </a:prstGeom>
          <a:noFill/>
          <a:ln>
            <a:noFill/>
          </a:ln>
        </p:spPr>
        <p:txBody>
          <a:bodyPr spcFirstLastPara="1" wrap="square" lIns="0" tIns="0" rIns="0" bIns="0" anchor="t" anchorCtr="0">
            <a:noAutofit/>
          </a:bodyPr>
          <a:lstStyle>
            <a:lvl1pPr marR="0" lvl="0" algn="r" rtl="0">
              <a:spcBef>
                <a:spcPts val="0"/>
              </a:spcBef>
              <a:spcAft>
                <a:spcPts val="0"/>
              </a:spcAft>
              <a:buSzPts val="1400"/>
              <a:buNone/>
              <a:defRPr sz="10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14" name="Google Shape;14;p1"/>
          <p:cNvSpPr txBox="1">
            <a:spLocks noGrp="1"/>
          </p:cNvSpPr>
          <p:nvPr>
            <p:ph type="ftr" idx="11"/>
          </p:nvPr>
        </p:nvSpPr>
        <p:spPr>
          <a:xfrm>
            <a:off x="707136" y="6324600"/>
            <a:ext cx="7014464" cy="150876"/>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0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Tree>
  </p:cSld>
  <p:clrMap bg1="lt1" tx1="dk1" bg2="dk2" tx2="lt2" accent1="accent1" accent2="accent2" accent3="accent3" accent4="accent4" accent5="accent5" accent6="accent6" hlink="hlink" folHlink="folHlink"/>
  <p:sldLayoutIdLst>
    <p:sldLayoutId id="2147483654" r:id="rId1"/>
    <p:sldLayoutId id="2147483656" r:id="rId2"/>
    <p:sldLayoutId id="2147483731" r:id="rId3"/>
    <p:sldLayoutId id="2147483730" r:id="rId4"/>
    <p:sldLayoutId id="2147483657" r:id="rId5"/>
    <p:sldLayoutId id="2147483658" r:id="rId6"/>
    <p:sldLayoutId id="2147483659" r:id="rId7"/>
    <p:sldLayoutId id="2147483660" r:id="rId8"/>
    <p:sldLayoutId id="2147483661" r:id="rId9"/>
    <p:sldLayoutId id="2147483663" r:id="rId10"/>
    <p:sldLayoutId id="2147483664" r:id="rId11"/>
    <p:sldLayoutId id="2147483665" r:id="rId12"/>
    <p:sldLayoutId id="2147483666" r:id="rId13"/>
    <p:sldLayoutId id="2147483671" r:id="rId14"/>
    <p:sldLayoutId id="2147483674" r:id="rId15"/>
    <p:sldLayoutId id="2147483728" r:id="rId16"/>
    <p:sldLayoutId id="2147483729" r:id="rId17"/>
    <p:sldLayoutId id="2147483732"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microsoft.com/office/2007/relationships/hdphoto" Target="../media/hdphoto2.wdp"/><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foscos.fssai.gov.in/" TargetMode="Externa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image" Target="../media/image16.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 Target="slide3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slide" Target="slide34.xml"/><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JPG"/><Relationship Id="rId4" Type="http://schemas.openxmlformats.org/officeDocument/2006/relationships/slide" Target="slide3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1.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slide" Target="slide36.xml"/><Relationship Id="rId5" Type="http://schemas.openxmlformats.org/officeDocument/2006/relationships/image" Target="../media/image40.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8.png"/><Relationship Id="rId7" Type="http://schemas.openxmlformats.org/officeDocument/2006/relationships/image" Target="../media/image43.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slide" Target="slide36.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slide" Target="slide37.xml"/><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0.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3" Type="http://schemas.openxmlformats.org/officeDocument/2006/relationships/hyperlink" Target="mailto:Helpdesk-foscos@fssai.gov.in" TargetMode="External"/><Relationship Id="rId2" Type="http://schemas.openxmlformats.org/officeDocument/2006/relationships/hyperlink" Target="mailto:foscosfeedback.fssai@gmail.com"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image" Target="../media/image54.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55.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56.emf"/><Relationship Id="rId4" Type="http://schemas.openxmlformats.org/officeDocument/2006/relationships/package" Target="../embeddings/Microsoft_Visio_Drawing.vsdx"/></Relationships>
</file>

<file path=ppt/slides/_rels/slide35.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58.emf"/><Relationship Id="rId4" Type="http://schemas.openxmlformats.org/officeDocument/2006/relationships/package" Target="../embeddings/Microsoft_Visio_Drawing1.vsdx"/></Relationships>
</file>

<file path=ppt/slides/_rels/slide37.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59.emf"/><Relationship Id="rId4" Type="http://schemas.openxmlformats.org/officeDocument/2006/relationships/package" Target="../embeddings/Microsoft_Visio_Drawing2.vsdx"/></Relationships>
</file>

<file path=ppt/slides/_rels/slide38.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60.emf"/><Relationship Id="rId4" Type="http://schemas.openxmlformats.org/officeDocument/2006/relationships/package" Target="../embeddings/Microsoft_Visio_Drawing3.vsdx"/></Relationships>
</file>

<file path=ppt/slides/_rels/slide39.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image" Target="../media/image61.JPG"/><Relationship Id="rId1" Type="http://schemas.openxmlformats.org/officeDocument/2006/relationships/slideLayout" Target="../slideLayouts/slideLayout2.xml"/><Relationship Id="rId5" Type="http://schemas.openxmlformats.org/officeDocument/2006/relationships/image" Target="../media/image64.JPG"/><Relationship Id="rId4" Type="http://schemas.openxmlformats.org/officeDocument/2006/relationships/image" Target="../media/image6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86" name="Google Shape;686;p83"/>
          <p:cNvSpPr txBox="1"/>
          <p:nvPr/>
        </p:nvSpPr>
        <p:spPr>
          <a:xfrm>
            <a:off x="693326" y="1007193"/>
            <a:ext cx="8358629" cy="2737613"/>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accent5"/>
              </a:buClr>
              <a:buSzPts val="2800"/>
              <a:buFont typeface="Georgia"/>
              <a:buNone/>
            </a:pPr>
            <a:r>
              <a:rPr lang="en-US" sz="2800" b="1" i="0" u="none" dirty="0">
                <a:solidFill>
                  <a:schemeClr val="accent5"/>
                </a:solidFill>
                <a:latin typeface="Georgia"/>
                <a:ea typeface="Georgia"/>
                <a:cs typeface="Georgia"/>
                <a:sym typeface="Georgia"/>
              </a:rPr>
              <a:t>Food Safety and Compliance System (FoSCoS)</a:t>
            </a:r>
            <a:endParaRPr dirty="0"/>
          </a:p>
          <a:p>
            <a:pPr marL="0" marR="0" lvl="0" indent="0" algn="l" rtl="0">
              <a:lnSpc>
                <a:spcPct val="90000"/>
              </a:lnSpc>
              <a:spcBef>
                <a:spcPts val="1200"/>
              </a:spcBef>
              <a:spcAft>
                <a:spcPts val="0"/>
              </a:spcAft>
              <a:buClr>
                <a:schemeClr val="dk1"/>
              </a:buClr>
              <a:buSzPts val="2800"/>
              <a:buFont typeface="Georgia"/>
              <a:buNone/>
            </a:pPr>
            <a:endParaRPr lang="en-US" sz="2800" b="0" i="0" u="none" dirty="0">
              <a:solidFill>
                <a:schemeClr val="dk1"/>
              </a:solidFill>
              <a:latin typeface="Georgia"/>
              <a:ea typeface="Georgia"/>
              <a:cs typeface="Georgia"/>
              <a:sym typeface="Georgia"/>
            </a:endParaRPr>
          </a:p>
          <a:p>
            <a:pPr marL="0" marR="0" lvl="0" indent="0" algn="l" rtl="0">
              <a:lnSpc>
                <a:spcPct val="90000"/>
              </a:lnSpc>
              <a:spcBef>
                <a:spcPts val="1200"/>
              </a:spcBef>
              <a:spcAft>
                <a:spcPts val="0"/>
              </a:spcAft>
              <a:buClr>
                <a:schemeClr val="dk1"/>
              </a:buClr>
              <a:buSzPts val="2800"/>
              <a:buFont typeface="Georgia"/>
              <a:buNone/>
            </a:pPr>
            <a:r>
              <a:rPr lang="en-US" sz="2800" dirty="0">
                <a:solidFill>
                  <a:schemeClr val="dk1"/>
                </a:solidFill>
                <a:latin typeface="Georgia"/>
                <a:ea typeface="Georgia"/>
                <a:cs typeface="Georgia"/>
                <a:sym typeface="Georgia"/>
              </a:rPr>
              <a:t>FSSAI</a:t>
            </a:r>
          </a:p>
          <a:p>
            <a:pPr marL="0" marR="0" lvl="0" indent="0" algn="l" rtl="0">
              <a:lnSpc>
                <a:spcPct val="90000"/>
              </a:lnSpc>
              <a:spcBef>
                <a:spcPts val="1200"/>
              </a:spcBef>
              <a:spcAft>
                <a:spcPts val="0"/>
              </a:spcAft>
              <a:buClr>
                <a:schemeClr val="dk1"/>
              </a:buClr>
              <a:buSzPts val="1600"/>
              <a:buFont typeface="Georgia"/>
              <a:buNone/>
            </a:pPr>
            <a:r>
              <a:rPr lang="en-US" sz="1600" b="1" i="1" dirty="0">
                <a:solidFill>
                  <a:schemeClr val="dk1"/>
                </a:solidFill>
                <a:latin typeface="Georgia"/>
                <a:ea typeface="Georgia"/>
                <a:cs typeface="Georgia"/>
                <a:sym typeface="Georgia"/>
              </a:rPr>
              <a:t>Version 1.0</a:t>
            </a:r>
            <a:endParaRPr sz="900" b="1" i="1" u="none" dirty="0">
              <a:solidFill>
                <a:schemeClr val="dk1"/>
              </a:solidFill>
              <a:latin typeface="Georgia"/>
              <a:ea typeface="Georgia"/>
              <a:cs typeface="Georgia"/>
              <a:sym typeface="Georgia"/>
            </a:endParaRPr>
          </a:p>
        </p:txBody>
      </p:sp>
      <p:cxnSp>
        <p:nvCxnSpPr>
          <p:cNvPr id="688" name="Google Shape;688;p83"/>
          <p:cNvCxnSpPr>
            <a:cxnSpLocks/>
          </p:cNvCxnSpPr>
          <p:nvPr/>
        </p:nvCxnSpPr>
        <p:spPr>
          <a:xfrm>
            <a:off x="510359" y="1062560"/>
            <a:ext cx="0" cy="2535597"/>
          </a:xfrm>
          <a:prstGeom prst="straightConnector1">
            <a:avLst/>
          </a:prstGeom>
          <a:noFill/>
          <a:ln w="34925" cap="flat" cmpd="sng">
            <a:solidFill>
              <a:schemeClr val="dk1"/>
            </a:solidFill>
            <a:prstDash val="solid"/>
            <a:round/>
            <a:headEnd type="none" w="sm" len="sm"/>
            <a:tailEnd type="none" w="sm" len="sm"/>
          </a:ln>
        </p:spPr>
      </p:cxnSp>
      <p:grpSp>
        <p:nvGrpSpPr>
          <p:cNvPr id="689" name="Google Shape;689;p83"/>
          <p:cNvGrpSpPr/>
          <p:nvPr/>
        </p:nvGrpSpPr>
        <p:grpSpPr>
          <a:xfrm>
            <a:off x="8569812" y="85128"/>
            <a:ext cx="2972404" cy="6493471"/>
            <a:chOff x="8526270" y="314916"/>
            <a:chExt cx="2867218" cy="6263683"/>
          </a:xfrm>
        </p:grpSpPr>
        <p:grpSp>
          <p:nvGrpSpPr>
            <p:cNvPr id="690" name="Google Shape;690;p83"/>
            <p:cNvGrpSpPr/>
            <p:nvPr/>
          </p:nvGrpSpPr>
          <p:grpSpPr>
            <a:xfrm>
              <a:off x="10769534" y="314916"/>
              <a:ext cx="605384" cy="635096"/>
              <a:chOff x="10860088" y="192087"/>
              <a:chExt cx="517525" cy="542925"/>
            </a:xfrm>
          </p:grpSpPr>
          <p:sp>
            <p:nvSpPr>
              <p:cNvPr id="691" name="Google Shape;691;p83"/>
              <p:cNvSpPr/>
              <p:nvPr/>
            </p:nvSpPr>
            <p:spPr>
              <a:xfrm>
                <a:off x="11172825" y="363538"/>
                <a:ext cx="55563" cy="58738"/>
              </a:xfrm>
              <a:custGeom>
                <a:avLst/>
                <a:gdLst/>
                <a:ahLst/>
                <a:cxnLst/>
                <a:rect l="l" t="t" r="r" b="b"/>
                <a:pathLst>
                  <a:path w="32" h="33" extrusionOk="0">
                    <a:moveTo>
                      <a:pt x="23" y="30"/>
                    </a:moveTo>
                    <a:cubicBezTo>
                      <a:pt x="24" y="31"/>
                      <a:pt x="24" y="32"/>
                      <a:pt x="25" y="33"/>
                    </a:cubicBezTo>
                    <a:cubicBezTo>
                      <a:pt x="32" y="27"/>
                      <a:pt x="32" y="27"/>
                      <a:pt x="32" y="27"/>
                    </a:cubicBezTo>
                    <a:cubicBezTo>
                      <a:pt x="6" y="0"/>
                      <a:pt x="6" y="0"/>
                      <a:pt x="6" y="0"/>
                    </a:cubicBezTo>
                    <a:cubicBezTo>
                      <a:pt x="0" y="5"/>
                      <a:pt x="0" y="5"/>
                      <a:pt x="0" y="5"/>
                    </a:cubicBezTo>
                    <a:cubicBezTo>
                      <a:pt x="0" y="6"/>
                      <a:pt x="0" y="6"/>
                      <a:pt x="0" y="6"/>
                    </a:cubicBezTo>
                    <a:lnTo>
                      <a:pt x="23" y="3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692" name="Google Shape;692;p83"/>
              <p:cNvSpPr/>
              <p:nvPr/>
            </p:nvSpPr>
            <p:spPr>
              <a:xfrm>
                <a:off x="11007725" y="527050"/>
                <a:ext cx="42863" cy="42863"/>
              </a:xfrm>
              <a:custGeom>
                <a:avLst/>
                <a:gdLst/>
                <a:ahLst/>
                <a:cxnLst/>
                <a:rect l="l" t="t" r="r" b="b"/>
                <a:pathLst>
                  <a:path w="24" h="25" extrusionOk="0">
                    <a:moveTo>
                      <a:pt x="0" y="6"/>
                    </a:moveTo>
                    <a:cubicBezTo>
                      <a:pt x="2" y="8"/>
                      <a:pt x="5" y="10"/>
                      <a:pt x="7" y="12"/>
                    </a:cubicBezTo>
                    <a:cubicBezTo>
                      <a:pt x="10" y="16"/>
                      <a:pt x="14" y="21"/>
                      <a:pt x="16" y="25"/>
                    </a:cubicBezTo>
                    <a:cubicBezTo>
                      <a:pt x="24" y="18"/>
                      <a:pt x="24" y="18"/>
                      <a:pt x="24" y="18"/>
                    </a:cubicBezTo>
                    <a:cubicBezTo>
                      <a:pt x="7" y="0"/>
                      <a:pt x="7" y="0"/>
                      <a:pt x="7" y="0"/>
                    </a:cubicBezTo>
                    <a:lnTo>
                      <a:pt x="0" y="6"/>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693" name="Google Shape;693;p83"/>
              <p:cNvSpPr/>
              <p:nvPr/>
            </p:nvSpPr>
            <p:spPr>
              <a:xfrm>
                <a:off x="10947400" y="584200"/>
                <a:ext cx="11113" cy="19050"/>
              </a:xfrm>
              <a:custGeom>
                <a:avLst/>
                <a:gdLst/>
                <a:ahLst/>
                <a:cxnLst/>
                <a:rect l="l" t="t" r="r" b="b"/>
                <a:pathLst>
                  <a:path w="7" h="11" extrusionOk="0">
                    <a:moveTo>
                      <a:pt x="0" y="10"/>
                    </a:moveTo>
                    <a:cubicBezTo>
                      <a:pt x="1" y="10"/>
                      <a:pt x="2" y="10"/>
                      <a:pt x="2" y="11"/>
                    </a:cubicBezTo>
                    <a:cubicBezTo>
                      <a:pt x="7" y="1"/>
                      <a:pt x="7" y="1"/>
                      <a:pt x="7" y="1"/>
                    </a:cubicBezTo>
                    <a:cubicBezTo>
                      <a:pt x="5" y="0"/>
                      <a:pt x="5" y="0"/>
                      <a:pt x="5" y="0"/>
                    </a:cubicBezTo>
                    <a:lnTo>
                      <a:pt x="0" y="1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694" name="Google Shape;694;p83"/>
              <p:cNvSpPr/>
              <p:nvPr/>
            </p:nvSpPr>
            <p:spPr>
              <a:xfrm>
                <a:off x="10953750" y="600075"/>
                <a:ext cx="20638" cy="9525"/>
              </a:xfrm>
              <a:custGeom>
                <a:avLst/>
                <a:gdLst/>
                <a:ahLst/>
                <a:cxnLst/>
                <a:rect l="l" t="t" r="r" b="b"/>
                <a:pathLst>
                  <a:path w="12" h="6" extrusionOk="0">
                    <a:moveTo>
                      <a:pt x="12" y="2"/>
                    </a:moveTo>
                    <a:cubicBezTo>
                      <a:pt x="10" y="0"/>
                      <a:pt x="10" y="0"/>
                      <a:pt x="10" y="0"/>
                    </a:cubicBezTo>
                    <a:cubicBezTo>
                      <a:pt x="0" y="4"/>
                      <a:pt x="0" y="4"/>
                      <a:pt x="0" y="4"/>
                    </a:cubicBezTo>
                    <a:cubicBezTo>
                      <a:pt x="1" y="5"/>
                      <a:pt x="1" y="5"/>
                      <a:pt x="2" y="6"/>
                    </a:cubicBezTo>
                    <a:lnTo>
                      <a:pt x="12" y="2"/>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695" name="Google Shape;695;p83"/>
              <p:cNvSpPr/>
              <p:nvPr/>
            </p:nvSpPr>
            <p:spPr>
              <a:xfrm>
                <a:off x="10926763" y="603250"/>
                <a:ext cx="26988" cy="25400"/>
              </a:xfrm>
              <a:custGeom>
                <a:avLst/>
                <a:gdLst/>
                <a:ahLst/>
                <a:cxnLst/>
                <a:rect l="l" t="t" r="r" b="b"/>
                <a:pathLst>
                  <a:path w="16" h="15" extrusionOk="0">
                    <a:moveTo>
                      <a:pt x="15" y="5"/>
                    </a:moveTo>
                    <a:cubicBezTo>
                      <a:pt x="15" y="4"/>
                      <a:pt x="14" y="4"/>
                      <a:pt x="14" y="3"/>
                    </a:cubicBezTo>
                    <a:cubicBezTo>
                      <a:pt x="14" y="3"/>
                      <a:pt x="14" y="3"/>
                      <a:pt x="14" y="3"/>
                    </a:cubicBezTo>
                    <a:cubicBezTo>
                      <a:pt x="13" y="2"/>
                      <a:pt x="13" y="2"/>
                      <a:pt x="13" y="2"/>
                    </a:cubicBezTo>
                    <a:cubicBezTo>
                      <a:pt x="13" y="2"/>
                      <a:pt x="12" y="1"/>
                      <a:pt x="11" y="1"/>
                    </a:cubicBezTo>
                    <a:cubicBezTo>
                      <a:pt x="9" y="0"/>
                      <a:pt x="6" y="0"/>
                      <a:pt x="3" y="2"/>
                    </a:cubicBezTo>
                    <a:cubicBezTo>
                      <a:pt x="1" y="5"/>
                      <a:pt x="0" y="9"/>
                      <a:pt x="3" y="12"/>
                    </a:cubicBezTo>
                    <a:cubicBezTo>
                      <a:pt x="6" y="15"/>
                      <a:pt x="10" y="15"/>
                      <a:pt x="13" y="13"/>
                    </a:cubicBezTo>
                    <a:cubicBezTo>
                      <a:pt x="15" y="11"/>
                      <a:pt x="16" y="8"/>
                      <a:pt x="15" y="5"/>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696" name="Google Shape;696;p83"/>
              <p:cNvSpPr/>
              <p:nvPr/>
            </p:nvSpPr>
            <p:spPr>
              <a:xfrm>
                <a:off x="10907713" y="509588"/>
                <a:ext cx="147638" cy="150813"/>
              </a:xfrm>
              <a:custGeom>
                <a:avLst/>
                <a:gdLst/>
                <a:ahLst/>
                <a:cxnLst/>
                <a:rect l="l" t="t" r="r" b="b"/>
                <a:pathLst>
                  <a:path w="84" h="87" extrusionOk="0">
                    <a:moveTo>
                      <a:pt x="61" y="24"/>
                    </a:moveTo>
                    <a:cubicBezTo>
                      <a:pt x="59" y="22"/>
                      <a:pt x="57" y="20"/>
                      <a:pt x="55" y="18"/>
                    </a:cubicBezTo>
                    <a:cubicBezTo>
                      <a:pt x="34" y="0"/>
                      <a:pt x="11" y="2"/>
                      <a:pt x="0" y="11"/>
                    </a:cubicBezTo>
                    <a:cubicBezTo>
                      <a:pt x="28" y="41"/>
                      <a:pt x="28" y="41"/>
                      <a:pt x="28" y="41"/>
                    </a:cubicBezTo>
                    <a:cubicBezTo>
                      <a:pt x="30" y="43"/>
                      <a:pt x="30" y="43"/>
                      <a:pt x="30" y="43"/>
                    </a:cubicBezTo>
                    <a:cubicBezTo>
                      <a:pt x="37" y="51"/>
                      <a:pt x="37" y="51"/>
                      <a:pt x="37" y="51"/>
                    </a:cubicBezTo>
                    <a:cubicBezTo>
                      <a:pt x="39" y="53"/>
                      <a:pt x="39" y="53"/>
                      <a:pt x="39" y="53"/>
                    </a:cubicBezTo>
                    <a:cubicBezTo>
                      <a:pt x="70" y="87"/>
                      <a:pt x="70" y="87"/>
                      <a:pt x="70" y="87"/>
                    </a:cubicBezTo>
                    <a:cubicBezTo>
                      <a:pt x="80" y="77"/>
                      <a:pt x="84" y="58"/>
                      <a:pt x="71" y="37"/>
                    </a:cubicBezTo>
                    <a:cubicBezTo>
                      <a:pt x="68" y="33"/>
                      <a:pt x="65" y="29"/>
                      <a:pt x="61" y="24"/>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697" name="Google Shape;697;p83"/>
              <p:cNvSpPr/>
              <p:nvPr/>
            </p:nvSpPr>
            <p:spPr>
              <a:xfrm>
                <a:off x="10920413" y="593725"/>
                <a:ext cx="17463" cy="17463"/>
              </a:xfrm>
              <a:custGeom>
                <a:avLst/>
                <a:gdLst/>
                <a:ahLst/>
                <a:cxnLst/>
                <a:rect l="l" t="t" r="r" b="b"/>
                <a:pathLst>
                  <a:path w="10" h="10" extrusionOk="0">
                    <a:moveTo>
                      <a:pt x="9" y="2"/>
                    </a:moveTo>
                    <a:cubicBezTo>
                      <a:pt x="9" y="2"/>
                      <a:pt x="9" y="2"/>
                      <a:pt x="9" y="2"/>
                    </a:cubicBezTo>
                    <a:cubicBezTo>
                      <a:pt x="10" y="1"/>
                      <a:pt x="9" y="1"/>
                      <a:pt x="9" y="0"/>
                    </a:cubicBezTo>
                    <a:cubicBezTo>
                      <a:pt x="7" y="0"/>
                      <a:pt x="4" y="1"/>
                      <a:pt x="2" y="3"/>
                    </a:cubicBezTo>
                    <a:cubicBezTo>
                      <a:pt x="0" y="4"/>
                      <a:pt x="0" y="7"/>
                      <a:pt x="0" y="9"/>
                    </a:cubicBezTo>
                    <a:cubicBezTo>
                      <a:pt x="0" y="10"/>
                      <a:pt x="0" y="10"/>
                      <a:pt x="1" y="10"/>
                    </a:cubicBezTo>
                    <a:cubicBezTo>
                      <a:pt x="1" y="10"/>
                      <a:pt x="1" y="10"/>
                      <a:pt x="1" y="10"/>
                    </a:cubicBezTo>
                    <a:cubicBezTo>
                      <a:pt x="1" y="9"/>
                      <a:pt x="1" y="9"/>
                      <a:pt x="1" y="9"/>
                    </a:cubicBezTo>
                    <a:cubicBezTo>
                      <a:pt x="1" y="7"/>
                      <a:pt x="2" y="5"/>
                      <a:pt x="3" y="4"/>
                    </a:cubicBezTo>
                    <a:cubicBezTo>
                      <a:pt x="5" y="2"/>
                      <a:pt x="7" y="2"/>
                      <a:pt x="9" y="2"/>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698" name="Google Shape;698;p83"/>
              <p:cNvSpPr/>
              <p:nvPr/>
            </p:nvSpPr>
            <p:spPr>
              <a:xfrm>
                <a:off x="10907713" y="584200"/>
                <a:ext cx="26988" cy="23813"/>
              </a:xfrm>
              <a:custGeom>
                <a:avLst/>
                <a:gdLst/>
                <a:ahLst/>
                <a:cxnLst/>
                <a:rect l="l" t="t" r="r" b="b"/>
                <a:pathLst>
                  <a:path w="15" h="14" extrusionOk="0">
                    <a:moveTo>
                      <a:pt x="15" y="2"/>
                    </a:moveTo>
                    <a:cubicBezTo>
                      <a:pt x="15" y="2"/>
                      <a:pt x="15" y="2"/>
                      <a:pt x="15" y="2"/>
                    </a:cubicBezTo>
                    <a:cubicBezTo>
                      <a:pt x="15" y="1"/>
                      <a:pt x="15" y="0"/>
                      <a:pt x="14" y="0"/>
                    </a:cubicBezTo>
                    <a:cubicBezTo>
                      <a:pt x="11" y="0"/>
                      <a:pt x="7" y="1"/>
                      <a:pt x="4" y="3"/>
                    </a:cubicBezTo>
                    <a:cubicBezTo>
                      <a:pt x="2" y="6"/>
                      <a:pt x="0" y="9"/>
                      <a:pt x="0" y="13"/>
                    </a:cubicBezTo>
                    <a:cubicBezTo>
                      <a:pt x="0" y="14"/>
                      <a:pt x="1" y="14"/>
                      <a:pt x="2" y="14"/>
                    </a:cubicBezTo>
                    <a:cubicBezTo>
                      <a:pt x="2" y="14"/>
                      <a:pt x="2" y="14"/>
                      <a:pt x="2" y="14"/>
                    </a:cubicBezTo>
                    <a:cubicBezTo>
                      <a:pt x="2" y="13"/>
                      <a:pt x="2" y="13"/>
                      <a:pt x="2" y="13"/>
                    </a:cubicBezTo>
                    <a:cubicBezTo>
                      <a:pt x="2" y="10"/>
                      <a:pt x="4" y="7"/>
                      <a:pt x="6" y="5"/>
                    </a:cubicBezTo>
                    <a:cubicBezTo>
                      <a:pt x="8" y="3"/>
                      <a:pt x="11" y="2"/>
                      <a:pt x="14" y="2"/>
                    </a:cubicBezTo>
                    <a:lnTo>
                      <a:pt x="15" y="2"/>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699" name="Google Shape;699;p83"/>
              <p:cNvSpPr/>
              <p:nvPr/>
            </p:nvSpPr>
            <p:spPr>
              <a:xfrm>
                <a:off x="10896600" y="569913"/>
                <a:ext cx="39688" cy="38100"/>
              </a:xfrm>
              <a:custGeom>
                <a:avLst/>
                <a:gdLst/>
                <a:ahLst/>
                <a:cxnLst/>
                <a:rect l="l" t="t" r="r" b="b"/>
                <a:pathLst>
                  <a:path w="23" h="22" extrusionOk="0">
                    <a:moveTo>
                      <a:pt x="20" y="4"/>
                    </a:moveTo>
                    <a:cubicBezTo>
                      <a:pt x="21" y="4"/>
                      <a:pt x="21" y="4"/>
                      <a:pt x="22" y="3"/>
                    </a:cubicBezTo>
                    <a:cubicBezTo>
                      <a:pt x="22" y="3"/>
                      <a:pt x="22" y="3"/>
                      <a:pt x="22" y="3"/>
                    </a:cubicBezTo>
                    <a:cubicBezTo>
                      <a:pt x="23" y="2"/>
                      <a:pt x="22" y="1"/>
                      <a:pt x="21" y="1"/>
                    </a:cubicBezTo>
                    <a:cubicBezTo>
                      <a:pt x="15" y="0"/>
                      <a:pt x="10" y="2"/>
                      <a:pt x="6" y="5"/>
                    </a:cubicBezTo>
                    <a:cubicBezTo>
                      <a:pt x="2" y="9"/>
                      <a:pt x="0" y="15"/>
                      <a:pt x="0" y="20"/>
                    </a:cubicBezTo>
                    <a:cubicBezTo>
                      <a:pt x="0" y="21"/>
                      <a:pt x="2" y="22"/>
                      <a:pt x="3" y="21"/>
                    </a:cubicBezTo>
                    <a:cubicBezTo>
                      <a:pt x="3" y="21"/>
                      <a:pt x="3" y="21"/>
                      <a:pt x="3" y="21"/>
                    </a:cubicBezTo>
                    <a:cubicBezTo>
                      <a:pt x="3" y="21"/>
                      <a:pt x="3" y="20"/>
                      <a:pt x="3" y="20"/>
                    </a:cubicBezTo>
                    <a:cubicBezTo>
                      <a:pt x="3" y="15"/>
                      <a:pt x="5" y="11"/>
                      <a:pt x="8" y="8"/>
                    </a:cubicBezTo>
                    <a:cubicBezTo>
                      <a:pt x="12" y="5"/>
                      <a:pt x="16" y="3"/>
                      <a:pt x="20" y="4"/>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00" name="Google Shape;700;p83"/>
              <p:cNvSpPr/>
              <p:nvPr/>
            </p:nvSpPr>
            <p:spPr>
              <a:xfrm>
                <a:off x="10944225" y="620713"/>
                <a:ext cx="17463" cy="17463"/>
              </a:xfrm>
              <a:custGeom>
                <a:avLst/>
                <a:gdLst/>
                <a:ahLst/>
                <a:cxnLst/>
                <a:rect l="l" t="t" r="r" b="b"/>
                <a:pathLst>
                  <a:path w="10" h="10" extrusionOk="0">
                    <a:moveTo>
                      <a:pt x="10" y="1"/>
                    </a:moveTo>
                    <a:cubicBezTo>
                      <a:pt x="10" y="0"/>
                      <a:pt x="9" y="0"/>
                      <a:pt x="9" y="0"/>
                    </a:cubicBezTo>
                    <a:cubicBezTo>
                      <a:pt x="9" y="0"/>
                      <a:pt x="9" y="0"/>
                      <a:pt x="9" y="0"/>
                    </a:cubicBezTo>
                    <a:cubicBezTo>
                      <a:pt x="8" y="1"/>
                      <a:pt x="8" y="1"/>
                      <a:pt x="8" y="1"/>
                    </a:cubicBezTo>
                    <a:cubicBezTo>
                      <a:pt x="9" y="3"/>
                      <a:pt x="8" y="5"/>
                      <a:pt x="6" y="6"/>
                    </a:cubicBezTo>
                    <a:cubicBezTo>
                      <a:pt x="5" y="7"/>
                      <a:pt x="3" y="8"/>
                      <a:pt x="1" y="8"/>
                    </a:cubicBezTo>
                    <a:cubicBezTo>
                      <a:pt x="0" y="8"/>
                      <a:pt x="0" y="8"/>
                      <a:pt x="0" y="8"/>
                    </a:cubicBezTo>
                    <a:cubicBezTo>
                      <a:pt x="0" y="8"/>
                      <a:pt x="0" y="8"/>
                      <a:pt x="0" y="8"/>
                    </a:cubicBezTo>
                    <a:cubicBezTo>
                      <a:pt x="0" y="9"/>
                      <a:pt x="0" y="9"/>
                      <a:pt x="1" y="9"/>
                    </a:cubicBezTo>
                    <a:cubicBezTo>
                      <a:pt x="3" y="10"/>
                      <a:pt x="5" y="9"/>
                      <a:pt x="7" y="7"/>
                    </a:cubicBezTo>
                    <a:cubicBezTo>
                      <a:pt x="9" y="5"/>
                      <a:pt x="10" y="3"/>
                      <a:pt x="10" y="1"/>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01" name="Google Shape;701;p83"/>
              <p:cNvSpPr/>
              <p:nvPr/>
            </p:nvSpPr>
            <p:spPr>
              <a:xfrm>
                <a:off x="10945813" y="623888"/>
                <a:ext cx="25400" cy="23813"/>
              </a:xfrm>
              <a:custGeom>
                <a:avLst/>
                <a:gdLst/>
                <a:ahLst/>
                <a:cxnLst/>
                <a:rect l="l" t="t" r="r" b="b"/>
                <a:pathLst>
                  <a:path w="15" h="14" extrusionOk="0">
                    <a:moveTo>
                      <a:pt x="1" y="14"/>
                    </a:moveTo>
                    <a:cubicBezTo>
                      <a:pt x="5" y="14"/>
                      <a:pt x="9" y="13"/>
                      <a:pt x="11" y="11"/>
                    </a:cubicBezTo>
                    <a:cubicBezTo>
                      <a:pt x="14" y="8"/>
                      <a:pt x="15" y="5"/>
                      <a:pt x="15" y="1"/>
                    </a:cubicBezTo>
                    <a:cubicBezTo>
                      <a:pt x="15" y="0"/>
                      <a:pt x="14" y="0"/>
                      <a:pt x="13" y="0"/>
                    </a:cubicBezTo>
                    <a:cubicBezTo>
                      <a:pt x="13" y="0"/>
                      <a:pt x="13" y="0"/>
                      <a:pt x="13" y="0"/>
                    </a:cubicBezTo>
                    <a:cubicBezTo>
                      <a:pt x="13" y="1"/>
                      <a:pt x="13" y="1"/>
                      <a:pt x="13" y="1"/>
                    </a:cubicBezTo>
                    <a:cubicBezTo>
                      <a:pt x="13" y="4"/>
                      <a:pt x="12" y="7"/>
                      <a:pt x="10" y="9"/>
                    </a:cubicBezTo>
                    <a:cubicBezTo>
                      <a:pt x="7" y="11"/>
                      <a:pt x="5" y="12"/>
                      <a:pt x="2" y="12"/>
                    </a:cubicBezTo>
                    <a:cubicBezTo>
                      <a:pt x="1" y="12"/>
                      <a:pt x="1" y="12"/>
                      <a:pt x="1" y="12"/>
                    </a:cubicBezTo>
                    <a:cubicBezTo>
                      <a:pt x="1" y="12"/>
                      <a:pt x="1" y="12"/>
                      <a:pt x="1" y="12"/>
                    </a:cubicBezTo>
                    <a:cubicBezTo>
                      <a:pt x="0" y="13"/>
                      <a:pt x="1" y="14"/>
                      <a:pt x="1" y="14"/>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02" name="Google Shape;702;p83"/>
              <p:cNvSpPr/>
              <p:nvPr/>
            </p:nvSpPr>
            <p:spPr>
              <a:xfrm>
                <a:off x="10945813" y="623888"/>
                <a:ext cx="39688" cy="38100"/>
              </a:xfrm>
              <a:custGeom>
                <a:avLst/>
                <a:gdLst/>
                <a:ahLst/>
                <a:cxnLst/>
                <a:rect l="l" t="t" r="r" b="b"/>
                <a:pathLst>
                  <a:path w="23" h="22" extrusionOk="0">
                    <a:moveTo>
                      <a:pt x="20" y="1"/>
                    </a:moveTo>
                    <a:cubicBezTo>
                      <a:pt x="20" y="1"/>
                      <a:pt x="20" y="1"/>
                      <a:pt x="20" y="1"/>
                    </a:cubicBezTo>
                    <a:cubicBezTo>
                      <a:pt x="20" y="1"/>
                      <a:pt x="19" y="2"/>
                      <a:pt x="19" y="2"/>
                    </a:cubicBezTo>
                    <a:cubicBezTo>
                      <a:pt x="19" y="6"/>
                      <a:pt x="18" y="11"/>
                      <a:pt x="14" y="14"/>
                    </a:cubicBezTo>
                    <a:cubicBezTo>
                      <a:pt x="11" y="17"/>
                      <a:pt x="7" y="18"/>
                      <a:pt x="2" y="18"/>
                    </a:cubicBezTo>
                    <a:cubicBezTo>
                      <a:pt x="2" y="18"/>
                      <a:pt x="1" y="18"/>
                      <a:pt x="1" y="18"/>
                    </a:cubicBezTo>
                    <a:cubicBezTo>
                      <a:pt x="1" y="18"/>
                      <a:pt x="1" y="18"/>
                      <a:pt x="1" y="18"/>
                    </a:cubicBezTo>
                    <a:cubicBezTo>
                      <a:pt x="0" y="19"/>
                      <a:pt x="0" y="21"/>
                      <a:pt x="2" y="21"/>
                    </a:cubicBezTo>
                    <a:cubicBezTo>
                      <a:pt x="7" y="22"/>
                      <a:pt x="13" y="20"/>
                      <a:pt x="17" y="16"/>
                    </a:cubicBezTo>
                    <a:cubicBezTo>
                      <a:pt x="21" y="13"/>
                      <a:pt x="23" y="7"/>
                      <a:pt x="23" y="2"/>
                    </a:cubicBezTo>
                    <a:cubicBezTo>
                      <a:pt x="23" y="1"/>
                      <a:pt x="21" y="0"/>
                      <a:pt x="20" y="1"/>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03" name="Google Shape;703;p83"/>
              <p:cNvSpPr/>
              <p:nvPr/>
            </p:nvSpPr>
            <p:spPr>
              <a:xfrm>
                <a:off x="10860088" y="192087"/>
                <a:ext cx="517525" cy="542925"/>
              </a:xfrm>
              <a:custGeom>
                <a:avLst/>
                <a:gdLst/>
                <a:ahLst/>
                <a:cxnLst/>
                <a:rect l="l" t="t" r="r" b="b"/>
                <a:pathLst>
                  <a:path w="296" h="312" extrusionOk="0">
                    <a:moveTo>
                      <a:pt x="23" y="75"/>
                    </a:moveTo>
                    <a:cubicBezTo>
                      <a:pt x="39" y="59"/>
                      <a:pt x="39" y="59"/>
                      <a:pt x="39" y="59"/>
                    </a:cubicBezTo>
                    <a:cubicBezTo>
                      <a:pt x="45" y="66"/>
                      <a:pt x="45" y="66"/>
                      <a:pt x="45" y="66"/>
                    </a:cubicBezTo>
                    <a:cubicBezTo>
                      <a:pt x="29" y="81"/>
                      <a:pt x="29" y="81"/>
                      <a:pt x="29" y="81"/>
                    </a:cubicBezTo>
                    <a:cubicBezTo>
                      <a:pt x="56" y="111"/>
                      <a:pt x="56" y="111"/>
                      <a:pt x="56" y="111"/>
                    </a:cubicBezTo>
                    <a:cubicBezTo>
                      <a:pt x="73" y="95"/>
                      <a:pt x="73" y="95"/>
                      <a:pt x="73" y="95"/>
                    </a:cubicBezTo>
                    <a:cubicBezTo>
                      <a:pt x="78" y="101"/>
                      <a:pt x="78" y="101"/>
                      <a:pt x="78" y="101"/>
                    </a:cubicBezTo>
                    <a:cubicBezTo>
                      <a:pt x="62" y="116"/>
                      <a:pt x="62" y="116"/>
                      <a:pt x="62" y="116"/>
                    </a:cubicBezTo>
                    <a:cubicBezTo>
                      <a:pt x="86" y="143"/>
                      <a:pt x="86" y="143"/>
                      <a:pt x="86" y="143"/>
                    </a:cubicBezTo>
                    <a:cubicBezTo>
                      <a:pt x="103" y="128"/>
                      <a:pt x="103" y="128"/>
                      <a:pt x="103" y="128"/>
                    </a:cubicBezTo>
                    <a:cubicBezTo>
                      <a:pt x="112" y="138"/>
                      <a:pt x="112" y="138"/>
                      <a:pt x="112" y="138"/>
                    </a:cubicBezTo>
                    <a:cubicBezTo>
                      <a:pt x="95" y="154"/>
                      <a:pt x="95" y="154"/>
                      <a:pt x="95" y="154"/>
                    </a:cubicBezTo>
                    <a:cubicBezTo>
                      <a:pt x="85" y="163"/>
                      <a:pt x="83" y="178"/>
                      <a:pt x="91" y="187"/>
                    </a:cubicBezTo>
                    <a:cubicBezTo>
                      <a:pt x="94" y="190"/>
                      <a:pt x="94" y="190"/>
                      <a:pt x="94" y="190"/>
                    </a:cubicBezTo>
                    <a:cubicBezTo>
                      <a:pt x="111" y="208"/>
                      <a:pt x="111" y="208"/>
                      <a:pt x="111" y="208"/>
                    </a:cubicBezTo>
                    <a:cubicBezTo>
                      <a:pt x="113" y="211"/>
                      <a:pt x="113" y="211"/>
                      <a:pt x="113" y="211"/>
                    </a:cubicBezTo>
                    <a:cubicBezTo>
                      <a:pt x="121" y="219"/>
                      <a:pt x="135" y="218"/>
                      <a:pt x="146" y="209"/>
                    </a:cubicBezTo>
                    <a:cubicBezTo>
                      <a:pt x="163" y="193"/>
                      <a:pt x="163" y="193"/>
                      <a:pt x="163" y="193"/>
                    </a:cubicBezTo>
                    <a:cubicBezTo>
                      <a:pt x="172" y="204"/>
                      <a:pt x="172" y="204"/>
                      <a:pt x="172" y="204"/>
                    </a:cubicBezTo>
                    <a:cubicBezTo>
                      <a:pt x="156" y="219"/>
                      <a:pt x="156" y="219"/>
                      <a:pt x="156" y="219"/>
                    </a:cubicBezTo>
                    <a:cubicBezTo>
                      <a:pt x="181" y="246"/>
                      <a:pt x="181" y="246"/>
                      <a:pt x="181" y="246"/>
                    </a:cubicBezTo>
                    <a:cubicBezTo>
                      <a:pt x="197" y="230"/>
                      <a:pt x="197" y="230"/>
                      <a:pt x="197" y="230"/>
                    </a:cubicBezTo>
                    <a:cubicBezTo>
                      <a:pt x="202" y="236"/>
                      <a:pt x="202" y="236"/>
                      <a:pt x="202" y="236"/>
                    </a:cubicBezTo>
                    <a:cubicBezTo>
                      <a:pt x="186" y="251"/>
                      <a:pt x="186" y="251"/>
                      <a:pt x="186" y="251"/>
                    </a:cubicBezTo>
                    <a:cubicBezTo>
                      <a:pt x="213" y="281"/>
                      <a:pt x="213" y="281"/>
                      <a:pt x="213" y="281"/>
                    </a:cubicBezTo>
                    <a:cubicBezTo>
                      <a:pt x="230" y="266"/>
                      <a:pt x="230" y="266"/>
                      <a:pt x="230" y="266"/>
                    </a:cubicBezTo>
                    <a:cubicBezTo>
                      <a:pt x="236" y="272"/>
                      <a:pt x="236" y="272"/>
                      <a:pt x="236" y="272"/>
                    </a:cubicBezTo>
                    <a:cubicBezTo>
                      <a:pt x="219" y="287"/>
                      <a:pt x="219" y="287"/>
                      <a:pt x="219" y="287"/>
                    </a:cubicBezTo>
                    <a:cubicBezTo>
                      <a:pt x="242" y="312"/>
                      <a:pt x="242" y="312"/>
                      <a:pt x="242" y="312"/>
                    </a:cubicBezTo>
                    <a:cubicBezTo>
                      <a:pt x="296" y="263"/>
                      <a:pt x="296" y="263"/>
                      <a:pt x="296" y="263"/>
                    </a:cubicBezTo>
                    <a:cubicBezTo>
                      <a:pt x="273" y="238"/>
                      <a:pt x="273" y="238"/>
                      <a:pt x="273" y="238"/>
                    </a:cubicBezTo>
                    <a:cubicBezTo>
                      <a:pt x="258" y="252"/>
                      <a:pt x="258" y="252"/>
                      <a:pt x="258" y="252"/>
                    </a:cubicBezTo>
                    <a:cubicBezTo>
                      <a:pt x="252" y="246"/>
                      <a:pt x="252" y="246"/>
                      <a:pt x="252" y="246"/>
                    </a:cubicBezTo>
                    <a:cubicBezTo>
                      <a:pt x="267" y="231"/>
                      <a:pt x="267" y="231"/>
                      <a:pt x="267" y="231"/>
                    </a:cubicBezTo>
                    <a:cubicBezTo>
                      <a:pt x="240" y="202"/>
                      <a:pt x="240" y="202"/>
                      <a:pt x="240" y="202"/>
                    </a:cubicBezTo>
                    <a:cubicBezTo>
                      <a:pt x="224" y="216"/>
                      <a:pt x="224" y="216"/>
                      <a:pt x="224" y="216"/>
                    </a:cubicBezTo>
                    <a:cubicBezTo>
                      <a:pt x="219" y="210"/>
                      <a:pt x="219" y="210"/>
                      <a:pt x="219" y="210"/>
                    </a:cubicBezTo>
                    <a:cubicBezTo>
                      <a:pt x="235" y="196"/>
                      <a:pt x="235" y="196"/>
                      <a:pt x="235" y="196"/>
                    </a:cubicBezTo>
                    <a:cubicBezTo>
                      <a:pt x="210" y="169"/>
                      <a:pt x="210" y="169"/>
                      <a:pt x="210" y="169"/>
                    </a:cubicBezTo>
                    <a:cubicBezTo>
                      <a:pt x="194" y="183"/>
                      <a:pt x="194" y="183"/>
                      <a:pt x="194" y="183"/>
                    </a:cubicBezTo>
                    <a:cubicBezTo>
                      <a:pt x="185" y="173"/>
                      <a:pt x="185" y="173"/>
                      <a:pt x="185" y="173"/>
                    </a:cubicBezTo>
                    <a:cubicBezTo>
                      <a:pt x="195" y="164"/>
                      <a:pt x="195" y="164"/>
                      <a:pt x="195" y="164"/>
                    </a:cubicBezTo>
                    <a:cubicBezTo>
                      <a:pt x="204" y="155"/>
                      <a:pt x="207" y="143"/>
                      <a:pt x="202" y="134"/>
                    </a:cubicBezTo>
                    <a:cubicBezTo>
                      <a:pt x="201" y="133"/>
                      <a:pt x="200" y="132"/>
                      <a:pt x="199" y="131"/>
                    </a:cubicBezTo>
                    <a:cubicBezTo>
                      <a:pt x="177" y="107"/>
                      <a:pt x="177" y="107"/>
                      <a:pt x="177" y="107"/>
                    </a:cubicBezTo>
                    <a:cubicBezTo>
                      <a:pt x="177" y="106"/>
                      <a:pt x="177" y="106"/>
                      <a:pt x="177" y="106"/>
                    </a:cubicBezTo>
                    <a:cubicBezTo>
                      <a:pt x="169" y="98"/>
                      <a:pt x="154" y="99"/>
                      <a:pt x="144" y="109"/>
                    </a:cubicBezTo>
                    <a:cubicBezTo>
                      <a:pt x="134" y="118"/>
                      <a:pt x="134" y="118"/>
                      <a:pt x="134" y="118"/>
                    </a:cubicBezTo>
                    <a:cubicBezTo>
                      <a:pt x="125" y="108"/>
                      <a:pt x="125" y="108"/>
                      <a:pt x="125" y="108"/>
                    </a:cubicBezTo>
                    <a:cubicBezTo>
                      <a:pt x="140" y="93"/>
                      <a:pt x="140" y="93"/>
                      <a:pt x="140" y="93"/>
                    </a:cubicBezTo>
                    <a:cubicBezTo>
                      <a:pt x="115" y="67"/>
                      <a:pt x="115" y="67"/>
                      <a:pt x="115" y="67"/>
                    </a:cubicBezTo>
                    <a:cubicBezTo>
                      <a:pt x="100" y="81"/>
                      <a:pt x="100" y="81"/>
                      <a:pt x="100" y="81"/>
                    </a:cubicBezTo>
                    <a:cubicBezTo>
                      <a:pt x="95" y="75"/>
                      <a:pt x="95" y="75"/>
                      <a:pt x="95" y="75"/>
                    </a:cubicBezTo>
                    <a:cubicBezTo>
                      <a:pt x="110" y="61"/>
                      <a:pt x="110" y="61"/>
                      <a:pt x="110" y="61"/>
                    </a:cubicBezTo>
                    <a:cubicBezTo>
                      <a:pt x="83" y="31"/>
                      <a:pt x="83" y="31"/>
                      <a:pt x="83" y="31"/>
                    </a:cubicBezTo>
                    <a:cubicBezTo>
                      <a:pt x="67" y="46"/>
                      <a:pt x="67" y="46"/>
                      <a:pt x="67" y="46"/>
                    </a:cubicBezTo>
                    <a:cubicBezTo>
                      <a:pt x="61" y="39"/>
                      <a:pt x="61" y="39"/>
                      <a:pt x="61" y="39"/>
                    </a:cubicBezTo>
                    <a:cubicBezTo>
                      <a:pt x="77" y="25"/>
                      <a:pt x="77" y="25"/>
                      <a:pt x="77" y="25"/>
                    </a:cubicBezTo>
                    <a:cubicBezTo>
                      <a:pt x="54" y="0"/>
                      <a:pt x="54" y="0"/>
                      <a:pt x="54" y="0"/>
                    </a:cubicBezTo>
                    <a:cubicBezTo>
                      <a:pt x="0" y="50"/>
                      <a:pt x="0" y="50"/>
                      <a:pt x="0" y="50"/>
                    </a:cubicBezTo>
                    <a:lnTo>
                      <a:pt x="23" y="75"/>
                    </a:lnTo>
                    <a:close/>
                    <a:moveTo>
                      <a:pt x="165" y="218"/>
                    </a:moveTo>
                    <a:cubicBezTo>
                      <a:pt x="176" y="208"/>
                      <a:pt x="176" y="208"/>
                      <a:pt x="176" y="208"/>
                    </a:cubicBezTo>
                    <a:cubicBezTo>
                      <a:pt x="180" y="212"/>
                      <a:pt x="180" y="212"/>
                      <a:pt x="180" y="212"/>
                    </a:cubicBezTo>
                    <a:cubicBezTo>
                      <a:pt x="169" y="223"/>
                      <a:pt x="169" y="223"/>
                      <a:pt x="169" y="223"/>
                    </a:cubicBezTo>
                    <a:lnTo>
                      <a:pt x="165" y="218"/>
                    </a:lnTo>
                    <a:close/>
                    <a:moveTo>
                      <a:pt x="172" y="226"/>
                    </a:moveTo>
                    <a:cubicBezTo>
                      <a:pt x="184" y="216"/>
                      <a:pt x="184" y="216"/>
                      <a:pt x="184" y="216"/>
                    </a:cubicBezTo>
                    <a:cubicBezTo>
                      <a:pt x="187" y="220"/>
                      <a:pt x="187" y="220"/>
                      <a:pt x="187" y="220"/>
                    </a:cubicBezTo>
                    <a:cubicBezTo>
                      <a:pt x="176" y="230"/>
                      <a:pt x="176" y="230"/>
                      <a:pt x="176" y="230"/>
                    </a:cubicBezTo>
                    <a:lnTo>
                      <a:pt x="172" y="226"/>
                    </a:lnTo>
                    <a:close/>
                    <a:moveTo>
                      <a:pt x="183" y="238"/>
                    </a:moveTo>
                    <a:cubicBezTo>
                      <a:pt x="179" y="234"/>
                      <a:pt x="179" y="234"/>
                      <a:pt x="179" y="234"/>
                    </a:cubicBezTo>
                    <a:cubicBezTo>
                      <a:pt x="191" y="223"/>
                      <a:pt x="191" y="223"/>
                      <a:pt x="191" y="223"/>
                    </a:cubicBezTo>
                    <a:cubicBezTo>
                      <a:pt x="194" y="227"/>
                      <a:pt x="194" y="227"/>
                      <a:pt x="194" y="227"/>
                    </a:cubicBezTo>
                    <a:lnTo>
                      <a:pt x="183" y="238"/>
                    </a:lnTo>
                    <a:close/>
                    <a:moveTo>
                      <a:pt x="189" y="211"/>
                    </a:moveTo>
                    <a:cubicBezTo>
                      <a:pt x="200" y="200"/>
                      <a:pt x="200" y="200"/>
                      <a:pt x="200" y="200"/>
                    </a:cubicBezTo>
                    <a:cubicBezTo>
                      <a:pt x="204" y="204"/>
                      <a:pt x="204" y="204"/>
                      <a:pt x="204" y="204"/>
                    </a:cubicBezTo>
                    <a:cubicBezTo>
                      <a:pt x="193" y="215"/>
                      <a:pt x="193" y="215"/>
                      <a:pt x="193" y="215"/>
                    </a:cubicBezTo>
                    <a:lnTo>
                      <a:pt x="189" y="211"/>
                    </a:lnTo>
                    <a:close/>
                    <a:moveTo>
                      <a:pt x="196" y="219"/>
                    </a:moveTo>
                    <a:cubicBezTo>
                      <a:pt x="207" y="208"/>
                      <a:pt x="207" y="208"/>
                      <a:pt x="207" y="208"/>
                    </a:cubicBezTo>
                    <a:cubicBezTo>
                      <a:pt x="211" y="212"/>
                      <a:pt x="211" y="212"/>
                      <a:pt x="211" y="212"/>
                    </a:cubicBezTo>
                    <a:cubicBezTo>
                      <a:pt x="200" y="223"/>
                      <a:pt x="200" y="223"/>
                      <a:pt x="200" y="223"/>
                    </a:cubicBezTo>
                    <a:lnTo>
                      <a:pt x="196" y="219"/>
                    </a:lnTo>
                    <a:close/>
                    <a:moveTo>
                      <a:pt x="194" y="250"/>
                    </a:moveTo>
                    <a:cubicBezTo>
                      <a:pt x="206" y="239"/>
                      <a:pt x="206" y="239"/>
                      <a:pt x="206" y="239"/>
                    </a:cubicBezTo>
                    <a:cubicBezTo>
                      <a:pt x="208" y="242"/>
                      <a:pt x="208" y="242"/>
                      <a:pt x="208" y="242"/>
                    </a:cubicBezTo>
                    <a:cubicBezTo>
                      <a:pt x="197" y="253"/>
                      <a:pt x="197" y="253"/>
                      <a:pt x="197" y="253"/>
                    </a:cubicBezTo>
                    <a:lnTo>
                      <a:pt x="194" y="250"/>
                    </a:lnTo>
                    <a:close/>
                    <a:moveTo>
                      <a:pt x="200" y="256"/>
                    </a:moveTo>
                    <a:cubicBezTo>
                      <a:pt x="211" y="246"/>
                      <a:pt x="211" y="246"/>
                      <a:pt x="211" y="246"/>
                    </a:cubicBezTo>
                    <a:cubicBezTo>
                      <a:pt x="215" y="249"/>
                      <a:pt x="215" y="249"/>
                      <a:pt x="215" y="249"/>
                    </a:cubicBezTo>
                    <a:cubicBezTo>
                      <a:pt x="203" y="260"/>
                      <a:pt x="203" y="260"/>
                      <a:pt x="203" y="260"/>
                    </a:cubicBezTo>
                    <a:lnTo>
                      <a:pt x="200" y="256"/>
                    </a:lnTo>
                    <a:close/>
                    <a:moveTo>
                      <a:pt x="206" y="263"/>
                    </a:moveTo>
                    <a:cubicBezTo>
                      <a:pt x="218" y="253"/>
                      <a:pt x="218" y="253"/>
                      <a:pt x="218" y="253"/>
                    </a:cubicBezTo>
                    <a:cubicBezTo>
                      <a:pt x="221" y="256"/>
                      <a:pt x="221" y="256"/>
                      <a:pt x="221" y="256"/>
                    </a:cubicBezTo>
                    <a:cubicBezTo>
                      <a:pt x="210" y="267"/>
                      <a:pt x="210" y="267"/>
                      <a:pt x="210" y="267"/>
                    </a:cubicBezTo>
                    <a:lnTo>
                      <a:pt x="206" y="263"/>
                    </a:lnTo>
                    <a:close/>
                    <a:moveTo>
                      <a:pt x="220" y="245"/>
                    </a:moveTo>
                    <a:cubicBezTo>
                      <a:pt x="216" y="241"/>
                      <a:pt x="216" y="241"/>
                      <a:pt x="216" y="241"/>
                    </a:cubicBezTo>
                    <a:cubicBezTo>
                      <a:pt x="228" y="230"/>
                      <a:pt x="228" y="230"/>
                      <a:pt x="228" y="230"/>
                    </a:cubicBezTo>
                    <a:cubicBezTo>
                      <a:pt x="231" y="234"/>
                      <a:pt x="231" y="234"/>
                      <a:pt x="231" y="234"/>
                    </a:cubicBezTo>
                    <a:lnTo>
                      <a:pt x="220" y="245"/>
                    </a:lnTo>
                    <a:close/>
                    <a:moveTo>
                      <a:pt x="234" y="237"/>
                    </a:moveTo>
                    <a:cubicBezTo>
                      <a:pt x="238" y="241"/>
                      <a:pt x="238" y="241"/>
                      <a:pt x="238" y="241"/>
                    </a:cubicBezTo>
                    <a:cubicBezTo>
                      <a:pt x="226" y="252"/>
                      <a:pt x="226" y="252"/>
                      <a:pt x="226" y="252"/>
                    </a:cubicBezTo>
                    <a:cubicBezTo>
                      <a:pt x="223" y="248"/>
                      <a:pt x="223" y="248"/>
                      <a:pt x="223" y="248"/>
                    </a:cubicBezTo>
                    <a:lnTo>
                      <a:pt x="234" y="237"/>
                    </a:lnTo>
                    <a:close/>
                    <a:moveTo>
                      <a:pt x="215" y="273"/>
                    </a:moveTo>
                    <a:cubicBezTo>
                      <a:pt x="213" y="270"/>
                      <a:pt x="213" y="270"/>
                      <a:pt x="213" y="270"/>
                    </a:cubicBezTo>
                    <a:cubicBezTo>
                      <a:pt x="224" y="260"/>
                      <a:pt x="224" y="260"/>
                      <a:pt x="224" y="260"/>
                    </a:cubicBezTo>
                    <a:cubicBezTo>
                      <a:pt x="227" y="262"/>
                      <a:pt x="227" y="262"/>
                      <a:pt x="227" y="262"/>
                    </a:cubicBezTo>
                    <a:lnTo>
                      <a:pt x="215" y="273"/>
                    </a:lnTo>
                    <a:close/>
                    <a:moveTo>
                      <a:pt x="229" y="255"/>
                    </a:moveTo>
                    <a:cubicBezTo>
                      <a:pt x="241" y="244"/>
                      <a:pt x="241" y="244"/>
                      <a:pt x="241" y="244"/>
                    </a:cubicBezTo>
                    <a:cubicBezTo>
                      <a:pt x="243" y="247"/>
                      <a:pt x="243" y="247"/>
                      <a:pt x="243" y="247"/>
                    </a:cubicBezTo>
                    <a:cubicBezTo>
                      <a:pt x="232" y="258"/>
                      <a:pt x="232" y="258"/>
                      <a:pt x="232" y="258"/>
                    </a:cubicBezTo>
                    <a:lnTo>
                      <a:pt x="229" y="255"/>
                    </a:lnTo>
                    <a:close/>
                    <a:moveTo>
                      <a:pt x="227" y="286"/>
                    </a:moveTo>
                    <a:cubicBezTo>
                      <a:pt x="239" y="275"/>
                      <a:pt x="239" y="275"/>
                      <a:pt x="239" y="275"/>
                    </a:cubicBezTo>
                    <a:cubicBezTo>
                      <a:pt x="242" y="279"/>
                      <a:pt x="242" y="279"/>
                      <a:pt x="242" y="279"/>
                    </a:cubicBezTo>
                    <a:cubicBezTo>
                      <a:pt x="230" y="289"/>
                      <a:pt x="230" y="289"/>
                      <a:pt x="230" y="289"/>
                    </a:cubicBezTo>
                    <a:lnTo>
                      <a:pt x="227" y="286"/>
                    </a:lnTo>
                    <a:close/>
                    <a:moveTo>
                      <a:pt x="233" y="293"/>
                    </a:moveTo>
                    <a:cubicBezTo>
                      <a:pt x="245" y="282"/>
                      <a:pt x="245" y="282"/>
                      <a:pt x="245" y="282"/>
                    </a:cubicBezTo>
                    <a:cubicBezTo>
                      <a:pt x="249" y="286"/>
                      <a:pt x="249" y="286"/>
                      <a:pt x="249" y="286"/>
                    </a:cubicBezTo>
                    <a:cubicBezTo>
                      <a:pt x="237" y="297"/>
                      <a:pt x="237" y="297"/>
                      <a:pt x="237" y="297"/>
                    </a:cubicBezTo>
                    <a:lnTo>
                      <a:pt x="233" y="293"/>
                    </a:lnTo>
                    <a:close/>
                    <a:moveTo>
                      <a:pt x="245" y="305"/>
                    </a:moveTo>
                    <a:cubicBezTo>
                      <a:pt x="241" y="301"/>
                      <a:pt x="241" y="301"/>
                      <a:pt x="241" y="301"/>
                    </a:cubicBezTo>
                    <a:cubicBezTo>
                      <a:pt x="252" y="290"/>
                      <a:pt x="252" y="290"/>
                      <a:pt x="252" y="290"/>
                    </a:cubicBezTo>
                    <a:cubicBezTo>
                      <a:pt x="256" y="294"/>
                      <a:pt x="256" y="294"/>
                      <a:pt x="256" y="294"/>
                    </a:cubicBezTo>
                    <a:lnTo>
                      <a:pt x="245" y="305"/>
                    </a:lnTo>
                    <a:close/>
                    <a:moveTo>
                      <a:pt x="250" y="277"/>
                    </a:moveTo>
                    <a:cubicBezTo>
                      <a:pt x="262" y="267"/>
                      <a:pt x="262" y="267"/>
                      <a:pt x="262" y="267"/>
                    </a:cubicBezTo>
                    <a:cubicBezTo>
                      <a:pt x="266" y="271"/>
                      <a:pt x="266" y="271"/>
                      <a:pt x="266" y="271"/>
                    </a:cubicBezTo>
                    <a:cubicBezTo>
                      <a:pt x="254" y="282"/>
                      <a:pt x="254" y="282"/>
                      <a:pt x="254" y="282"/>
                    </a:cubicBezTo>
                    <a:lnTo>
                      <a:pt x="250" y="277"/>
                    </a:lnTo>
                    <a:close/>
                    <a:moveTo>
                      <a:pt x="261" y="289"/>
                    </a:moveTo>
                    <a:cubicBezTo>
                      <a:pt x="257" y="285"/>
                      <a:pt x="257" y="285"/>
                      <a:pt x="257" y="285"/>
                    </a:cubicBezTo>
                    <a:cubicBezTo>
                      <a:pt x="269" y="275"/>
                      <a:pt x="269" y="275"/>
                      <a:pt x="269" y="275"/>
                    </a:cubicBezTo>
                    <a:cubicBezTo>
                      <a:pt x="273" y="279"/>
                      <a:pt x="273" y="279"/>
                      <a:pt x="273" y="279"/>
                    </a:cubicBezTo>
                    <a:lnTo>
                      <a:pt x="261" y="289"/>
                    </a:lnTo>
                    <a:close/>
                    <a:moveTo>
                      <a:pt x="290" y="263"/>
                    </a:moveTo>
                    <a:cubicBezTo>
                      <a:pt x="278" y="274"/>
                      <a:pt x="278" y="274"/>
                      <a:pt x="278" y="274"/>
                    </a:cubicBezTo>
                    <a:cubicBezTo>
                      <a:pt x="274" y="270"/>
                      <a:pt x="274" y="270"/>
                      <a:pt x="274" y="270"/>
                    </a:cubicBezTo>
                    <a:cubicBezTo>
                      <a:pt x="286" y="259"/>
                      <a:pt x="286" y="259"/>
                      <a:pt x="286" y="259"/>
                    </a:cubicBezTo>
                    <a:lnTo>
                      <a:pt x="290" y="263"/>
                    </a:lnTo>
                    <a:close/>
                    <a:moveTo>
                      <a:pt x="282" y="256"/>
                    </a:moveTo>
                    <a:cubicBezTo>
                      <a:pt x="271" y="266"/>
                      <a:pt x="271" y="266"/>
                      <a:pt x="271" y="266"/>
                    </a:cubicBezTo>
                    <a:cubicBezTo>
                      <a:pt x="267" y="262"/>
                      <a:pt x="267" y="262"/>
                      <a:pt x="267" y="262"/>
                    </a:cubicBezTo>
                    <a:cubicBezTo>
                      <a:pt x="278" y="251"/>
                      <a:pt x="278" y="251"/>
                      <a:pt x="278" y="251"/>
                    </a:cubicBezTo>
                    <a:lnTo>
                      <a:pt x="282" y="256"/>
                    </a:lnTo>
                    <a:close/>
                    <a:moveTo>
                      <a:pt x="272" y="244"/>
                    </a:moveTo>
                    <a:cubicBezTo>
                      <a:pt x="275" y="248"/>
                      <a:pt x="275" y="248"/>
                      <a:pt x="275" y="248"/>
                    </a:cubicBezTo>
                    <a:cubicBezTo>
                      <a:pt x="264" y="258"/>
                      <a:pt x="264" y="258"/>
                      <a:pt x="264" y="258"/>
                    </a:cubicBezTo>
                    <a:cubicBezTo>
                      <a:pt x="260" y="255"/>
                      <a:pt x="260" y="255"/>
                      <a:pt x="260" y="255"/>
                    </a:cubicBezTo>
                    <a:lnTo>
                      <a:pt x="272" y="244"/>
                    </a:lnTo>
                    <a:close/>
                    <a:moveTo>
                      <a:pt x="258" y="263"/>
                    </a:moveTo>
                    <a:cubicBezTo>
                      <a:pt x="247" y="274"/>
                      <a:pt x="247" y="274"/>
                      <a:pt x="247" y="274"/>
                    </a:cubicBezTo>
                    <a:cubicBezTo>
                      <a:pt x="244" y="270"/>
                      <a:pt x="244" y="270"/>
                      <a:pt x="244" y="270"/>
                    </a:cubicBezTo>
                    <a:cubicBezTo>
                      <a:pt x="255" y="260"/>
                      <a:pt x="255" y="260"/>
                      <a:pt x="255" y="260"/>
                    </a:cubicBezTo>
                    <a:lnTo>
                      <a:pt x="258" y="263"/>
                    </a:lnTo>
                    <a:close/>
                    <a:moveTo>
                      <a:pt x="251" y="258"/>
                    </a:moveTo>
                    <a:cubicBezTo>
                      <a:pt x="242" y="266"/>
                      <a:pt x="242" y="266"/>
                      <a:pt x="242" y="266"/>
                    </a:cubicBezTo>
                    <a:cubicBezTo>
                      <a:pt x="236" y="260"/>
                      <a:pt x="236" y="260"/>
                      <a:pt x="236" y="260"/>
                    </a:cubicBezTo>
                    <a:cubicBezTo>
                      <a:pt x="245" y="252"/>
                      <a:pt x="245" y="252"/>
                      <a:pt x="245" y="252"/>
                    </a:cubicBezTo>
                    <a:lnTo>
                      <a:pt x="251" y="258"/>
                    </a:lnTo>
                    <a:close/>
                    <a:moveTo>
                      <a:pt x="260" y="231"/>
                    </a:moveTo>
                    <a:cubicBezTo>
                      <a:pt x="249" y="242"/>
                      <a:pt x="249" y="242"/>
                      <a:pt x="249" y="242"/>
                    </a:cubicBezTo>
                    <a:cubicBezTo>
                      <a:pt x="246" y="239"/>
                      <a:pt x="246" y="239"/>
                      <a:pt x="246" y="239"/>
                    </a:cubicBezTo>
                    <a:cubicBezTo>
                      <a:pt x="258" y="229"/>
                      <a:pt x="258" y="229"/>
                      <a:pt x="258" y="229"/>
                    </a:cubicBezTo>
                    <a:lnTo>
                      <a:pt x="260" y="231"/>
                    </a:lnTo>
                    <a:close/>
                    <a:moveTo>
                      <a:pt x="255" y="226"/>
                    </a:moveTo>
                    <a:cubicBezTo>
                      <a:pt x="243" y="236"/>
                      <a:pt x="243" y="236"/>
                      <a:pt x="243" y="236"/>
                    </a:cubicBezTo>
                    <a:cubicBezTo>
                      <a:pt x="240" y="232"/>
                      <a:pt x="240" y="232"/>
                      <a:pt x="240" y="232"/>
                    </a:cubicBezTo>
                    <a:cubicBezTo>
                      <a:pt x="251" y="222"/>
                      <a:pt x="251" y="222"/>
                      <a:pt x="251" y="222"/>
                    </a:cubicBezTo>
                    <a:lnTo>
                      <a:pt x="255" y="226"/>
                    </a:lnTo>
                    <a:close/>
                    <a:moveTo>
                      <a:pt x="248" y="219"/>
                    </a:moveTo>
                    <a:cubicBezTo>
                      <a:pt x="237" y="229"/>
                      <a:pt x="237" y="229"/>
                      <a:pt x="237" y="229"/>
                    </a:cubicBezTo>
                    <a:cubicBezTo>
                      <a:pt x="233" y="225"/>
                      <a:pt x="233" y="225"/>
                      <a:pt x="233" y="225"/>
                    </a:cubicBezTo>
                    <a:cubicBezTo>
                      <a:pt x="245" y="215"/>
                      <a:pt x="245" y="215"/>
                      <a:pt x="245" y="215"/>
                    </a:cubicBezTo>
                    <a:lnTo>
                      <a:pt x="248" y="219"/>
                    </a:lnTo>
                    <a:close/>
                    <a:moveTo>
                      <a:pt x="239" y="209"/>
                    </a:moveTo>
                    <a:cubicBezTo>
                      <a:pt x="242" y="212"/>
                      <a:pt x="242" y="212"/>
                      <a:pt x="242" y="212"/>
                    </a:cubicBezTo>
                    <a:cubicBezTo>
                      <a:pt x="230" y="222"/>
                      <a:pt x="230" y="222"/>
                      <a:pt x="230" y="222"/>
                    </a:cubicBezTo>
                    <a:cubicBezTo>
                      <a:pt x="227" y="219"/>
                      <a:pt x="227" y="219"/>
                      <a:pt x="227" y="219"/>
                    </a:cubicBezTo>
                    <a:lnTo>
                      <a:pt x="239" y="209"/>
                    </a:lnTo>
                    <a:close/>
                    <a:moveTo>
                      <a:pt x="225" y="227"/>
                    </a:moveTo>
                    <a:cubicBezTo>
                      <a:pt x="213" y="238"/>
                      <a:pt x="213" y="238"/>
                      <a:pt x="213" y="238"/>
                    </a:cubicBezTo>
                    <a:cubicBezTo>
                      <a:pt x="211" y="235"/>
                      <a:pt x="211" y="235"/>
                      <a:pt x="211" y="235"/>
                    </a:cubicBezTo>
                    <a:cubicBezTo>
                      <a:pt x="222" y="224"/>
                      <a:pt x="222" y="224"/>
                      <a:pt x="222" y="224"/>
                    </a:cubicBezTo>
                    <a:lnTo>
                      <a:pt x="225" y="227"/>
                    </a:lnTo>
                    <a:close/>
                    <a:moveTo>
                      <a:pt x="218" y="222"/>
                    </a:moveTo>
                    <a:cubicBezTo>
                      <a:pt x="209" y="230"/>
                      <a:pt x="209" y="230"/>
                      <a:pt x="209" y="230"/>
                    </a:cubicBezTo>
                    <a:cubicBezTo>
                      <a:pt x="204" y="224"/>
                      <a:pt x="204" y="224"/>
                      <a:pt x="204" y="224"/>
                    </a:cubicBezTo>
                    <a:cubicBezTo>
                      <a:pt x="212" y="216"/>
                      <a:pt x="212" y="216"/>
                      <a:pt x="212" y="216"/>
                    </a:cubicBezTo>
                    <a:lnTo>
                      <a:pt x="218" y="222"/>
                    </a:lnTo>
                    <a:close/>
                    <a:moveTo>
                      <a:pt x="228" y="196"/>
                    </a:moveTo>
                    <a:cubicBezTo>
                      <a:pt x="216" y="207"/>
                      <a:pt x="216" y="207"/>
                      <a:pt x="216" y="207"/>
                    </a:cubicBezTo>
                    <a:cubicBezTo>
                      <a:pt x="215" y="206"/>
                      <a:pt x="215" y="206"/>
                      <a:pt x="215" y="206"/>
                    </a:cubicBezTo>
                    <a:cubicBezTo>
                      <a:pt x="213" y="203"/>
                      <a:pt x="213" y="203"/>
                      <a:pt x="213" y="203"/>
                    </a:cubicBezTo>
                    <a:cubicBezTo>
                      <a:pt x="224" y="193"/>
                      <a:pt x="224" y="193"/>
                      <a:pt x="224" y="193"/>
                    </a:cubicBezTo>
                    <a:lnTo>
                      <a:pt x="228" y="196"/>
                    </a:lnTo>
                    <a:close/>
                    <a:moveTo>
                      <a:pt x="221" y="189"/>
                    </a:moveTo>
                    <a:cubicBezTo>
                      <a:pt x="209" y="200"/>
                      <a:pt x="209" y="200"/>
                      <a:pt x="209" y="200"/>
                    </a:cubicBezTo>
                    <a:cubicBezTo>
                      <a:pt x="205" y="195"/>
                      <a:pt x="205" y="195"/>
                      <a:pt x="205" y="195"/>
                    </a:cubicBezTo>
                    <a:cubicBezTo>
                      <a:pt x="217" y="185"/>
                      <a:pt x="217" y="185"/>
                      <a:pt x="217" y="185"/>
                    </a:cubicBezTo>
                    <a:lnTo>
                      <a:pt x="221" y="189"/>
                    </a:lnTo>
                    <a:close/>
                    <a:moveTo>
                      <a:pt x="210" y="177"/>
                    </a:moveTo>
                    <a:cubicBezTo>
                      <a:pt x="214" y="181"/>
                      <a:pt x="214" y="181"/>
                      <a:pt x="214" y="181"/>
                    </a:cubicBezTo>
                    <a:cubicBezTo>
                      <a:pt x="202" y="192"/>
                      <a:pt x="202" y="192"/>
                      <a:pt x="202" y="192"/>
                    </a:cubicBezTo>
                    <a:cubicBezTo>
                      <a:pt x="198" y="188"/>
                      <a:pt x="198" y="188"/>
                      <a:pt x="198" y="188"/>
                    </a:cubicBezTo>
                    <a:lnTo>
                      <a:pt x="210" y="177"/>
                    </a:lnTo>
                    <a:close/>
                    <a:moveTo>
                      <a:pt x="197" y="197"/>
                    </a:moveTo>
                    <a:cubicBezTo>
                      <a:pt x="185" y="207"/>
                      <a:pt x="185" y="207"/>
                      <a:pt x="185" y="207"/>
                    </a:cubicBezTo>
                    <a:cubicBezTo>
                      <a:pt x="181" y="203"/>
                      <a:pt x="181" y="203"/>
                      <a:pt x="181" y="203"/>
                    </a:cubicBezTo>
                    <a:cubicBezTo>
                      <a:pt x="193" y="192"/>
                      <a:pt x="193" y="192"/>
                      <a:pt x="193" y="192"/>
                    </a:cubicBezTo>
                    <a:lnTo>
                      <a:pt x="197" y="197"/>
                    </a:lnTo>
                    <a:close/>
                    <a:moveTo>
                      <a:pt x="178" y="179"/>
                    </a:moveTo>
                    <a:cubicBezTo>
                      <a:pt x="188" y="190"/>
                      <a:pt x="188" y="190"/>
                      <a:pt x="188" y="190"/>
                    </a:cubicBezTo>
                    <a:cubicBezTo>
                      <a:pt x="179" y="197"/>
                      <a:pt x="179" y="197"/>
                      <a:pt x="179" y="197"/>
                    </a:cubicBezTo>
                    <a:cubicBezTo>
                      <a:pt x="169" y="187"/>
                      <a:pt x="169" y="187"/>
                      <a:pt x="169" y="187"/>
                    </a:cubicBezTo>
                    <a:lnTo>
                      <a:pt x="178" y="179"/>
                    </a:lnTo>
                    <a:close/>
                    <a:moveTo>
                      <a:pt x="15" y="56"/>
                    </a:moveTo>
                    <a:cubicBezTo>
                      <a:pt x="26" y="45"/>
                      <a:pt x="26" y="45"/>
                      <a:pt x="26" y="45"/>
                    </a:cubicBezTo>
                    <a:cubicBezTo>
                      <a:pt x="30" y="49"/>
                      <a:pt x="30" y="49"/>
                      <a:pt x="30" y="49"/>
                    </a:cubicBezTo>
                    <a:cubicBezTo>
                      <a:pt x="19" y="60"/>
                      <a:pt x="19" y="60"/>
                      <a:pt x="19" y="60"/>
                    </a:cubicBezTo>
                    <a:lnTo>
                      <a:pt x="15" y="56"/>
                    </a:lnTo>
                    <a:close/>
                    <a:moveTo>
                      <a:pt x="25" y="67"/>
                    </a:moveTo>
                    <a:cubicBezTo>
                      <a:pt x="22" y="64"/>
                      <a:pt x="22" y="64"/>
                      <a:pt x="22" y="64"/>
                    </a:cubicBezTo>
                    <a:cubicBezTo>
                      <a:pt x="33" y="53"/>
                      <a:pt x="33" y="53"/>
                      <a:pt x="33" y="53"/>
                    </a:cubicBezTo>
                    <a:cubicBezTo>
                      <a:pt x="37" y="56"/>
                      <a:pt x="37" y="56"/>
                      <a:pt x="37" y="56"/>
                    </a:cubicBezTo>
                    <a:lnTo>
                      <a:pt x="25" y="67"/>
                    </a:lnTo>
                    <a:close/>
                    <a:moveTo>
                      <a:pt x="31" y="40"/>
                    </a:moveTo>
                    <a:cubicBezTo>
                      <a:pt x="43" y="30"/>
                      <a:pt x="43" y="30"/>
                      <a:pt x="43" y="30"/>
                    </a:cubicBezTo>
                    <a:cubicBezTo>
                      <a:pt x="47" y="34"/>
                      <a:pt x="47" y="34"/>
                      <a:pt x="47" y="34"/>
                    </a:cubicBezTo>
                    <a:cubicBezTo>
                      <a:pt x="35" y="45"/>
                      <a:pt x="35" y="45"/>
                      <a:pt x="35" y="45"/>
                    </a:cubicBezTo>
                    <a:lnTo>
                      <a:pt x="31" y="40"/>
                    </a:lnTo>
                    <a:close/>
                    <a:moveTo>
                      <a:pt x="39" y="48"/>
                    </a:moveTo>
                    <a:cubicBezTo>
                      <a:pt x="50" y="38"/>
                      <a:pt x="50" y="38"/>
                      <a:pt x="50" y="38"/>
                    </a:cubicBezTo>
                    <a:cubicBezTo>
                      <a:pt x="53" y="41"/>
                      <a:pt x="53" y="41"/>
                      <a:pt x="53" y="41"/>
                    </a:cubicBezTo>
                    <a:cubicBezTo>
                      <a:pt x="42" y="52"/>
                      <a:pt x="42" y="52"/>
                      <a:pt x="42" y="52"/>
                    </a:cubicBezTo>
                    <a:lnTo>
                      <a:pt x="39" y="48"/>
                    </a:lnTo>
                    <a:close/>
                    <a:moveTo>
                      <a:pt x="37" y="80"/>
                    </a:moveTo>
                    <a:cubicBezTo>
                      <a:pt x="48" y="69"/>
                      <a:pt x="48" y="69"/>
                      <a:pt x="48" y="69"/>
                    </a:cubicBezTo>
                    <a:cubicBezTo>
                      <a:pt x="51" y="72"/>
                      <a:pt x="51" y="72"/>
                      <a:pt x="51" y="72"/>
                    </a:cubicBezTo>
                    <a:cubicBezTo>
                      <a:pt x="39" y="83"/>
                      <a:pt x="39" y="83"/>
                      <a:pt x="39" y="83"/>
                    </a:cubicBezTo>
                    <a:lnTo>
                      <a:pt x="37" y="80"/>
                    </a:lnTo>
                    <a:close/>
                    <a:moveTo>
                      <a:pt x="42" y="86"/>
                    </a:moveTo>
                    <a:cubicBezTo>
                      <a:pt x="54" y="75"/>
                      <a:pt x="54" y="75"/>
                      <a:pt x="54" y="75"/>
                    </a:cubicBezTo>
                    <a:cubicBezTo>
                      <a:pt x="57" y="79"/>
                      <a:pt x="57" y="79"/>
                      <a:pt x="57" y="79"/>
                    </a:cubicBezTo>
                    <a:cubicBezTo>
                      <a:pt x="46" y="90"/>
                      <a:pt x="46" y="90"/>
                      <a:pt x="46" y="90"/>
                    </a:cubicBezTo>
                    <a:lnTo>
                      <a:pt x="42" y="86"/>
                    </a:lnTo>
                    <a:close/>
                    <a:moveTo>
                      <a:pt x="49" y="93"/>
                    </a:moveTo>
                    <a:cubicBezTo>
                      <a:pt x="60" y="82"/>
                      <a:pt x="60" y="82"/>
                      <a:pt x="60" y="82"/>
                    </a:cubicBezTo>
                    <a:cubicBezTo>
                      <a:pt x="64" y="86"/>
                      <a:pt x="64" y="86"/>
                      <a:pt x="64" y="86"/>
                    </a:cubicBezTo>
                    <a:cubicBezTo>
                      <a:pt x="52" y="97"/>
                      <a:pt x="52" y="97"/>
                      <a:pt x="52" y="97"/>
                    </a:cubicBezTo>
                    <a:lnTo>
                      <a:pt x="49" y="93"/>
                    </a:lnTo>
                    <a:close/>
                    <a:moveTo>
                      <a:pt x="63" y="74"/>
                    </a:moveTo>
                    <a:cubicBezTo>
                      <a:pt x="59" y="70"/>
                      <a:pt x="59" y="70"/>
                      <a:pt x="59" y="70"/>
                    </a:cubicBezTo>
                    <a:cubicBezTo>
                      <a:pt x="71" y="60"/>
                      <a:pt x="71" y="60"/>
                      <a:pt x="71" y="60"/>
                    </a:cubicBezTo>
                    <a:cubicBezTo>
                      <a:pt x="74" y="64"/>
                      <a:pt x="74" y="64"/>
                      <a:pt x="74" y="64"/>
                    </a:cubicBezTo>
                    <a:lnTo>
                      <a:pt x="63" y="74"/>
                    </a:lnTo>
                    <a:close/>
                    <a:moveTo>
                      <a:pt x="77" y="67"/>
                    </a:moveTo>
                    <a:cubicBezTo>
                      <a:pt x="81" y="71"/>
                      <a:pt x="81" y="71"/>
                      <a:pt x="81" y="71"/>
                    </a:cubicBezTo>
                    <a:cubicBezTo>
                      <a:pt x="69" y="81"/>
                      <a:pt x="69" y="81"/>
                      <a:pt x="69" y="81"/>
                    </a:cubicBezTo>
                    <a:cubicBezTo>
                      <a:pt x="66" y="77"/>
                      <a:pt x="66" y="77"/>
                      <a:pt x="66" y="77"/>
                    </a:cubicBezTo>
                    <a:lnTo>
                      <a:pt x="77" y="67"/>
                    </a:lnTo>
                    <a:close/>
                    <a:moveTo>
                      <a:pt x="58" y="103"/>
                    </a:moveTo>
                    <a:cubicBezTo>
                      <a:pt x="55" y="100"/>
                      <a:pt x="55" y="100"/>
                      <a:pt x="55" y="100"/>
                    </a:cubicBezTo>
                    <a:cubicBezTo>
                      <a:pt x="67" y="89"/>
                      <a:pt x="67" y="89"/>
                      <a:pt x="67" y="89"/>
                    </a:cubicBezTo>
                    <a:cubicBezTo>
                      <a:pt x="70" y="92"/>
                      <a:pt x="70" y="92"/>
                      <a:pt x="70" y="92"/>
                    </a:cubicBezTo>
                    <a:lnTo>
                      <a:pt x="58" y="103"/>
                    </a:lnTo>
                    <a:close/>
                    <a:moveTo>
                      <a:pt x="72" y="84"/>
                    </a:moveTo>
                    <a:cubicBezTo>
                      <a:pt x="84" y="74"/>
                      <a:pt x="84" y="74"/>
                      <a:pt x="84" y="74"/>
                    </a:cubicBezTo>
                    <a:cubicBezTo>
                      <a:pt x="86" y="77"/>
                      <a:pt x="86" y="77"/>
                      <a:pt x="86" y="77"/>
                    </a:cubicBezTo>
                    <a:cubicBezTo>
                      <a:pt x="75" y="87"/>
                      <a:pt x="75" y="87"/>
                      <a:pt x="75" y="87"/>
                    </a:cubicBezTo>
                    <a:lnTo>
                      <a:pt x="72" y="84"/>
                    </a:lnTo>
                    <a:close/>
                    <a:moveTo>
                      <a:pt x="69" y="115"/>
                    </a:moveTo>
                    <a:cubicBezTo>
                      <a:pt x="81" y="104"/>
                      <a:pt x="81" y="104"/>
                      <a:pt x="81" y="104"/>
                    </a:cubicBezTo>
                    <a:cubicBezTo>
                      <a:pt x="84" y="108"/>
                      <a:pt x="84" y="108"/>
                      <a:pt x="84" y="108"/>
                    </a:cubicBezTo>
                    <a:cubicBezTo>
                      <a:pt x="73" y="119"/>
                      <a:pt x="73" y="119"/>
                      <a:pt x="73" y="119"/>
                    </a:cubicBezTo>
                    <a:lnTo>
                      <a:pt x="69" y="115"/>
                    </a:lnTo>
                    <a:close/>
                    <a:moveTo>
                      <a:pt x="76" y="122"/>
                    </a:moveTo>
                    <a:cubicBezTo>
                      <a:pt x="88" y="112"/>
                      <a:pt x="88" y="112"/>
                      <a:pt x="88" y="112"/>
                    </a:cubicBezTo>
                    <a:cubicBezTo>
                      <a:pt x="92" y="116"/>
                      <a:pt x="92" y="116"/>
                      <a:pt x="92" y="116"/>
                    </a:cubicBezTo>
                    <a:cubicBezTo>
                      <a:pt x="80" y="127"/>
                      <a:pt x="80" y="127"/>
                      <a:pt x="80" y="127"/>
                    </a:cubicBezTo>
                    <a:lnTo>
                      <a:pt x="76" y="122"/>
                    </a:lnTo>
                    <a:close/>
                    <a:moveTo>
                      <a:pt x="87" y="134"/>
                    </a:moveTo>
                    <a:cubicBezTo>
                      <a:pt x="83" y="130"/>
                      <a:pt x="83" y="130"/>
                      <a:pt x="83" y="130"/>
                    </a:cubicBezTo>
                    <a:cubicBezTo>
                      <a:pt x="95" y="120"/>
                      <a:pt x="95" y="120"/>
                      <a:pt x="95" y="120"/>
                    </a:cubicBezTo>
                    <a:cubicBezTo>
                      <a:pt x="99" y="124"/>
                      <a:pt x="99" y="124"/>
                      <a:pt x="99" y="124"/>
                    </a:cubicBezTo>
                    <a:lnTo>
                      <a:pt x="87" y="134"/>
                    </a:lnTo>
                    <a:close/>
                    <a:moveTo>
                      <a:pt x="93" y="107"/>
                    </a:moveTo>
                    <a:cubicBezTo>
                      <a:pt x="104" y="96"/>
                      <a:pt x="104" y="96"/>
                      <a:pt x="104" y="96"/>
                    </a:cubicBezTo>
                    <a:cubicBezTo>
                      <a:pt x="108" y="101"/>
                      <a:pt x="108" y="101"/>
                      <a:pt x="108" y="101"/>
                    </a:cubicBezTo>
                    <a:cubicBezTo>
                      <a:pt x="97" y="111"/>
                      <a:pt x="97" y="111"/>
                      <a:pt x="97" y="111"/>
                    </a:cubicBezTo>
                    <a:lnTo>
                      <a:pt x="93" y="107"/>
                    </a:lnTo>
                    <a:close/>
                    <a:moveTo>
                      <a:pt x="100" y="115"/>
                    </a:moveTo>
                    <a:cubicBezTo>
                      <a:pt x="112" y="104"/>
                      <a:pt x="112" y="104"/>
                      <a:pt x="112" y="104"/>
                    </a:cubicBezTo>
                    <a:cubicBezTo>
                      <a:pt x="116" y="108"/>
                      <a:pt x="116" y="108"/>
                      <a:pt x="116" y="108"/>
                    </a:cubicBezTo>
                    <a:cubicBezTo>
                      <a:pt x="104" y="119"/>
                      <a:pt x="104" y="119"/>
                      <a:pt x="104" y="119"/>
                    </a:cubicBezTo>
                    <a:lnTo>
                      <a:pt x="100" y="115"/>
                    </a:lnTo>
                    <a:close/>
                    <a:moveTo>
                      <a:pt x="127" y="124"/>
                    </a:moveTo>
                    <a:cubicBezTo>
                      <a:pt x="119" y="132"/>
                      <a:pt x="119" y="132"/>
                      <a:pt x="119" y="132"/>
                    </a:cubicBezTo>
                    <a:cubicBezTo>
                      <a:pt x="109" y="122"/>
                      <a:pt x="109" y="122"/>
                      <a:pt x="109" y="122"/>
                    </a:cubicBezTo>
                    <a:cubicBezTo>
                      <a:pt x="118" y="114"/>
                      <a:pt x="118" y="114"/>
                      <a:pt x="118" y="114"/>
                    </a:cubicBezTo>
                    <a:lnTo>
                      <a:pt x="127" y="124"/>
                    </a:lnTo>
                    <a:close/>
                    <a:moveTo>
                      <a:pt x="132" y="93"/>
                    </a:moveTo>
                    <a:cubicBezTo>
                      <a:pt x="121" y="104"/>
                      <a:pt x="121" y="104"/>
                      <a:pt x="121" y="104"/>
                    </a:cubicBezTo>
                    <a:cubicBezTo>
                      <a:pt x="117" y="99"/>
                      <a:pt x="117" y="99"/>
                      <a:pt x="117" y="99"/>
                    </a:cubicBezTo>
                    <a:cubicBezTo>
                      <a:pt x="128" y="89"/>
                      <a:pt x="128" y="89"/>
                      <a:pt x="128" y="89"/>
                    </a:cubicBezTo>
                    <a:lnTo>
                      <a:pt x="132" y="93"/>
                    </a:lnTo>
                    <a:close/>
                    <a:moveTo>
                      <a:pt x="125" y="85"/>
                    </a:moveTo>
                    <a:cubicBezTo>
                      <a:pt x="114" y="96"/>
                      <a:pt x="114" y="96"/>
                      <a:pt x="114" y="96"/>
                    </a:cubicBezTo>
                    <a:cubicBezTo>
                      <a:pt x="110" y="92"/>
                      <a:pt x="110" y="92"/>
                      <a:pt x="110" y="92"/>
                    </a:cubicBezTo>
                    <a:cubicBezTo>
                      <a:pt x="121" y="81"/>
                      <a:pt x="121" y="81"/>
                      <a:pt x="121" y="81"/>
                    </a:cubicBezTo>
                    <a:lnTo>
                      <a:pt x="125" y="85"/>
                    </a:lnTo>
                    <a:close/>
                    <a:moveTo>
                      <a:pt x="114" y="73"/>
                    </a:moveTo>
                    <a:cubicBezTo>
                      <a:pt x="118" y="77"/>
                      <a:pt x="118" y="77"/>
                      <a:pt x="118" y="77"/>
                    </a:cubicBezTo>
                    <a:cubicBezTo>
                      <a:pt x="106" y="88"/>
                      <a:pt x="106" y="88"/>
                      <a:pt x="106" y="88"/>
                    </a:cubicBezTo>
                    <a:cubicBezTo>
                      <a:pt x="103" y="84"/>
                      <a:pt x="103" y="84"/>
                      <a:pt x="103" y="84"/>
                    </a:cubicBezTo>
                    <a:lnTo>
                      <a:pt x="114" y="73"/>
                    </a:lnTo>
                    <a:close/>
                    <a:moveTo>
                      <a:pt x="101" y="93"/>
                    </a:moveTo>
                    <a:cubicBezTo>
                      <a:pt x="90" y="103"/>
                      <a:pt x="90" y="103"/>
                      <a:pt x="90" y="103"/>
                    </a:cubicBezTo>
                    <a:cubicBezTo>
                      <a:pt x="86" y="99"/>
                      <a:pt x="86" y="99"/>
                      <a:pt x="86" y="99"/>
                    </a:cubicBezTo>
                    <a:cubicBezTo>
                      <a:pt x="97" y="89"/>
                      <a:pt x="97" y="89"/>
                      <a:pt x="97" y="89"/>
                    </a:cubicBezTo>
                    <a:lnTo>
                      <a:pt x="101" y="93"/>
                    </a:lnTo>
                    <a:close/>
                    <a:moveTo>
                      <a:pt x="93" y="87"/>
                    </a:moveTo>
                    <a:cubicBezTo>
                      <a:pt x="85" y="95"/>
                      <a:pt x="85" y="95"/>
                      <a:pt x="85" y="95"/>
                    </a:cubicBezTo>
                    <a:cubicBezTo>
                      <a:pt x="79" y="89"/>
                      <a:pt x="79" y="89"/>
                      <a:pt x="79" y="89"/>
                    </a:cubicBezTo>
                    <a:cubicBezTo>
                      <a:pt x="88" y="81"/>
                      <a:pt x="88" y="81"/>
                      <a:pt x="88" y="81"/>
                    </a:cubicBezTo>
                    <a:lnTo>
                      <a:pt x="93" y="87"/>
                    </a:lnTo>
                    <a:close/>
                    <a:moveTo>
                      <a:pt x="103" y="61"/>
                    </a:moveTo>
                    <a:cubicBezTo>
                      <a:pt x="91" y="72"/>
                      <a:pt x="91" y="72"/>
                      <a:pt x="91" y="72"/>
                    </a:cubicBezTo>
                    <a:cubicBezTo>
                      <a:pt x="89" y="69"/>
                      <a:pt x="89" y="69"/>
                      <a:pt x="89" y="69"/>
                    </a:cubicBezTo>
                    <a:cubicBezTo>
                      <a:pt x="100" y="58"/>
                      <a:pt x="100" y="58"/>
                      <a:pt x="100" y="58"/>
                    </a:cubicBezTo>
                    <a:lnTo>
                      <a:pt x="103" y="61"/>
                    </a:lnTo>
                    <a:close/>
                    <a:moveTo>
                      <a:pt x="97" y="55"/>
                    </a:moveTo>
                    <a:cubicBezTo>
                      <a:pt x="86" y="66"/>
                      <a:pt x="86" y="66"/>
                      <a:pt x="86" y="66"/>
                    </a:cubicBezTo>
                    <a:cubicBezTo>
                      <a:pt x="82" y="62"/>
                      <a:pt x="82" y="62"/>
                      <a:pt x="82" y="62"/>
                    </a:cubicBezTo>
                    <a:cubicBezTo>
                      <a:pt x="94" y="51"/>
                      <a:pt x="94" y="51"/>
                      <a:pt x="94" y="51"/>
                    </a:cubicBezTo>
                    <a:lnTo>
                      <a:pt x="97" y="55"/>
                    </a:lnTo>
                    <a:close/>
                    <a:moveTo>
                      <a:pt x="91" y="48"/>
                    </a:moveTo>
                    <a:cubicBezTo>
                      <a:pt x="79" y="59"/>
                      <a:pt x="79" y="59"/>
                      <a:pt x="79" y="59"/>
                    </a:cubicBezTo>
                    <a:cubicBezTo>
                      <a:pt x="76" y="55"/>
                      <a:pt x="76" y="55"/>
                      <a:pt x="76" y="55"/>
                    </a:cubicBezTo>
                    <a:cubicBezTo>
                      <a:pt x="87" y="44"/>
                      <a:pt x="87" y="44"/>
                      <a:pt x="87" y="44"/>
                    </a:cubicBezTo>
                    <a:lnTo>
                      <a:pt x="91" y="48"/>
                    </a:lnTo>
                    <a:close/>
                    <a:moveTo>
                      <a:pt x="82" y="38"/>
                    </a:moveTo>
                    <a:cubicBezTo>
                      <a:pt x="84" y="41"/>
                      <a:pt x="84" y="41"/>
                      <a:pt x="84" y="41"/>
                    </a:cubicBezTo>
                    <a:cubicBezTo>
                      <a:pt x="73" y="52"/>
                      <a:pt x="73" y="52"/>
                      <a:pt x="73" y="52"/>
                    </a:cubicBezTo>
                    <a:cubicBezTo>
                      <a:pt x="71" y="49"/>
                      <a:pt x="71" y="49"/>
                      <a:pt x="71" y="49"/>
                    </a:cubicBezTo>
                    <a:cubicBezTo>
                      <a:pt x="70" y="49"/>
                      <a:pt x="70" y="49"/>
                      <a:pt x="70" y="49"/>
                    </a:cubicBezTo>
                    <a:lnTo>
                      <a:pt x="82" y="38"/>
                    </a:lnTo>
                    <a:close/>
                    <a:moveTo>
                      <a:pt x="68" y="57"/>
                    </a:moveTo>
                    <a:cubicBezTo>
                      <a:pt x="56" y="67"/>
                      <a:pt x="56" y="67"/>
                      <a:pt x="56" y="67"/>
                    </a:cubicBezTo>
                    <a:cubicBezTo>
                      <a:pt x="54" y="64"/>
                      <a:pt x="54" y="64"/>
                      <a:pt x="54" y="64"/>
                    </a:cubicBezTo>
                    <a:cubicBezTo>
                      <a:pt x="65" y="54"/>
                      <a:pt x="65" y="54"/>
                      <a:pt x="65" y="54"/>
                    </a:cubicBezTo>
                    <a:lnTo>
                      <a:pt x="68" y="57"/>
                    </a:lnTo>
                    <a:close/>
                    <a:moveTo>
                      <a:pt x="61" y="52"/>
                    </a:moveTo>
                    <a:cubicBezTo>
                      <a:pt x="52" y="60"/>
                      <a:pt x="52" y="60"/>
                      <a:pt x="52" y="60"/>
                    </a:cubicBezTo>
                    <a:cubicBezTo>
                      <a:pt x="46" y="53"/>
                      <a:pt x="46" y="53"/>
                      <a:pt x="46" y="53"/>
                    </a:cubicBezTo>
                    <a:cubicBezTo>
                      <a:pt x="55" y="45"/>
                      <a:pt x="55" y="45"/>
                      <a:pt x="55" y="45"/>
                    </a:cubicBezTo>
                    <a:lnTo>
                      <a:pt x="61" y="52"/>
                    </a:lnTo>
                    <a:close/>
                    <a:moveTo>
                      <a:pt x="70" y="26"/>
                    </a:moveTo>
                    <a:cubicBezTo>
                      <a:pt x="58" y="36"/>
                      <a:pt x="58" y="36"/>
                      <a:pt x="58" y="36"/>
                    </a:cubicBezTo>
                    <a:cubicBezTo>
                      <a:pt x="55" y="33"/>
                      <a:pt x="55" y="33"/>
                      <a:pt x="55" y="33"/>
                    </a:cubicBezTo>
                    <a:cubicBezTo>
                      <a:pt x="67" y="22"/>
                      <a:pt x="67" y="22"/>
                      <a:pt x="67" y="22"/>
                    </a:cubicBezTo>
                    <a:lnTo>
                      <a:pt x="70" y="26"/>
                    </a:lnTo>
                    <a:close/>
                    <a:moveTo>
                      <a:pt x="64" y="19"/>
                    </a:moveTo>
                    <a:cubicBezTo>
                      <a:pt x="52" y="29"/>
                      <a:pt x="52" y="29"/>
                      <a:pt x="52" y="29"/>
                    </a:cubicBezTo>
                    <a:cubicBezTo>
                      <a:pt x="48" y="25"/>
                      <a:pt x="48" y="25"/>
                      <a:pt x="48" y="25"/>
                    </a:cubicBezTo>
                    <a:cubicBezTo>
                      <a:pt x="60" y="14"/>
                      <a:pt x="60" y="14"/>
                      <a:pt x="60" y="14"/>
                    </a:cubicBezTo>
                    <a:lnTo>
                      <a:pt x="64" y="19"/>
                    </a:lnTo>
                    <a:close/>
                    <a:moveTo>
                      <a:pt x="52" y="6"/>
                    </a:moveTo>
                    <a:cubicBezTo>
                      <a:pt x="56" y="11"/>
                      <a:pt x="56" y="11"/>
                      <a:pt x="56" y="11"/>
                    </a:cubicBezTo>
                    <a:cubicBezTo>
                      <a:pt x="45" y="21"/>
                      <a:pt x="45" y="21"/>
                      <a:pt x="45" y="21"/>
                    </a:cubicBezTo>
                    <a:cubicBezTo>
                      <a:pt x="41" y="17"/>
                      <a:pt x="41" y="17"/>
                      <a:pt x="41" y="17"/>
                    </a:cubicBezTo>
                    <a:lnTo>
                      <a:pt x="52" y="6"/>
                    </a:lnTo>
                    <a:close/>
                    <a:moveTo>
                      <a:pt x="36" y="22"/>
                    </a:moveTo>
                    <a:cubicBezTo>
                      <a:pt x="40" y="26"/>
                      <a:pt x="40" y="26"/>
                      <a:pt x="40" y="26"/>
                    </a:cubicBezTo>
                    <a:cubicBezTo>
                      <a:pt x="28" y="37"/>
                      <a:pt x="28" y="37"/>
                      <a:pt x="28" y="37"/>
                    </a:cubicBezTo>
                    <a:cubicBezTo>
                      <a:pt x="24" y="33"/>
                      <a:pt x="24" y="33"/>
                      <a:pt x="24" y="33"/>
                    </a:cubicBezTo>
                    <a:lnTo>
                      <a:pt x="36" y="22"/>
                    </a:lnTo>
                    <a:close/>
                    <a:moveTo>
                      <a:pt x="23" y="42"/>
                    </a:moveTo>
                    <a:cubicBezTo>
                      <a:pt x="11" y="52"/>
                      <a:pt x="11" y="52"/>
                      <a:pt x="11" y="52"/>
                    </a:cubicBezTo>
                    <a:cubicBezTo>
                      <a:pt x="7" y="48"/>
                      <a:pt x="7" y="48"/>
                      <a:pt x="7" y="48"/>
                    </a:cubicBezTo>
                    <a:cubicBezTo>
                      <a:pt x="19" y="37"/>
                      <a:pt x="19" y="37"/>
                      <a:pt x="19" y="37"/>
                    </a:cubicBezTo>
                    <a:lnTo>
                      <a:pt x="23" y="42"/>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grpSp>
          <p:nvGrpSpPr>
            <p:cNvPr id="704" name="Google Shape;704;p83"/>
            <p:cNvGrpSpPr/>
            <p:nvPr/>
          </p:nvGrpSpPr>
          <p:grpSpPr>
            <a:xfrm>
              <a:off x="8912021" y="4012338"/>
              <a:ext cx="430544" cy="935851"/>
              <a:chOff x="8888412" y="3197225"/>
              <a:chExt cx="265113" cy="576263"/>
            </a:xfrm>
          </p:grpSpPr>
          <p:sp>
            <p:nvSpPr>
              <p:cNvPr id="705" name="Google Shape;705;p83"/>
              <p:cNvSpPr/>
              <p:nvPr/>
            </p:nvSpPr>
            <p:spPr>
              <a:xfrm>
                <a:off x="9023350" y="3560763"/>
                <a:ext cx="130175" cy="212725"/>
              </a:xfrm>
              <a:custGeom>
                <a:avLst/>
                <a:gdLst/>
                <a:ahLst/>
                <a:cxnLst/>
                <a:rect l="l" t="t" r="r" b="b"/>
                <a:pathLst>
                  <a:path w="75" h="122" extrusionOk="0">
                    <a:moveTo>
                      <a:pt x="23" y="101"/>
                    </a:moveTo>
                    <a:cubicBezTo>
                      <a:pt x="27" y="114"/>
                      <a:pt x="40" y="122"/>
                      <a:pt x="53" y="119"/>
                    </a:cubicBezTo>
                    <a:cubicBezTo>
                      <a:pt x="54" y="119"/>
                      <a:pt x="54" y="119"/>
                      <a:pt x="54" y="119"/>
                    </a:cubicBezTo>
                    <a:cubicBezTo>
                      <a:pt x="67" y="115"/>
                      <a:pt x="75" y="102"/>
                      <a:pt x="72" y="88"/>
                    </a:cubicBezTo>
                    <a:cubicBezTo>
                      <a:pt x="49" y="0"/>
                      <a:pt x="49" y="0"/>
                      <a:pt x="49" y="0"/>
                    </a:cubicBezTo>
                    <a:cubicBezTo>
                      <a:pt x="0" y="13"/>
                      <a:pt x="0" y="13"/>
                      <a:pt x="0" y="13"/>
                    </a:cubicBezTo>
                    <a:lnTo>
                      <a:pt x="23" y="101"/>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06" name="Google Shape;706;p83"/>
              <p:cNvSpPr/>
              <p:nvPr/>
            </p:nvSpPr>
            <p:spPr>
              <a:xfrm>
                <a:off x="8888412" y="3197225"/>
                <a:ext cx="220663" cy="234950"/>
              </a:xfrm>
              <a:custGeom>
                <a:avLst/>
                <a:gdLst/>
                <a:ahLst/>
                <a:cxnLst/>
                <a:rect l="l" t="t" r="r" b="b"/>
                <a:pathLst>
                  <a:path w="126" h="135" extrusionOk="0">
                    <a:moveTo>
                      <a:pt x="77" y="3"/>
                    </a:moveTo>
                    <a:cubicBezTo>
                      <a:pt x="19" y="19"/>
                      <a:pt x="19" y="19"/>
                      <a:pt x="19" y="19"/>
                    </a:cubicBezTo>
                    <a:cubicBezTo>
                      <a:pt x="7" y="22"/>
                      <a:pt x="0" y="34"/>
                      <a:pt x="3" y="47"/>
                    </a:cubicBezTo>
                    <a:cubicBezTo>
                      <a:pt x="21" y="115"/>
                      <a:pt x="21" y="115"/>
                      <a:pt x="21" y="115"/>
                    </a:cubicBezTo>
                    <a:cubicBezTo>
                      <a:pt x="24" y="128"/>
                      <a:pt x="36" y="135"/>
                      <a:pt x="49" y="132"/>
                    </a:cubicBezTo>
                    <a:cubicBezTo>
                      <a:pt x="107" y="117"/>
                      <a:pt x="107" y="117"/>
                      <a:pt x="107" y="117"/>
                    </a:cubicBezTo>
                    <a:cubicBezTo>
                      <a:pt x="119" y="114"/>
                      <a:pt x="126" y="101"/>
                      <a:pt x="123" y="89"/>
                    </a:cubicBezTo>
                    <a:cubicBezTo>
                      <a:pt x="105" y="20"/>
                      <a:pt x="105" y="20"/>
                      <a:pt x="105" y="20"/>
                    </a:cubicBezTo>
                    <a:cubicBezTo>
                      <a:pt x="102" y="8"/>
                      <a:pt x="90" y="0"/>
                      <a:pt x="77" y="3"/>
                    </a:cubicBezTo>
                    <a:close/>
                    <a:moveTo>
                      <a:pt x="37" y="111"/>
                    </a:moveTo>
                    <a:cubicBezTo>
                      <a:pt x="37" y="112"/>
                      <a:pt x="36" y="114"/>
                      <a:pt x="34" y="114"/>
                    </a:cubicBezTo>
                    <a:cubicBezTo>
                      <a:pt x="34" y="114"/>
                      <a:pt x="34" y="114"/>
                      <a:pt x="34" y="114"/>
                    </a:cubicBezTo>
                    <a:cubicBezTo>
                      <a:pt x="33" y="115"/>
                      <a:pt x="31" y="114"/>
                      <a:pt x="31" y="112"/>
                    </a:cubicBezTo>
                    <a:cubicBezTo>
                      <a:pt x="30" y="110"/>
                      <a:pt x="30" y="110"/>
                      <a:pt x="30" y="110"/>
                    </a:cubicBezTo>
                    <a:cubicBezTo>
                      <a:pt x="30" y="109"/>
                      <a:pt x="31" y="107"/>
                      <a:pt x="32" y="107"/>
                    </a:cubicBezTo>
                    <a:cubicBezTo>
                      <a:pt x="32" y="107"/>
                      <a:pt x="32" y="107"/>
                      <a:pt x="32" y="107"/>
                    </a:cubicBezTo>
                    <a:cubicBezTo>
                      <a:pt x="34" y="106"/>
                      <a:pt x="36" y="107"/>
                      <a:pt x="36" y="109"/>
                    </a:cubicBezTo>
                    <a:lnTo>
                      <a:pt x="37" y="111"/>
                    </a:lnTo>
                    <a:close/>
                    <a:moveTo>
                      <a:pt x="34" y="99"/>
                    </a:moveTo>
                    <a:cubicBezTo>
                      <a:pt x="34" y="101"/>
                      <a:pt x="33" y="102"/>
                      <a:pt x="31" y="103"/>
                    </a:cubicBezTo>
                    <a:cubicBezTo>
                      <a:pt x="31" y="103"/>
                      <a:pt x="31" y="103"/>
                      <a:pt x="31" y="103"/>
                    </a:cubicBezTo>
                    <a:cubicBezTo>
                      <a:pt x="30" y="103"/>
                      <a:pt x="28" y="102"/>
                      <a:pt x="28" y="101"/>
                    </a:cubicBezTo>
                    <a:cubicBezTo>
                      <a:pt x="27" y="99"/>
                      <a:pt x="27" y="99"/>
                      <a:pt x="27" y="99"/>
                    </a:cubicBezTo>
                    <a:cubicBezTo>
                      <a:pt x="27" y="97"/>
                      <a:pt x="28" y="96"/>
                      <a:pt x="29" y="95"/>
                    </a:cubicBezTo>
                    <a:cubicBezTo>
                      <a:pt x="30" y="95"/>
                      <a:pt x="30" y="95"/>
                      <a:pt x="30" y="95"/>
                    </a:cubicBezTo>
                    <a:cubicBezTo>
                      <a:pt x="31" y="95"/>
                      <a:pt x="33" y="96"/>
                      <a:pt x="33" y="98"/>
                    </a:cubicBezTo>
                    <a:lnTo>
                      <a:pt x="34" y="99"/>
                    </a:lnTo>
                    <a:close/>
                    <a:moveTo>
                      <a:pt x="31" y="88"/>
                    </a:moveTo>
                    <a:cubicBezTo>
                      <a:pt x="31" y="89"/>
                      <a:pt x="30" y="91"/>
                      <a:pt x="28" y="91"/>
                    </a:cubicBezTo>
                    <a:cubicBezTo>
                      <a:pt x="28" y="91"/>
                      <a:pt x="28" y="91"/>
                      <a:pt x="28" y="91"/>
                    </a:cubicBezTo>
                    <a:cubicBezTo>
                      <a:pt x="27" y="92"/>
                      <a:pt x="25" y="91"/>
                      <a:pt x="25" y="89"/>
                    </a:cubicBezTo>
                    <a:cubicBezTo>
                      <a:pt x="24" y="88"/>
                      <a:pt x="24" y="88"/>
                      <a:pt x="24" y="88"/>
                    </a:cubicBezTo>
                    <a:cubicBezTo>
                      <a:pt x="24" y="86"/>
                      <a:pt x="25" y="85"/>
                      <a:pt x="27" y="84"/>
                    </a:cubicBezTo>
                    <a:cubicBezTo>
                      <a:pt x="27" y="84"/>
                      <a:pt x="27" y="84"/>
                      <a:pt x="27" y="84"/>
                    </a:cubicBezTo>
                    <a:cubicBezTo>
                      <a:pt x="28" y="84"/>
                      <a:pt x="30" y="85"/>
                      <a:pt x="30" y="86"/>
                    </a:cubicBezTo>
                    <a:lnTo>
                      <a:pt x="31" y="88"/>
                    </a:lnTo>
                    <a:close/>
                    <a:moveTo>
                      <a:pt x="28" y="77"/>
                    </a:moveTo>
                    <a:cubicBezTo>
                      <a:pt x="28" y="78"/>
                      <a:pt x="27" y="80"/>
                      <a:pt x="26" y="80"/>
                    </a:cubicBezTo>
                    <a:cubicBezTo>
                      <a:pt x="25" y="80"/>
                      <a:pt x="25" y="80"/>
                      <a:pt x="25" y="80"/>
                    </a:cubicBezTo>
                    <a:cubicBezTo>
                      <a:pt x="24" y="81"/>
                      <a:pt x="22" y="80"/>
                      <a:pt x="22" y="78"/>
                    </a:cubicBezTo>
                    <a:cubicBezTo>
                      <a:pt x="21" y="76"/>
                      <a:pt x="21" y="76"/>
                      <a:pt x="21" y="76"/>
                    </a:cubicBezTo>
                    <a:cubicBezTo>
                      <a:pt x="21" y="75"/>
                      <a:pt x="22" y="73"/>
                      <a:pt x="24" y="73"/>
                    </a:cubicBezTo>
                    <a:cubicBezTo>
                      <a:pt x="24" y="73"/>
                      <a:pt x="24" y="73"/>
                      <a:pt x="24" y="73"/>
                    </a:cubicBezTo>
                    <a:cubicBezTo>
                      <a:pt x="25" y="72"/>
                      <a:pt x="27" y="73"/>
                      <a:pt x="27" y="75"/>
                    </a:cubicBezTo>
                    <a:lnTo>
                      <a:pt x="28" y="77"/>
                    </a:lnTo>
                    <a:close/>
                    <a:moveTo>
                      <a:pt x="25" y="65"/>
                    </a:moveTo>
                    <a:cubicBezTo>
                      <a:pt x="25" y="67"/>
                      <a:pt x="24" y="68"/>
                      <a:pt x="23" y="69"/>
                    </a:cubicBezTo>
                    <a:cubicBezTo>
                      <a:pt x="23" y="69"/>
                      <a:pt x="23" y="69"/>
                      <a:pt x="23" y="69"/>
                    </a:cubicBezTo>
                    <a:cubicBezTo>
                      <a:pt x="21" y="69"/>
                      <a:pt x="19" y="68"/>
                      <a:pt x="19" y="67"/>
                    </a:cubicBezTo>
                    <a:cubicBezTo>
                      <a:pt x="18" y="65"/>
                      <a:pt x="18" y="65"/>
                      <a:pt x="18" y="65"/>
                    </a:cubicBezTo>
                    <a:cubicBezTo>
                      <a:pt x="18" y="63"/>
                      <a:pt x="19" y="62"/>
                      <a:pt x="21" y="61"/>
                    </a:cubicBezTo>
                    <a:cubicBezTo>
                      <a:pt x="21" y="61"/>
                      <a:pt x="21" y="61"/>
                      <a:pt x="21" y="61"/>
                    </a:cubicBezTo>
                    <a:cubicBezTo>
                      <a:pt x="22" y="61"/>
                      <a:pt x="24" y="62"/>
                      <a:pt x="24" y="63"/>
                    </a:cubicBezTo>
                    <a:lnTo>
                      <a:pt x="25" y="65"/>
                    </a:lnTo>
                    <a:close/>
                    <a:moveTo>
                      <a:pt x="22" y="54"/>
                    </a:moveTo>
                    <a:cubicBezTo>
                      <a:pt x="22" y="55"/>
                      <a:pt x="21" y="57"/>
                      <a:pt x="20" y="57"/>
                    </a:cubicBezTo>
                    <a:cubicBezTo>
                      <a:pt x="20" y="57"/>
                      <a:pt x="20" y="57"/>
                      <a:pt x="20" y="57"/>
                    </a:cubicBezTo>
                    <a:cubicBezTo>
                      <a:pt x="18" y="58"/>
                      <a:pt x="16" y="57"/>
                      <a:pt x="16" y="55"/>
                    </a:cubicBezTo>
                    <a:cubicBezTo>
                      <a:pt x="16" y="53"/>
                      <a:pt x="16" y="53"/>
                      <a:pt x="16" y="53"/>
                    </a:cubicBezTo>
                    <a:cubicBezTo>
                      <a:pt x="15" y="52"/>
                      <a:pt x="16" y="50"/>
                      <a:pt x="18" y="50"/>
                    </a:cubicBezTo>
                    <a:cubicBezTo>
                      <a:pt x="18" y="50"/>
                      <a:pt x="18" y="50"/>
                      <a:pt x="18" y="50"/>
                    </a:cubicBezTo>
                    <a:cubicBezTo>
                      <a:pt x="19" y="50"/>
                      <a:pt x="21" y="50"/>
                      <a:pt x="21" y="52"/>
                    </a:cubicBezTo>
                    <a:lnTo>
                      <a:pt x="22" y="54"/>
                    </a:lnTo>
                    <a:close/>
                    <a:moveTo>
                      <a:pt x="19" y="42"/>
                    </a:moveTo>
                    <a:cubicBezTo>
                      <a:pt x="19" y="44"/>
                      <a:pt x="18" y="46"/>
                      <a:pt x="17" y="46"/>
                    </a:cubicBezTo>
                    <a:cubicBezTo>
                      <a:pt x="17" y="46"/>
                      <a:pt x="17" y="46"/>
                      <a:pt x="17" y="46"/>
                    </a:cubicBezTo>
                    <a:cubicBezTo>
                      <a:pt x="15" y="46"/>
                      <a:pt x="13" y="45"/>
                      <a:pt x="13" y="44"/>
                    </a:cubicBezTo>
                    <a:cubicBezTo>
                      <a:pt x="13" y="42"/>
                      <a:pt x="13" y="42"/>
                      <a:pt x="13" y="42"/>
                    </a:cubicBezTo>
                    <a:cubicBezTo>
                      <a:pt x="12" y="41"/>
                      <a:pt x="13" y="39"/>
                      <a:pt x="15" y="39"/>
                    </a:cubicBezTo>
                    <a:cubicBezTo>
                      <a:pt x="15" y="39"/>
                      <a:pt x="15" y="39"/>
                      <a:pt x="15" y="39"/>
                    </a:cubicBezTo>
                    <a:cubicBezTo>
                      <a:pt x="16" y="38"/>
                      <a:pt x="18" y="39"/>
                      <a:pt x="18" y="41"/>
                    </a:cubicBezTo>
                    <a:lnTo>
                      <a:pt x="19" y="42"/>
                    </a:lnTo>
                    <a:close/>
                    <a:moveTo>
                      <a:pt x="44" y="109"/>
                    </a:moveTo>
                    <a:cubicBezTo>
                      <a:pt x="45" y="110"/>
                      <a:pt x="44" y="112"/>
                      <a:pt x="42" y="112"/>
                    </a:cubicBezTo>
                    <a:cubicBezTo>
                      <a:pt x="42" y="112"/>
                      <a:pt x="42" y="112"/>
                      <a:pt x="42" y="112"/>
                    </a:cubicBezTo>
                    <a:cubicBezTo>
                      <a:pt x="41" y="113"/>
                      <a:pt x="39" y="112"/>
                      <a:pt x="39" y="110"/>
                    </a:cubicBezTo>
                    <a:cubicBezTo>
                      <a:pt x="38" y="108"/>
                      <a:pt x="38" y="108"/>
                      <a:pt x="38" y="108"/>
                    </a:cubicBezTo>
                    <a:cubicBezTo>
                      <a:pt x="38" y="107"/>
                      <a:pt x="39" y="105"/>
                      <a:pt x="40" y="105"/>
                    </a:cubicBezTo>
                    <a:cubicBezTo>
                      <a:pt x="40" y="105"/>
                      <a:pt x="40" y="105"/>
                      <a:pt x="40" y="105"/>
                    </a:cubicBezTo>
                    <a:cubicBezTo>
                      <a:pt x="42" y="104"/>
                      <a:pt x="44" y="105"/>
                      <a:pt x="44" y="107"/>
                    </a:cubicBezTo>
                    <a:lnTo>
                      <a:pt x="44" y="109"/>
                    </a:lnTo>
                    <a:close/>
                    <a:moveTo>
                      <a:pt x="41" y="97"/>
                    </a:moveTo>
                    <a:cubicBezTo>
                      <a:pt x="42" y="99"/>
                      <a:pt x="41" y="100"/>
                      <a:pt x="39" y="101"/>
                    </a:cubicBezTo>
                    <a:cubicBezTo>
                      <a:pt x="39" y="101"/>
                      <a:pt x="39" y="101"/>
                      <a:pt x="39" y="101"/>
                    </a:cubicBezTo>
                    <a:cubicBezTo>
                      <a:pt x="38" y="101"/>
                      <a:pt x="36" y="100"/>
                      <a:pt x="36" y="99"/>
                    </a:cubicBezTo>
                    <a:cubicBezTo>
                      <a:pt x="35" y="97"/>
                      <a:pt x="35" y="97"/>
                      <a:pt x="35" y="97"/>
                    </a:cubicBezTo>
                    <a:cubicBezTo>
                      <a:pt x="35" y="95"/>
                      <a:pt x="36" y="94"/>
                      <a:pt x="37" y="93"/>
                    </a:cubicBezTo>
                    <a:cubicBezTo>
                      <a:pt x="37" y="93"/>
                      <a:pt x="37" y="93"/>
                      <a:pt x="37" y="93"/>
                    </a:cubicBezTo>
                    <a:cubicBezTo>
                      <a:pt x="39" y="93"/>
                      <a:pt x="41" y="94"/>
                      <a:pt x="41" y="95"/>
                    </a:cubicBezTo>
                    <a:lnTo>
                      <a:pt x="41" y="97"/>
                    </a:lnTo>
                    <a:close/>
                    <a:moveTo>
                      <a:pt x="38" y="86"/>
                    </a:moveTo>
                    <a:cubicBezTo>
                      <a:pt x="39" y="87"/>
                      <a:pt x="38" y="89"/>
                      <a:pt x="36" y="89"/>
                    </a:cubicBezTo>
                    <a:cubicBezTo>
                      <a:pt x="36" y="89"/>
                      <a:pt x="36" y="89"/>
                      <a:pt x="36" y="89"/>
                    </a:cubicBezTo>
                    <a:cubicBezTo>
                      <a:pt x="35" y="90"/>
                      <a:pt x="33" y="89"/>
                      <a:pt x="33" y="87"/>
                    </a:cubicBezTo>
                    <a:cubicBezTo>
                      <a:pt x="32" y="86"/>
                      <a:pt x="32" y="86"/>
                      <a:pt x="32" y="86"/>
                    </a:cubicBezTo>
                    <a:cubicBezTo>
                      <a:pt x="32" y="84"/>
                      <a:pt x="33" y="82"/>
                      <a:pt x="34" y="82"/>
                    </a:cubicBezTo>
                    <a:cubicBezTo>
                      <a:pt x="34" y="82"/>
                      <a:pt x="34" y="82"/>
                      <a:pt x="34" y="82"/>
                    </a:cubicBezTo>
                    <a:cubicBezTo>
                      <a:pt x="36" y="82"/>
                      <a:pt x="38" y="83"/>
                      <a:pt x="38" y="84"/>
                    </a:cubicBezTo>
                    <a:lnTo>
                      <a:pt x="38" y="86"/>
                    </a:lnTo>
                    <a:close/>
                    <a:moveTo>
                      <a:pt x="36" y="75"/>
                    </a:moveTo>
                    <a:cubicBezTo>
                      <a:pt x="36" y="76"/>
                      <a:pt x="35" y="78"/>
                      <a:pt x="33" y="78"/>
                    </a:cubicBezTo>
                    <a:cubicBezTo>
                      <a:pt x="33" y="78"/>
                      <a:pt x="33" y="78"/>
                      <a:pt x="33" y="78"/>
                    </a:cubicBezTo>
                    <a:cubicBezTo>
                      <a:pt x="32" y="78"/>
                      <a:pt x="30" y="78"/>
                      <a:pt x="30" y="76"/>
                    </a:cubicBezTo>
                    <a:cubicBezTo>
                      <a:pt x="29" y="74"/>
                      <a:pt x="29" y="74"/>
                      <a:pt x="29" y="74"/>
                    </a:cubicBezTo>
                    <a:cubicBezTo>
                      <a:pt x="29" y="73"/>
                      <a:pt x="30" y="71"/>
                      <a:pt x="31" y="71"/>
                    </a:cubicBezTo>
                    <a:cubicBezTo>
                      <a:pt x="31" y="71"/>
                      <a:pt x="31" y="71"/>
                      <a:pt x="31" y="71"/>
                    </a:cubicBezTo>
                    <a:cubicBezTo>
                      <a:pt x="33" y="70"/>
                      <a:pt x="35" y="71"/>
                      <a:pt x="35" y="73"/>
                    </a:cubicBezTo>
                    <a:lnTo>
                      <a:pt x="36" y="75"/>
                    </a:lnTo>
                    <a:close/>
                    <a:moveTo>
                      <a:pt x="33" y="63"/>
                    </a:moveTo>
                    <a:cubicBezTo>
                      <a:pt x="33" y="65"/>
                      <a:pt x="32" y="66"/>
                      <a:pt x="30" y="67"/>
                    </a:cubicBezTo>
                    <a:cubicBezTo>
                      <a:pt x="30" y="67"/>
                      <a:pt x="30" y="67"/>
                      <a:pt x="30" y="67"/>
                    </a:cubicBezTo>
                    <a:cubicBezTo>
                      <a:pt x="29" y="67"/>
                      <a:pt x="27" y="66"/>
                      <a:pt x="27" y="65"/>
                    </a:cubicBezTo>
                    <a:cubicBezTo>
                      <a:pt x="26" y="63"/>
                      <a:pt x="26" y="63"/>
                      <a:pt x="26" y="63"/>
                    </a:cubicBezTo>
                    <a:cubicBezTo>
                      <a:pt x="26" y="61"/>
                      <a:pt x="27" y="60"/>
                      <a:pt x="28" y="59"/>
                    </a:cubicBezTo>
                    <a:cubicBezTo>
                      <a:pt x="28" y="59"/>
                      <a:pt x="28" y="59"/>
                      <a:pt x="28" y="59"/>
                    </a:cubicBezTo>
                    <a:cubicBezTo>
                      <a:pt x="30" y="59"/>
                      <a:pt x="32" y="60"/>
                      <a:pt x="32" y="61"/>
                    </a:cubicBezTo>
                    <a:lnTo>
                      <a:pt x="33" y="63"/>
                    </a:lnTo>
                    <a:close/>
                    <a:moveTo>
                      <a:pt x="30" y="52"/>
                    </a:moveTo>
                    <a:cubicBezTo>
                      <a:pt x="30" y="53"/>
                      <a:pt x="29" y="55"/>
                      <a:pt x="27" y="55"/>
                    </a:cubicBezTo>
                    <a:cubicBezTo>
                      <a:pt x="27" y="55"/>
                      <a:pt x="27" y="55"/>
                      <a:pt x="27" y="55"/>
                    </a:cubicBezTo>
                    <a:cubicBezTo>
                      <a:pt x="26" y="56"/>
                      <a:pt x="24" y="55"/>
                      <a:pt x="24" y="53"/>
                    </a:cubicBezTo>
                    <a:cubicBezTo>
                      <a:pt x="23" y="51"/>
                      <a:pt x="23" y="51"/>
                      <a:pt x="23" y="51"/>
                    </a:cubicBezTo>
                    <a:cubicBezTo>
                      <a:pt x="23" y="50"/>
                      <a:pt x="24" y="48"/>
                      <a:pt x="25" y="48"/>
                    </a:cubicBezTo>
                    <a:cubicBezTo>
                      <a:pt x="26" y="48"/>
                      <a:pt x="26" y="48"/>
                      <a:pt x="26" y="48"/>
                    </a:cubicBezTo>
                    <a:cubicBezTo>
                      <a:pt x="27" y="47"/>
                      <a:pt x="29" y="48"/>
                      <a:pt x="29" y="50"/>
                    </a:cubicBezTo>
                    <a:lnTo>
                      <a:pt x="30" y="52"/>
                    </a:lnTo>
                    <a:close/>
                    <a:moveTo>
                      <a:pt x="27" y="40"/>
                    </a:moveTo>
                    <a:cubicBezTo>
                      <a:pt x="27" y="42"/>
                      <a:pt x="26" y="43"/>
                      <a:pt x="24" y="44"/>
                    </a:cubicBezTo>
                    <a:cubicBezTo>
                      <a:pt x="24" y="44"/>
                      <a:pt x="24" y="44"/>
                      <a:pt x="24" y="44"/>
                    </a:cubicBezTo>
                    <a:cubicBezTo>
                      <a:pt x="23" y="44"/>
                      <a:pt x="21" y="43"/>
                      <a:pt x="21" y="42"/>
                    </a:cubicBezTo>
                    <a:cubicBezTo>
                      <a:pt x="20" y="40"/>
                      <a:pt x="20" y="40"/>
                      <a:pt x="20" y="40"/>
                    </a:cubicBezTo>
                    <a:cubicBezTo>
                      <a:pt x="20" y="39"/>
                      <a:pt x="21" y="37"/>
                      <a:pt x="23" y="37"/>
                    </a:cubicBezTo>
                    <a:cubicBezTo>
                      <a:pt x="23" y="37"/>
                      <a:pt x="23" y="37"/>
                      <a:pt x="23" y="37"/>
                    </a:cubicBezTo>
                    <a:cubicBezTo>
                      <a:pt x="24" y="36"/>
                      <a:pt x="26" y="37"/>
                      <a:pt x="26" y="39"/>
                    </a:cubicBezTo>
                    <a:lnTo>
                      <a:pt x="27" y="40"/>
                    </a:lnTo>
                    <a:close/>
                    <a:moveTo>
                      <a:pt x="52" y="107"/>
                    </a:moveTo>
                    <a:cubicBezTo>
                      <a:pt x="53" y="108"/>
                      <a:pt x="52" y="110"/>
                      <a:pt x="50" y="110"/>
                    </a:cubicBezTo>
                    <a:cubicBezTo>
                      <a:pt x="50" y="110"/>
                      <a:pt x="50" y="110"/>
                      <a:pt x="50" y="110"/>
                    </a:cubicBezTo>
                    <a:cubicBezTo>
                      <a:pt x="48" y="111"/>
                      <a:pt x="47" y="110"/>
                      <a:pt x="46" y="108"/>
                    </a:cubicBezTo>
                    <a:cubicBezTo>
                      <a:pt x="46" y="106"/>
                      <a:pt x="46" y="106"/>
                      <a:pt x="46" y="106"/>
                    </a:cubicBezTo>
                    <a:cubicBezTo>
                      <a:pt x="46" y="105"/>
                      <a:pt x="47" y="103"/>
                      <a:pt x="48" y="103"/>
                    </a:cubicBezTo>
                    <a:cubicBezTo>
                      <a:pt x="48" y="103"/>
                      <a:pt x="48" y="103"/>
                      <a:pt x="48" y="103"/>
                    </a:cubicBezTo>
                    <a:cubicBezTo>
                      <a:pt x="50" y="102"/>
                      <a:pt x="51" y="103"/>
                      <a:pt x="52" y="105"/>
                    </a:cubicBezTo>
                    <a:lnTo>
                      <a:pt x="52" y="107"/>
                    </a:lnTo>
                    <a:close/>
                    <a:moveTo>
                      <a:pt x="49" y="95"/>
                    </a:moveTo>
                    <a:cubicBezTo>
                      <a:pt x="50" y="97"/>
                      <a:pt x="49" y="98"/>
                      <a:pt x="47" y="99"/>
                    </a:cubicBezTo>
                    <a:cubicBezTo>
                      <a:pt x="47" y="99"/>
                      <a:pt x="47" y="99"/>
                      <a:pt x="47" y="99"/>
                    </a:cubicBezTo>
                    <a:cubicBezTo>
                      <a:pt x="45" y="99"/>
                      <a:pt x="44" y="98"/>
                      <a:pt x="43" y="97"/>
                    </a:cubicBezTo>
                    <a:cubicBezTo>
                      <a:pt x="43" y="95"/>
                      <a:pt x="43" y="95"/>
                      <a:pt x="43" y="95"/>
                    </a:cubicBezTo>
                    <a:cubicBezTo>
                      <a:pt x="43" y="93"/>
                      <a:pt x="44" y="92"/>
                      <a:pt x="45" y="91"/>
                    </a:cubicBezTo>
                    <a:cubicBezTo>
                      <a:pt x="45" y="91"/>
                      <a:pt x="45" y="91"/>
                      <a:pt x="45" y="91"/>
                    </a:cubicBezTo>
                    <a:cubicBezTo>
                      <a:pt x="47" y="91"/>
                      <a:pt x="48" y="92"/>
                      <a:pt x="49" y="93"/>
                    </a:cubicBezTo>
                    <a:lnTo>
                      <a:pt x="49" y="95"/>
                    </a:lnTo>
                    <a:close/>
                    <a:moveTo>
                      <a:pt x="46" y="84"/>
                    </a:moveTo>
                    <a:cubicBezTo>
                      <a:pt x="47" y="85"/>
                      <a:pt x="46" y="87"/>
                      <a:pt x="44" y="87"/>
                    </a:cubicBezTo>
                    <a:cubicBezTo>
                      <a:pt x="44" y="87"/>
                      <a:pt x="44" y="87"/>
                      <a:pt x="44" y="87"/>
                    </a:cubicBezTo>
                    <a:cubicBezTo>
                      <a:pt x="43" y="88"/>
                      <a:pt x="41" y="87"/>
                      <a:pt x="41" y="85"/>
                    </a:cubicBezTo>
                    <a:cubicBezTo>
                      <a:pt x="40" y="84"/>
                      <a:pt x="40" y="84"/>
                      <a:pt x="40" y="84"/>
                    </a:cubicBezTo>
                    <a:cubicBezTo>
                      <a:pt x="40" y="82"/>
                      <a:pt x="41" y="80"/>
                      <a:pt x="42" y="80"/>
                    </a:cubicBezTo>
                    <a:cubicBezTo>
                      <a:pt x="42" y="80"/>
                      <a:pt x="42" y="80"/>
                      <a:pt x="42" y="80"/>
                    </a:cubicBezTo>
                    <a:cubicBezTo>
                      <a:pt x="44" y="80"/>
                      <a:pt x="45" y="81"/>
                      <a:pt x="46" y="82"/>
                    </a:cubicBezTo>
                    <a:lnTo>
                      <a:pt x="46" y="84"/>
                    </a:lnTo>
                    <a:close/>
                    <a:moveTo>
                      <a:pt x="43" y="72"/>
                    </a:moveTo>
                    <a:cubicBezTo>
                      <a:pt x="44" y="74"/>
                      <a:pt x="43" y="76"/>
                      <a:pt x="41" y="76"/>
                    </a:cubicBezTo>
                    <a:cubicBezTo>
                      <a:pt x="41" y="76"/>
                      <a:pt x="41" y="76"/>
                      <a:pt x="41" y="76"/>
                    </a:cubicBezTo>
                    <a:cubicBezTo>
                      <a:pt x="40" y="76"/>
                      <a:pt x="38" y="76"/>
                      <a:pt x="38" y="74"/>
                    </a:cubicBezTo>
                    <a:cubicBezTo>
                      <a:pt x="37" y="72"/>
                      <a:pt x="37" y="72"/>
                      <a:pt x="37" y="72"/>
                    </a:cubicBezTo>
                    <a:cubicBezTo>
                      <a:pt x="37" y="71"/>
                      <a:pt x="38" y="69"/>
                      <a:pt x="39" y="69"/>
                    </a:cubicBezTo>
                    <a:cubicBezTo>
                      <a:pt x="39" y="69"/>
                      <a:pt x="39" y="69"/>
                      <a:pt x="39" y="69"/>
                    </a:cubicBezTo>
                    <a:cubicBezTo>
                      <a:pt x="41" y="68"/>
                      <a:pt x="42" y="69"/>
                      <a:pt x="43" y="71"/>
                    </a:cubicBezTo>
                    <a:lnTo>
                      <a:pt x="43" y="72"/>
                    </a:lnTo>
                    <a:close/>
                    <a:moveTo>
                      <a:pt x="40" y="61"/>
                    </a:moveTo>
                    <a:cubicBezTo>
                      <a:pt x="41" y="63"/>
                      <a:pt x="40" y="64"/>
                      <a:pt x="38" y="65"/>
                    </a:cubicBezTo>
                    <a:cubicBezTo>
                      <a:pt x="38" y="65"/>
                      <a:pt x="38" y="65"/>
                      <a:pt x="38" y="65"/>
                    </a:cubicBezTo>
                    <a:cubicBezTo>
                      <a:pt x="37" y="65"/>
                      <a:pt x="35" y="64"/>
                      <a:pt x="35" y="63"/>
                    </a:cubicBezTo>
                    <a:cubicBezTo>
                      <a:pt x="34" y="61"/>
                      <a:pt x="34" y="61"/>
                      <a:pt x="34" y="61"/>
                    </a:cubicBezTo>
                    <a:cubicBezTo>
                      <a:pt x="34" y="59"/>
                      <a:pt x="35" y="58"/>
                      <a:pt x="36" y="57"/>
                    </a:cubicBezTo>
                    <a:cubicBezTo>
                      <a:pt x="36" y="57"/>
                      <a:pt x="36" y="57"/>
                      <a:pt x="36" y="57"/>
                    </a:cubicBezTo>
                    <a:cubicBezTo>
                      <a:pt x="38" y="57"/>
                      <a:pt x="40" y="58"/>
                      <a:pt x="40" y="59"/>
                    </a:cubicBezTo>
                    <a:lnTo>
                      <a:pt x="40" y="61"/>
                    </a:lnTo>
                    <a:close/>
                    <a:moveTo>
                      <a:pt x="37" y="50"/>
                    </a:moveTo>
                    <a:cubicBezTo>
                      <a:pt x="38" y="51"/>
                      <a:pt x="37" y="53"/>
                      <a:pt x="35" y="53"/>
                    </a:cubicBezTo>
                    <a:cubicBezTo>
                      <a:pt x="35" y="53"/>
                      <a:pt x="35" y="53"/>
                      <a:pt x="35" y="53"/>
                    </a:cubicBezTo>
                    <a:cubicBezTo>
                      <a:pt x="34" y="54"/>
                      <a:pt x="32" y="53"/>
                      <a:pt x="32" y="51"/>
                    </a:cubicBezTo>
                    <a:cubicBezTo>
                      <a:pt x="31" y="49"/>
                      <a:pt x="31" y="49"/>
                      <a:pt x="31" y="49"/>
                    </a:cubicBezTo>
                    <a:cubicBezTo>
                      <a:pt x="31" y="48"/>
                      <a:pt x="32" y="46"/>
                      <a:pt x="33" y="46"/>
                    </a:cubicBezTo>
                    <a:cubicBezTo>
                      <a:pt x="33" y="46"/>
                      <a:pt x="33" y="46"/>
                      <a:pt x="33" y="46"/>
                    </a:cubicBezTo>
                    <a:cubicBezTo>
                      <a:pt x="35" y="45"/>
                      <a:pt x="37" y="46"/>
                      <a:pt x="37" y="48"/>
                    </a:cubicBezTo>
                    <a:lnTo>
                      <a:pt x="37" y="50"/>
                    </a:lnTo>
                    <a:close/>
                    <a:moveTo>
                      <a:pt x="34" y="38"/>
                    </a:moveTo>
                    <a:cubicBezTo>
                      <a:pt x="35" y="40"/>
                      <a:pt x="34" y="41"/>
                      <a:pt x="32" y="42"/>
                    </a:cubicBezTo>
                    <a:cubicBezTo>
                      <a:pt x="32" y="42"/>
                      <a:pt x="32" y="42"/>
                      <a:pt x="32" y="42"/>
                    </a:cubicBezTo>
                    <a:cubicBezTo>
                      <a:pt x="31" y="42"/>
                      <a:pt x="29" y="41"/>
                      <a:pt x="29" y="40"/>
                    </a:cubicBezTo>
                    <a:cubicBezTo>
                      <a:pt x="28" y="38"/>
                      <a:pt x="28" y="38"/>
                      <a:pt x="28" y="38"/>
                    </a:cubicBezTo>
                    <a:cubicBezTo>
                      <a:pt x="28" y="36"/>
                      <a:pt x="29" y="35"/>
                      <a:pt x="30" y="34"/>
                    </a:cubicBezTo>
                    <a:cubicBezTo>
                      <a:pt x="30" y="34"/>
                      <a:pt x="30" y="34"/>
                      <a:pt x="30" y="34"/>
                    </a:cubicBezTo>
                    <a:cubicBezTo>
                      <a:pt x="32" y="34"/>
                      <a:pt x="34" y="35"/>
                      <a:pt x="34" y="37"/>
                    </a:cubicBezTo>
                    <a:lnTo>
                      <a:pt x="34" y="38"/>
                    </a:lnTo>
                    <a:close/>
                    <a:moveTo>
                      <a:pt x="60" y="105"/>
                    </a:moveTo>
                    <a:cubicBezTo>
                      <a:pt x="60" y="106"/>
                      <a:pt x="60" y="108"/>
                      <a:pt x="58" y="108"/>
                    </a:cubicBezTo>
                    <a:cubicBezTo>
                      <a:pt x="58" y="108"/>
                      <a:pt x="58" y="108"/>
                      <a:pt x="58" y="108"/>
                    </a:cubicBezTo>
                    <a:cubicBezTo>
                      <a:pt x="56" y="109"/>
                      <a:pt x="55" y="108"/>
                      <a:pt x="54" y="106"/>
                    </a:cubicBezTo>
                    <a:cubicBezTo>
                      <a:pt x="54" y="104"/>
                      <a:pt x="54" y="104"/>
                      <a:pt x="54" y="104"/>
                    </a:cubicBezTo>
                    <a:cubicBezTo>
                      <a:pt x="53" y="103"/>
                      <a:pt x="54" y="101"/>
                      <a:pt x="56" y="101"/>
                    </a:cubicBezTo>
                    <a:cubicBezTo>
                      <a:pt x="56" y="101"/>
                      <a:pt x="56" y="101"/>
                      <a:pt x="56" y="101"/>
                    </a:cubicBezTo>
                    <a:cubicBezTo>
                      <a:pt x="58" y="100"/>
                      <a:pt x="59" y="101"/>
                      <a:pt x="60" y="103"/>
                    </a:cubicBezTo>
                    <a:lnTo>
                      <a:pt x="60" y="105"/>
                    </a:lnTo>
                    <a:close/>
                    <a:moveTo>
                      <a:pt x="57" y="93"/>
                    </a:moveTo>
                    <a:cubicBezTo>
                      <a:pt x="57" y="95"/>
                      <a:pt x="57" y="96"/>
                      <a:pt x="55" y="97"/>
                    </a:cubicBezTo>
                    <a:cubicBezTo>
                      <a:pt x="55" y="97"/>
                      <a:pt x="55" y="97"/>
                      <a:pt x="55" y="97"/>
                    </a:cubicBezTo>
                    <a:cubicBezTo>
                      <a:pt x="53" y="97"/>
                      <a:pt x="52" y="96"/>
                      <a:pt x="51" y="95"/>
                    </a:cubicBezTo>
                    <a:cubicBezTo>
                      <a:pt x="51" y="93"/>
                      <a:pt x="51" y="93"/>
                      <a:pt x="51" y="93"/>
                    </a:cubicBezTo>
                    <a:cubicBezTo>
                      <a:pt x="50" y="91"/>
                      <a:pt x="51" y="90"/>
                      <a:pt x="53" y="89"/>
                    </a:cubicBezTo>
                    <a:cubicBezTo>
                      <a:pt x="53" y="89"/>
                      <a:pt x="53" y="89"/>
                      <a:pt x="53" y="89"/>
                    </a:cubicBezTo>
                    <a:cubicBezTo>
                      <a:pt x="55" y="89"/>
                      <a:pt x="56" y="90"/>
                      <a:pt x="57" y="91"/>
                    </a:cubicBezTo>
                    <a:lnTo>
                      <a:pt x="57" y="93"/>
                    </a:lnTo>
                    <a:close/>
                    <a:moveTo>
                      <a:pt x="54" y="82"/>
                    </a:moveTo>
                    <a:cubicBezTo>
                      <a:pt x="55" y="83"/>
                      <a:pt x="54" y="85"/>
                      <a:pt x="52" y="85"/>
                    </a:cubicBezTo>
                    <a:cubicBezTo>
                      <a:pt x="52" y="85"/>
                      <a:pt x="52" y="85"/>
                      <a:pt x="52" y="85"/>
                    </a:cubicBezTo>
                    <a:cubicBezTo>
                      <a:pt x="50" y="86"/>
                      <a:pt x="49" y="85"/>
                      <a:pt x="48" y="83"/>
                    </a:cubicBezTo>
                    <a:cubicBezTo>
                      <a:pt x="48" y="82"/>
                      <a:pt x="48" y="82"/>
                      <a:pt x="48" y="82"/>
                    </a:cubicBezTo>
                    <a:cubicBezTo>
                      <a:pt x="47" y="80"/>
                      <a:pt x="48" y="78"/>
                      <a:pt x="50" y="78"/>
                    </a:cubicBezTo>
                    <a:cubicBezTo>
                      <a:pt x="50" y="78"/>
                      <a:pt x="50" y="78"/>
                      <a:pt x="50" y="78"/>
                    </a:cubicBezTo>
                    <a:cubicBezTo>
                      <a:pt x="52" y="78"/>
                      <a:pt x="53" y="78"/>
                      <a:pt x="54" y="80"/>
                    </a:cubicBezTo>
                    <a:lnTo>
                      <a:pt x="54" y="82"/>
                    </a:lnTo>
                    <a:close/>
                    <a:moveTo>
                      <a:pt x="51" y="70"/>
                    </a:moveTo>
                    <a:cubicBezTo>
                      <a:pt x="52" y="72"/>
                      <a:pt x="51" y="74"/>
                      <a:pt x="49" y="74"/>
                    </a:cubicBezTo>
                    <a:cubicBezTo>
                      <a:pt x="49" y="74"/>
                      <a:pt x="49" y="74"/>
                      <a:pt x="49" y="74"/>
                    </a:cubicBezTo>
                    <a:cubicBezTo>
                      <a:pt x="47" y="74"/>
                      <a:pt x="46" y="73"/>
                      <a:pt x="45" y="72"/>
                    </a:cubicBezTo>
                    <a:cubicBezTo>
                      <a:pt x="45" y="70"/>
                      <a:pt x="45" y="70"/>
                      <a:pt x="45" y="70"/>
                    </a:cubicBezTo>
                    <a:cubicBezTo>
                      <a:pt x="45" y="69"/>
                      <a:pt x="45" y="67"/>
                      <a:pt x="47" y="67"/>
                    </a:cubicBezTo>
                    <a:cubicBezTo>
                      <a:pt x="47" y="67"/>
                      <a:pt x="47" y="67"/>
                      <a:pt x="47" y="67"/>
                    </a:cubicBezTo>
                    <a:cubicBezTo>
                      <a:pt x="49" y="66"/>
                      <a:pt x="50" y="67"/>
                      <a:pt x="51" y="69"/>
                    </a:cubicBezTo>
                    <a:lnTo>
                      <a:pt x="51" y="70"/>
                    </a:lnTo>
                    <a:close/>
                    <a:moveTo>
                      <a:pt x="48" y="59"/>
                    </a:moveTo>
                    <a:cubicBezTo>
                      <a:pt x="49" y="61"/>
                      <a:pt x="48" y="62"/>
                      <a:pt x="46" y="63"/>
                    </a:cubicBezTo>
                    <a:cubicBezTo>
                      <a:pt x="46" y="63"/>
                      <a:pt x="46" y="63"/>
                      <a:pt x="46" y="63"/>
                    </a:cubicBezTo>
                    <a:cubicBezTo>
                      <a:pt x="44" y="63"/>
                      <a:pt x="43" y="62"/>
                      <a:pt x="42" y="61"/>
                    </a:cubicBezTo>
                    <a:cubicBezTo>
                      <a:pt x="42" y="59"/>
                      <a:pt x="42" y="59"/>
                      <a:pt x="42" y="59"/>
                    </a:cubicBezTo>
                    <a:cubicBezTo>
                      <a:pt x="42" y="57"/>
                      <a:pt x="43" y="56"/>
                      <a:pt x="44" y="55"/>
                    </a:cubicBezTo>
                    <a:cubicBezTo>
                      <a:pt x="44" y="55"/>
                      <a:pt x="44" y="55"/>
                      <a:pt x="44" y="55"/>
                    </a:cubicBezTo>
                    <a:cubicBezTo>
                      <a:pt x="46" y="55"/>
                      <a:pt x="47" y="56"/>
                      <a:pt x="48" y="57"/>
                    </a:cubicBezTo>
                    <a:lnTo>
                      <a:pt x="48" y="59"/>
                    </a:lnTo>
                    <a:close/>
                    <a:moveTo>
                      <a:pt x="45" y="48"/>
                    </a:moveTo>
                    <a:cubicBezTo>
                      <a:pt x="46" y="49"/>
                      <a:pt x="45" y="51"/>
                      <a:pt x="43" y="51"/>
                    </a:cubicBezTo>
                    <a:cubicBezTo>
                      <a:pt x="43" y="51"/>
                      <a:pt x="43" y="51"/>
                      <a:pt x="43" y="51"/>
                    </a:cubicBezTo>
                    <a:cubicBezTo>
                      <a:pt x="41" y="52"/>
                      <a:pt x="40" y="51"/>
                      <a:pt x="39" y="49"/>
                    </a:cubicBezTo>
                    <a:cubicBezTo>
                      <a:pt x="39" y="47"/>
                      <a:pt x="39" y="47"/>
                      <a:pt x="39" y="47"/>
                    </a:cubicBezTo>
                    <a:cubicBezTo>
                      <a:pt x="39" y="46"/>
                      <a:pt x="40" y="44"/>
                      <a:pt x="41" y="44"/>
                    </a:cubicBezTo>
                    <a:cubicBezTo>
                      <a:pt x="41" y="44"/>
                      <a:pt x="41" y="44"/>
                      <a:pt x="41" y="44"/>
                    </a:cubicBezTo>
                    <a:cubicBezTo>
                      <a:pt x="43" y="43"/>
                      <a:pt x="44" y="44"/>
                      <a:pt x="45" y="46"/>
                    </a:cubicBezTo>
                    <a:lnTo>
                      <a:pt x="45" y="48"/>
                    </a:lnTo>
                    <a:close/>
                    <a:moveTo>
                      <a:pt x="42" y="36"/>
                    </a:moveTo>
                    <a:cubicBezTo>
                      <a:pt x="43" y="38"/>
                      <a:pt x="42" y="39"/>
                      <a:pt x="40" y="40"/>
                    </a:cubicBezTo>
                    <a:cubicBezTo>
                      <a:pt x="40" y="40"/>
                      <a:pt x="40" y="40"/>
                      <a:pt x="40" y="40"/>
                    </a:cubicBezTo>
                    <a:cubicBezTo>
                      <a:pt x="39" y="40"/>
                      <a:pt x="37" y="39"/>
                      <a:pt x="37" y="38"/>
                    </a:cubicBezTo>
                    <a:cubicBezTo>
                      <a:pt x="36" y="36"/>
                      <a:pt x="36" y="36"/>
                      <a:pt x="36" y="36"/>
                    </a:cubicBezTo>
                    <a:cubicBezTo>
                      <a:pt x="36" y="34"/>
                      <a:pt x="37" y="33"/>
                      <a:pt x="38" y="32"/>
                    </a:cubicBezTo>
                    <a:cubicBezTo>
                      <a:pt x="38" y="32"/>
                      <a:pt x="38" y="32"/>
                      <a:pt x="38" y="32"/>
                    </a:cubicBezTo>
                    <a:cubicBezTo>
                      <a:pt x="40" y="32"/>
                      <a:pt x="41" y="33"/>
                      <a:pt x="42" y="34"/>
                    </a:cubicBezTo>
                    <a:lnTo>
                      <a:pt x="42" y="36"/>
                    </a:lnTo>
                    <a:close/>
                    <a:moveTo>
                      <a:pt x="68" y="103"/>
                    </a:moveTo>
                    <a:cubicBezTo>
                      <a:pt x="68" y="104"/>
                      <a:pt x="67" y="106"/>
                      <a:pt x="66" y="106"/>
                    </a:cubicBezTo>
                    <a:cubicBezTo>
                      <a:pt x="66" y="106"/>
                      <a:pt x="66" y="106"/>
                      <a:pt x="66" y="106"/>
                    </a:cubicBezTo>
                    <a:cubicBezTo>
                      <a:pt x="64" y="107"/>
                      <a:pt x="63" y="106"/>
                      <a:pt x="62" y="104"/>
                    </a:cubicBezTo>
                    <a:cubicBezTo>
                      <a:pt x="62" y="102"/>
                      <a:pt x="62" y="102"/>
                      <a:pt x="62" y="102"/>
                    </a:cubicBezTo>
                    <a:cubicBezTo>
                      <a:pt x="61" y="101"/>
                      <a:pt x="62" y="99"/>
                      <a:pt x="64" y="99"/>
                    </a:cubicBezTo>
                    <a:cubicBezTo>
                      <a:pt x="64" y="99"/>
                      <a:pt x="64" y="99"/>
                      <a:pt x="64" y="99"/>
                    </a:cubicBezTo>
                    <a:cubicBezTo>
                      <a:pt x="65" y="98"/>
                      <a:pt x="67" y="99"/>
                      <a:pt x="67" y="101"/>
                    </a:cubicBezTo>
                    <a:lnTo>
                      <a:pt x="68" y="103"/>
                    </a:lnTo>
                    <a:close/>
                    <a:moveTo>
                      <a:pt x="65" y="91"/>
                    </a:moveTo>
                    <a:cubicBezTo>
                      <a:pt x="65" y="93"/>
                      <a:pt x="64" y="94"/>
                      <a:pt x="63" y="95"/>
                    </a:cubicBezTo>
                    <a:cubicBezTo>
                      <a:pt x="63" y="95"/>
                      <a:pt x="63" y="95"/>
                      <a:pt x="63" y="95"/>
                    </a:cubicBezTo>
                    <a:cubicBezTo>
                      <a:pt x="61" y="95"/>
                      <a:pt x="60" y="94"/>
                      <a:pt x="59" y="93"/>
                    </a:cubicBezTo>
                    <a:cubicBezTo>
                      <a:pt x="59" y="91"/>
                      <a:pt x="59" y="91"/>
                      <a:pt x="59" y="91"/>
                    </a:cubicBezTo>
                    <a:cubicBezTo>
                      <a:pt x="58" y="89"/>
                      <a:pt x="59" y="88"/>
                      <a:pt x="61" y="87"/>
                    </a:cubicBezTo>
                    <a:cubicBezTo>
                      <a:pt x="61" y="87"/>
                      <a:pt x="61" y="87"/>
                      <a:pt x="61" y="87"/>
                    </a:cubicBezTo>
                    <a:cubicBezTo>
                      <a:pt x="62" y="87"/>
                      <a:pt x="64" y="88"/>
                      <a:pt x="64" y="89"/>
                    </a:cubicBezTo>
                    <a:lnTo>
                      <a:pt x="65" y="91"/>
                    </a:lnTo>
                    <a:close/>
                    <a:moveTo>
                      <a:pt x="62" y="80"/>
                    </a:moveTo>
                    <a:cubicBezTo>
                      <a:pt x="62" y="81"/>
                      <a:pt x="61" y="83"/>
                      <a:pt x="60" y="83"/>
                    </a:cubicBezTo>
                    <a:cubicBezTo>
                      <a:pt x="60" y="83"/>
                      <a:pt x="60" y="83"/>
                      <a:pt x="60" y="83"/>
                    </a:cubicBezTo>
                    <a:cubicBezTo>
                      <a:pt x="58" y="84"/>
                      <a:pt x="57" y="83"/>
                      <a:pt x="56" y="81"/>
                    </a:cubicBezTo>
                    <a:cubicBezTo>
                      <a:pt x="56" y="79"/>
                      <a:pt x="56" y="79"/>
                      <a:pt x="56" y="79"/>
                    </a:cubicBezTo>
                    <a:cubicBezTo>
                      <a:pt x="55" y="78"/>
                      <a:pt x="56" y="76"/>
                      <a:pt x="58" y="76"/>
                    </a:cubicBezTo>
                    <a:cubicBezTo>
                      <a:pt x="58" y="76"/>
                      <a:pt x="58" y="76"/>
                      <a:pt x="58" y="76"/>
                    </a:cubicBezTo>
                    <a:cubicBezTo>
                      <a:pt x="60" y="76"/>
                      <a:pt x="61" y="76"/>
                      <a:pt x="62" y="78"/>
                    </a:cubicBezTo>
                    <a:lnTo>
                      <a:pt x="62" y="80"/>
                    </a:lnTo>
                    <a:close/>
                    <a:moveTo>
                      <a:pt x="59" y="68"/>
                    </a:moveTo>
                    <a:cubicBezTo>
                      <a:pt x="59" y="70"/>
                      <a:pt x="58" y="72"/>
                      <a:pt x="57" y="72"/>
                    </a:cubicBezTo>
                    <a:cubicBezTo>
                      <a:pt x="57" y="72"/>
                      <a:pt x="57" y="72"/>
                      <a:pt x="57" y="72"/>
                    </a:cubicBezTo>
                    <a:cubicBezTo>
                      <a:pt x="55" y="72"/>
                      <a:pt x="54" y="71"/>
                      <a:pt x="53" y="70"/>
                    </a:cubicBezTo>
                    <a:cubicBezTo>
                      <a:pt x="53" y="68"/>
                      <a:pt x="53" y="68"/>
                      <a:pt x="53" y="68"/>
                    </a:cubicBezTo>
                    <a:cubicBezTo>
                      <a:pt x="52" y="67"/>
                      <a:pt x="53" y="65"/>
                      <a:pt x="55" y="65"/>
                    </a:cubicBezTo>
                    <a:cubicBezTo>
                      <a:pt x="55" y="65"/>
                      <a:pt x="55" y="65"/>
                      <a:pt x="55" y="65"/>
                    </a:cubicBezTo>
                    <a:cubicBezTo>
                      <a:pt x="57" y="64"/>
                      <a:pt x="58" y="65"/>
                      <a:pt x="59" y="67"/>
                    </a:cubicBezTo>
                    <a:lnTo>
                      <a:pt x="59" y="68"/>
                    </a:lnTo>
                    <a:close/>
                    <a:moveTo>
                      <a:pt x="56" y="57"/>
                    </a:moveTo>
                    <a:cubicBezTo>
                      <a:pt x="56" y="59"/>
                      <a:pt x="56" y="60"/>
                      <a:pt x="54" y="61"/>
                    </a:cubicBezTo>
                    <a:cubicBezTo>
                      <a:pt x="54" y="61"/>
                      <a:pt x="54" y="61"/>
                      <a:pt x="54" y="61"/>
                    </a:cubicBezTo>
                    <a:cubicBezTo>
                      <a:pt x="52" y="61"/>
                      <a:pt x="51" y="60"/>
                      <a:pt x="50" y="59"/>
                    </a:cubicBezTo>
                    <a:cubicBezTo>
                      <a:pt x="50" y="57"/>
                      <a:pt x="50" y="57"/>
                      <a:pt x="50" y="57"/>
                    </a:cubicBezTo>
                    <a:cubicBezTo>
                      <a:pt x="49" y="55"/>
                      <a:pt x="50" y="54"/>
                      <a:pt x="52" y="53"/>
                    </a:cubicBezTo>
                    <a:cubicBezTo>
                      <a:pt x="52" y="53"/>
                      <a:pt x="52" y="53"/>
                      <a:pt x="52" y="53"/>
                    </a:cubicBezTo>
                    <a:cubicBezTo>
                      <a:pt x="54" y="53"/>
                      <a:pt x="55" y="54"/>
                      <a:pt x="56" y="55"/>
                    </a:cubicBezTo>
                    <a:lnTo>
                      <a:pt x="56" y="57"/>
                    </a:lnTo>
                    <a:close/>
                    <a:moveTo>
                      <a:pt x="53" y="46"/>
                    </a:moveTo>
                    <a:cubicBezTo>
                      <a:pt x="53" y="47"/>
                      <a:pt x="53" y="49"/>
                      <a:pt x="51" y="49"/>
                    </a:cubicBezTo>
                    <a:cubicBezTo>
                      <a:pt x="51" y="49"/>
                      <a:pt x="51" y="49"/>
                      <a:pt x="51" y="49"/>
                    </a:cubicBezTo>
                    <a:cubicBezTo>
                      <a:pt x="49" y="50"/>
                      <a:pt x="48" y="49"/>
                      <a:pt x="47" y="47"/>
                    </a:cubicBezTo>
                    <a:cubicBezTo>
                      <a:pt x="47" y="45"/>
                      <a:pt x="47" y="45"/>
                      <a:pt x="47" y="45"/>
                    </a:cubicBezTo>
                    <a:cubicBezTo>
                      <a:pt x="46" y="44"/>
                      <a:pt x="47" y="42"/>
                      <a:pt x="49" y="42"/>
                    </a:cubicBezTo>
                    <a:cubicBezTo>
                      <a:pt x="49" y="42"/>
                      <a:pt x="49" y="42"/>
                      <a:pt x="49" y="42"/>
                    </a:cubicBezTo>
                    <a:cubicBezTo>
                      <a:pt x="51" y="41"/>
                      <a:pt x="52" y="42"/>
                      <a:pt x="53" y="44"/>
                    </a:cubicBezTo>
                    <a:lnTo>
                      <a:pt x="53" y="46"/>
                    </a:lnTo>
                    <a:close/>
                    <a:moveTo>
                      <a:pt x="50" y="34"/>
                    </a:moveTo>
                    <a:cubicBezTo>
                      <a:pt x="51" y="36"/>
                      <a:pt x="50" y="37"/>
                      <a:pt x="48" y="38"/>
                    </a:cubicBezTo>
                    <a:cubicBezTo>
                      <a:pt x="48" y="38"/>
                      <a:pt x="48" y="38"/>
                      <a:pt x="48" y="38"/>
                    </a:cubicBezTo>
                    <a:cubicBezTo>
                      <a:pt x="46" y="38"/>
                      <a:pt x="45" y="37"/>
                      <a:pt x="44" y="36"/>
                    </a:cubicBezTo>
                    <a:cubicBezTo>
                      <a:pt x="44" y="34"/>
                      <a:pt x="44" y="34"/>
                      <a:pt x="44" y="34"/>
                    </a:cubicBezTo>
                    <a:cubicBezTo>
                      <a:pt x="44" y="32"/>
                      <a:pt x="44" y="31"/>
                      <a:pt x="46" y="30"/>
                    </a:cubicBezTo>
                    <a:cubicBezTo>
                      <a:pt x="46" y="30"/>
                      <a:pt x="46" y="30"/>
                      <a:pt x="46" y="30"/>
                    </a:cubicBezTo>
                    <a:cubicBezTo>
                      <a:pt x="48" y="30"/>
                      <a:pt x="49" y="31"/>
                      <a:pt x="50" y="32"/>
                    </a:cubicBezTo>
                    <a:lnTo>
                      <a:pt x="50" y="34"/>
                    </a:lnTo>
                    <a:close/>
                    <a:moveTo>
                      <a:pt x="76" y="101"/>
                    </a:moveTo>
                    <a:cubicBezTo>
                      <a:pt x="76" y="102"/>
                      <a:pt x="75" y="104"/>
                      <a:pt x="74" y="104"/>
                    </a:cubicBezTo>
                    <a:cubicBezTo>
                      <a:pt x="74" y="104"/>
                      <a:pt x="74" y="104"/>
                      <a:pt x="74" y="104"/>
                    </a:cubicBezTo>
                    <a:cubicBezTo>
                      <a:pt x="72" y="104"/>
                      <a:pt x="70" y="104"/>
                      <a:pt x="70" y="102"/>
                    </a:cubicBezTo>
                    <a:cubicBezTo>
                      <a:pt x="69" y="100"/>
                      <a:pt x="69" y="100"/>
                      <a:pt x="69" y="100"/>
                    </a:cubicBezTo>
                    <a:cubicBezTo>
                      <a:pt x="69" y="99"/>
                      <a:pt x="70" y="97"/>
                      <a:pt x="72" y="97"/>
                    </a:cubicBezTo>
                    <a:cubicBezTo>
                      <a:pt x="72" y="97"/>
                      <a:pt x="72" y="97"/>
                      <a:pt x="72" y="97"/>
                    </a:cubicBezTo>
                    <a:cubicBezTo>
                      <a:pt x="73" y="96"/>
                      <a:pt x="75" y="97"/>
                      <a:pt x="75" y="99"/>
                    </a:cubicBezTo>
                    <a:lnTo>
                      <a:pt x="76" y="101"/>
                    </a:lnTo>
                    <a:close/>
                    <a:moveTo>
                      <a:pt x="73" y="89"/>
                    </a:moveTo>
                    <a:cubicBezTo>
                      <a:pt x="73" y="91"/>
                      <a:pt x="72" y="92"/>
                      <a:pt x="71" y="93"/>
                    </a:cubicBezTo>
                    <a:cubicBezTo>
                      <a:pt x="71" y="93"/>
                      <a:pt x="71" y="93"/>
                      <a:pt x="71" y="93"/>
                    </a:cubicBezTo>
                    <a:cubicBezTo>
                      <a:pt x="69" y="93"/>
                      <a:pt x="67" y="92"/>
                      <a:pt x="67" y="91"/>
                    </a:cubicBezTo>
                    <a:cubicBezTo>
                      <a:pt x="67" y="89"/>
                      <a:pt x="67" y="89"/>
                      <a:pt x="67" y="89"/>
                    </a:cubicBezTo>
                    <a:cubicBezTo>
                      <a:pt x="66" y="87"/>
                      <a:pt x="67" y="86"/>
                      <a:pt x="69" y="85"/>
                    </a:cubicBezTo>
                    <a:cubicBezTo>
                      <a:pt x="69" y="85"/>
                      <a:pt x="69" y="85"/>
                      <a:pt x="69" y="85"/>
                    </a:cubicBezTo>
                    <a:cubicBezTo>
                      <a:pt x="70" y="85"/>
                      <a:pt x="72" y="86"/>
                      <a:pt x="72" y="87"/>
                    </a:cubicBezTo>
                    <a:lnTo>
                      <a:pt x="73" y="89"/>
                    </a:lnTo>
                    <a:close/>
                    <a:moveTo>
                      <a:pt x="70" y="78"/>
                    </a:moveTo>
                    <a:cubicBezTo>
                      <a:pt x="70" y="79"/>
                      <a:pt x="69" y="81"/>
                      <a:pt x="68" y="81"/>
                    </a:cubicBezTo>
                    <a:cubicBezTo>
                      <a:pt x="68" y="81"/>
                      <a:pt x="68" y="81"/>
                      <a:pt x="68" y="81"/>
                    </a:cubicBezTo>
                    <a:cubicBezTo>
                      <a:pt x="66" y="82"/>
                      <a:pt x="64" y="81"/>
                      <a:pt x="64" y="79"/>
                    </a:cubicBezTo>
                    <a:cubicBezTo>
                      <a:pt x="64" y="77"/>
                      <a:pt x="64" y="77"/>
                      <a:pt x="64" y="77"/>
                    </a:cubicBezTo>
                    <a:cubicBezTo>
                      <a:pt x="63" y="76"/>
                      <a:pt x="64" y="74"/>
                      <a:pt x="66" y="74"/>
                    </a:cubicBezTo>
                    <a:cubicBezTo>
                      <a:pt x="66" y="74"/>
                      <a:pt x="66" y="74"/>
                      <a:pt x="66" y="74"/>
                    </a:cubicBezTo>
                    <a:cubicBezTo>
                      <a:pt x="67" y="73"/>
                      <a:pt x="69" y="74"/>
                      <a:pt x="69" y="76"/>
                    </a:cubicBezTo>
                    <a:lnTo>
                      <a:pt x="70" y="78"/>
                    </a:lnTo>
                    <a:close/>
                    <a:moveTo>
                      <a:pt x="67" y="66"/>
                    </a:moveTo>
                    <a:cubicBezTo>
                      <a:pt x="67" y="68"/>
                      <a:pt x="66" y="69"/>
                      <a:pt x="65" y="70"/>
                    </a:cubicBezTo>
                    <a:cubicBezTo>
                      <a:pt x="65" y="70"/>
                      <a:pt x="65" y="70"/>
                      <a:pt x="65" y="70"/>
                    </a:cubicBezTo>
                    <a:cubicBezTo>
                      <a:pt x="63" y="70"/>
                      <a:pt x="61" y="69"/>
                      <a:pt x="61" y="68"/>
                    </a:cubicBezTo>
                    <a:cubicBezTo>
                      <a:pt x="61" y="66"/>
                      <a:pt x="61" y="66"/>
                      <a:pt x="61" y="66"/>
                    </a:cubicBezTo>
                    <a:cubicBezTo>
                      <a:pt x="60" y="65"/>
                      <a:pt x="61" y="63"/>
                      <a:pt x="63" y="63"/>
                    </a:cubicBezTo>
                    <a:cubicBezTo>
                      <a:pt x="63" y="63"/>
                      <a:pt x="63" y="63"/>
                      <a:pt x="63" y="63"/>
                    </a:cubicBezTo>
                    <a:cubicBezTo>
                      <a:pt x="64" y="62"/>
                      <a:pt x="66" y="63"/>
                      <a:pt x="66" y="65"/>
                    </a:cubicBezTo>
                    <a:lnTo>
                      <a:pt x="67" y="66"/>
                    </a:lnTo>
                    <a:close/>
                    <a:moveTo>
                      <a:pt x="64" y="55"/>
                    </a:moveTo>
                    <a:cubicBezTo>
                      <a:pt x="64" y="57"/>
                      <a:pt x="63" y="58"/>
                      <a:pt x="62" y="59"/>
                    </a:cubicBezTo>
                    <a:cubicBezTo>
                      <a:pt x="62" y="59"/>
                      <a:pt x="62" y="59"/>
                      <a:pt x="62" y="59"/>
                    </a:cubicBezTo>
                    <a:cubicBezTo>
                      <a:pt x="60" y="59"/>
                      <a:pt x="59" y="58"/>
                      <a:pt x="58" y="56"/>
                    </a:cubicBezTo>
                    <a:cubicBezTo>
                      <a:pt x="58" y="55"/>
                      <a:pt x="58" y="55"/>
                      <a:pt x="58" y="55"/>
                    </a:cubicBezTo>
                    <a:cubicBezTo>
                      <a:pt x="57" y="53"/>
                      <a:pt x="58" y="52"/>
                      <a:pt x="60" y="51"/>
                    </a:cubicBezTo>
                    <a:cubicBezTo>
                      <a:pt x="60" y="51"/>
                      <a:pt x="60" y="51"/>
                      <a:pt x="60" y="51"/>
                    </a:cubicBezTo>
                    <a:cubicBezTo>
                      <a:pt x="61" y="51"/>
                      <a:pt x="63" y="52"/>
                      <a:pt x="63" y="53"/>
                    </a:cubicBezTo>
                    <a:lnTo>
                      <a:pt x="64" y="55"/>
                    </a:lnTo>
                    <a:close/>
                    <a:moveTo>
                      <a:pt x="61" y="44"/>
                    </a:moveTo>
                    <a:cubicBezTo>
                      <a:pt x="61" y="45"/>
                      <a:pt x="60" y="47"/>
                      <a:pt x="59" y="47"/>
                    </a:cubicBezTo>
                    <a:cubicBezTo>
                      <a:pt x="59" y="47"/>
                      <a:pt x="59" y="47"/>
                      <a:pt x="59" y="47"/>
                    </a:cubicBezTo>
                    <a:cubicBezTo>
                      <a:pt x="57" y="48"/>
                      <a:pt x="56" y="47"/>
                      <a:pt x="55" y="45"/>
                    </a:cubicBezTo>
                    <a:cubicBezTo>
                      <a:pt x="55" y="43"/>
                      <a:pt x="55" y="43"/>
                      <a:pt x="55" y="43"/>
                    </a:cubicBezTo>
                    <a:cubicBezTo>
                      <a:pt x="54" y="42"/>
                      <a:pt x="55" y="40"/>
                      <a:pt x="57" y="40"/>
                    </a:cubicBezTo>
                    <a:cubicBezTo>
                      <a:pt x="57" y="40"/>
                      <a:pt x="57" y="40"/>
                      <a:pt x="57" y="40"/>
                    </a:cubicBezTo>
                    <a:cubicBezTo>
                      <a:pt x="58" y="39"/>
                      <a:pt x="60" y="40"/>
                      <a:pt x="60" y="42"/>
                    </a:cubicBezTo>
                    <a:lnTo>
                      <a:pt x="61" y="44"/>
                    </a:lnTo>
                    <a:close/>
                    <a:moveTo>
                      <a:pt x="58" y="32"/>
                    </a:moveTo>
                    <a:cubicBezTo>
                      <a:pt x="58" y="34"/>
                      <a:pt x="57" y="35"/>
                      <a:pt x="56" y="36"/>
                    </a:cubicBezTo>
                    <a:cubicBezTo>
                      <a:pt x="56" y="36"/>
                      <a:pt x="56" y="36"/>
                      <a:pt x="56" y="36"/>
                    </a:cubicBezTo>
                    <a:cubicBezTo>
                      <a:pt x="54" y="36"/>
                      <a:pt x="53" y="35"/>
                      <a:pt x="52" y="34"/>
                    </a:cubicBezTo>
                    <a:cubicBezTo>
                      <a:pt x="52" y="32"/>
                      <a:pt x="52" y="32"/>
                      <a:pt x="52" y="32"/>
                    </a:cubicBezTo>
                    <a:cubicBezTo>
                      <a:pt x="51" y="30"/>
                      <a:pt x="52" y="29"/>
                      <a:pt x="54" y="28"/>
                    </a:cubicBezTo>
                    <a:cubicBezTo>
                      <a:pt x="54" y="28"/>
                      <a:pt x="54" y="28"/>
                      <a:pt x="54" y="28"/>
                    </a:cubicBezTo>
                    <a:cubicBezTo>
                      <a:pt x="55" y="28"/>
                      <a:pt x="57" y="29"/>
                      <a:pt x="57" y="30"/>
                    </a:cubicBezTo>
                    <a:lnTo>
                      <a:pt x="58" y="32"/>
                    </a:lnTo>
                    <a:close/>
                    <a:moveTo>
                      <a:pt x="84" y="98"/>
                    </a:moveTo>
                    <a:cubicBezTo>
                      <a:pt x="84" y="100"/>
                      <a:pt x="83" y="102"/>
                      <a:pt x="81" y="102"/>
                    </a:cubicBezTo>
                    <a:cubicBezTo>
                      <a:pt x="81" y="102"/>
                      <a:pt x="81" y="102"/>
                      <a:pt x="81" y="102"/>
                    </a:cubicBezTo>
                    <a:cubicBezTo>
                      <a:pt x="80" y="102"/>
                      <a:pt x="78" y="102"/>
                      <a:pt x="78" y="100"/>
                    </a:cubicBezTo>
                    <a:cubicBezTo>
                      <a:pt x="77" y="98"/>
                      <a:pt x="77" y="98"/>
                      <a:pt x="77" y="98"/>
                    </a:cubicBezTo>
                    <a:cubicBezTo>
                      <a:pt x="77" y="97"/>
                      <a:pt x="78" y="95"/>
                      <a:pt x="79" y="95"/>
                    </a:cubicBezTo>
                    <a:cubicBezTo>
                      <a:pt x="80" y="95"/>
                      <a:pt x="80" y="95"/>
                      <a:pt x="80" y="95"/>
                    </a:cubicBezTo>
                    <a:cubicBezTo>
                      <a:pt x="81" y="94"/>
                      <a:pt x="83" y="95"/>
                      <a:pt x="83" y="97"/>
                    </a:cubicBezTo>
                    <a:lnTo>
                      <a:pt x="84" y="98"/>
                    </a:lnTo>
                    <a:close/>
                    <a:moveTo>
                      <a:pt x="81" y="87"/>
                    </a:moveTo>
                    <a:cubicBezTo>
                      <a:pt x="81" y="89"/>
                      <a:pt x="80" y="90"/>
                      <a:pt x="78" y="91"/>
                    </a:cubicBezTo>
                    <a:cubicBezTo>
                      <a:pt x="78" y="91"/>
                      <a:pt x="78" y="91"/>
                      <a:pt x="78" y="91"/>
                    </a:cubicBezTo>
                    <a:cubicBezTo>
                      <a:pt x="77" y="91"/>
                      <a:pt x="75" y="90"/>
                      <a:pt x="75" y="89"/>
                    </a:cubicBezTo>
                    <a:cubicBezTo>
                      <a:pt x="74" y="87"/>
                      <a:pt x="74" y="87"/>
                      <a:pt x="74" y="87"/>
                    </a:cubicBezTo>
                    <a:cubicBezTo>
                      <a:pt x="74" y="85"/>
                      <a:pt x="75" y="84"/>
                      <a:pt x="76" y="83"/>
                    </a:cubicBezTo>
                    <a:cubicBezTo>
                      <a:pt x="77" y="83"/>
                      <a:pt x="77" y="83"/>
                      <a:pt x="77" y="83"/>
                    </a:cubicBezTo>
                    <a:cubicBezTo>
                      <a:pt x="78" y="83"/>
                      <a:pt x="80" y="84"/>
                      <a:pt x="80" y="85"/>
                    </a:cubicBezTo>
                    <a:lnTo>
                      <a:pt x="81" y="87"/>
                    </a:lnTo>
                    <a:close/>
                    <a:moveTo>
                      <a:pt x="78" y="76"/>
                    </a:moveTo>
                    <a:cubicBezTo>
                      <a:pt x="78" y="77"/>
                      <a:pt x="77" y="79"/>
                      <a:pt x="76" y="79"/>
                    </a:cubicBezTo>
                    <a:cubicBezTo>
                      <a:pt x="75" y="79"/>
                      <a:pt x="75" y="79"/>
                      <a:pt x="75" y="79"/>
                    </a:cubicBezTo>
                    <a:cubicBezTo>
                      <a:pt x="74" y="80"/>
                      <a:pt x="72" y="79"/>
                      <a:pt x="72" y="77"/>
                    </a:cubicBezTo>
                    <a:cubicBezTo>
                      <a:pt x="71" y="75"/>
                      <a:pt x="71" y="75"/>
                      <a:pt x="71" y="75"/>
                    </a:cubicBezTo>
                    <a:cubicBezTo>
                      <a:pt x="71" y="74"/>
                      <a:pt x="72" y="72"/>
                      <a:pt x="74" y="72"/>
                    </a:cubicBezTo>
                    <a:cubicBezTo>
                      <a:pt x="74" y="72"/>
                      <a:pt x="74" y="72"/>
                      <a:pt x="74" y="72"/>
                    </a:cubicBezTo>
                    <a:cubicBezTo>
                      <a:pt x="75" y="71"/>
                      <a:pt x="77" y="72"/>
                      <a:pt x="77" y="74"/>
                    </a:cubicBezTo>
                    <a:lnTo>
                      <a:pt x="78" y="76"/>
                    </a:lnTo>
                    <a:close/>
                    <a:moveTo>
                      <a:pt x="75" y="64"/>
                    </a:moveTo>
                    <a:cubicBezTo>
                      <a:pt x="75" y="66"/>
                      <a:pt x="74" y="67"/>
                      <a:pt x="73" y="68"/>
                    </a:cubicBezTo>
                    <a:cubicBezTo>
                      <a:pt x="73" y="68"/>
                      <a:pt x="73" y="68"/>
                      <a:pt x="73" y="68"/>
                    </a:cubicBezTo>
                    <a:cubicBezTo>
                      <a:pt x="71" y="68"/>
                      <a:pt x="69" y="67"/>
                      <a:pt x="69" y="66"/>
                    </a:cubicBezTo>
                    <a:cubicBezTo>
                      <a:pt x="68" y="64"/>
                      <a:pt x="68" y="64"/>
                      <a:pt x="68" y="64"/>
                    </a:cubicBezTo>
                    <a:cubicBezTo>
                      <a:pt x="68" y="62"/>
                      <a:pt x="69" y="61"/>
                      <a:pt x="71" y="60"/>
                    </a:cubicBezTo>
                    <a:cubicBezTo>
                      <a:pt x="71" y="60"/>
                      <a:pt x="71" y="60"/>
                      <a:pt x="71" y="60"/>
                    </a:cubicBezTo>
                    <a:cubicBezTo>
                      <a:pt x="72" y="60"/>
                      <a:pt x="74" y="61"/>
                      <a:pt x="74" y="63"/>
                    </a:cubicBezTo>
                    <a:lnTo>
                      <a:pt x="75" y="64"/>
                    </a:lnTo>
                    <a:close/>
                    <a:moveTo>
                      <a:pt x="72" y="53"/>
                    </a:moveTo>
                    <a:cubicBezTo>
                      <a:pt x="72" y="54"/>
                      <a:pt x="71" y="56"/>
                      <a:pt x="70" y="56"/>
                    </a:cubicBezTo>
                    <a:cubicBezTo>
                      <a:pt x="70" y="56"/>
                      <a:pt x="70" y="56"/>
                      <a:pt x="70" y="56"/>
                    </a:cubicBezTo>
                    <a:cubicBezTo>
                      <a:pt x="68" y="57"/>
                      <a:pt x="66" y="56"/>
                      <a:pt x="66" y="54"/>
                    </a:cubicBezTo>
                    <a:cubicBezTo>
                      <a:pt x="65" y="53"/>
                      <a:pt x="65" y="53"/>
                      <a:pt x="65" y="53"/>
                    </a:cubicBezTo>
                    <a:cubicBezTo>
                      <a:pt x="65" y="51"/>
                      <a:pt x="66" y="50"/>
                      <a:pt x="68" y="49"/>
                    </a:cubicBezTo>
                    <a:cubicBezTo>
                      <a:pt x="68" y="49"/>
                      <a:pt x="68" y="49"/>
                      <a:pt x="68" y="49"/>
                    </a:cubicBezTo>
                    <a:cubicBezTo>
                      <a:pt x="69" y="49"/>
                      <a:pt x="71" y="50"/>
                      <a:pt x="71" y="51"/>
                    </a:cubicBezTo>
                    <a:lnTo>
                      <a:pt x="72" y="53"/>
                    </a:lnTo>
                    <a:close/>
                    <a:moveTo>
                      <a:pt x="69" y="42"/>
                    </a:moveTo>
                    <a:cubicBezTo>
                      <a:pt x="69" y="43"/>
                      <a:pt x="68" y="45"/>
                      <a:pt x="67" y="45"/>
                    </a:cubicBezTo>
                    <a:cubicBezTo>
                      <a:pt x="67" y="45"/>
                      <a:pt x="67" y="45"/>
                      <a:pt x="67" y="45"/>
                    </a:cubicBezTo>
                    <a:cubicBezTo>
                      <a:pt x="65" y="46"/>
                      <a:pt x="63" y="45"/>
                      <a:pt x="63" y="43"/>
                    </a:cubicBezTo>
                    <a:cubicBezTo>
                      <a:pt x="63" y="41"/>
                      <a:pt x="63" y="41"/>
                      <a:pt x="63" y="41"/>
                    </a:cubicBezTo>
                    <a:cubicBezTo>
                      <a:pt x="62" y="40"/>
                      <a:pt x="63" y="38"/>
                      <a:pt x="65" y="38"/>
                    </a:cubicBezTo>
                    <a:cubicBezTo>
                      <a:pt x="65" y="38"/>
                      <a:pt x="65" y="38"/>
                      <a:pt x="65" y="38"/>
                    </a:cubicBezTo>
                    <a:cubicBezTo>
                      <a:pt x="66" y="37"/>
                      <a:pt x="68" y="38"/>
                      <a:pt x="68" y="40"/>
                    </a:cubicBezTo>
                    <a:lnTo>
                      <a:pt x="69" y="42"/>
                    </a:lnTo>
                    <a:close/>
                    <a:moveTo>
                      <a:pt x="66" y="30"/>
                    </a:moveTo>
                    <a:cubicBezTo>
                      <a:pt x="66" y="32"/>
                      <a:pt x="65" y="33"/>
                      <a:pt x="64" y="34"/>
                    </a:cubicBezTo>
                    <a:cubicBezTo>
                      <a:pt x="64" y="34"/>
                      <a:pt x="64" y="34"/>
                      <a:pt x="64" y="34"/>
                    </a:cubicBezTo>
                    <a:cubicBezTo>
                      <a:pt x="62" y="34"/>
                      <a:pt x="60" y="33"/>
                      <a:pt x="60" y="32"/>
                    </a:cubicBezTo>
                    <a:cubicBezTo>
                      <a:pt x="60" y="30"/>
                      <a:pt x="60" y="30"/>
                      <a:pt x="60" y="30"/>
                    </a:cubicBezTo>
                    <a:cubicBezTo>
                      <a:pt x="59" y="28"/>
                      <a:pt x="60" y="27"/>
                      <a:pt x="62" y="26"/>
                    </a:cubicBezTo>
                    <a:cubicBezTo>
                      <a:pt x="62" y="26"/>
                      <a:pt x="62" y="26"/>
                      <a:pt x="62" y="26"/>
                    </a:cubicBezTo>
                    <a:cubicBezTo>
                      <a:pt x="63" y="26"/>
                      <a:pt x="65" y="27"/>
                      <a:pt x="65" y="28"/>
                    </a:cubicBezTo>
                    <a:lnTo>
                      <a:pt x="66" y="30"/>
                    </a:lnTo>
                    <a:close/>
                    <a:moveTo>
                      <a:pt x="91" y="96"/>
                    </a:moveTo>
                    <a:cubicBezTo>
                      <a:pt x="92" y="98"/>
                      <a:pt x="91" y="100"/>
                      <a:pt x="89" y="100"/>
                    </a:cubicBezTo>
                    <a:cubicBezTo>
                      <a:pt x="89" y="100"/>
                      <a:pt x="89" y="100"/>
                      <a:pt x="89" y="100"/>
                    </a:cubicBezTo>
                    <a:cubicBezTo>
                      <a:pt x="88" y="100"/>
                      <a:pt x="86" y="99"/>
                      <a:pt x="86" y="98"/>
                    </a:cubicBezTo>
                    <a:cubicBezTo>
                      <a:pt x="85" y="96"/>
                      <a:pt x="85" y="96"/>
                      <a:pt x="85" y="96"/>
                    </a:cubicBezTo>
                    <a:cubicBezTo>
                      <a:pt x="85" y="95"/>
                      <a:pt x="86" y="93"/>
                      <a:pt x="87" y="93"/>
                    </a:cubicBezTo>
                    <a:cubicBezTo>
                      <a:pt x="87" y="93"/>
                      <a:pt x="87" y="93"/>
                      <a:pt x="87" y="93"/>
                    </a:cubicBezTo>
                    <a:cubicBezTo>
                      <a:pt x="89" y="92"/>
                      <a:pt x="91" y="93"/>
                      <a:pt x="91" y="95"/>
                    </a:cubicBezTo>
                    <a:lnTo>
                      <a:pt x="91" y="96"/>
                    </a:lnTo>
                    <a:close/>
                    <a:moveTo>
                      <a:pt x="88" y="85"/>
                    </a:moveTo>
                    <a:cubicBezTo>
                      <a:pt x="89" y="87"/>
                      <a:pt x="88" y="88"/>
                      <a:pt x="86" y="89"/>
                    </a:cubicBezTo>
                    <a:cubicBezTo>
                      <a:pt x="86" y="89"/>
                      <a:pt x="86" y="89"/>
                      <a:pt x="86" y="89"/>
                    </a:cubicBezTo>
                    <a:cubicBezTo>
                      <a:pt x="85" y="89"/>
                      <a:pt x="83" y="88"/>
                      <a:pt x="83" y="87"/>
                    </a:cubicBezTo>
                    <a:cubicBezTo>
                      <a:pt x="82" y="85"/>
                      <a:pt x="82" y="85"/>
                      <a:pt x="82" y="85"/>
                    </a:cubicBezTo>
                    <a:cubicBezTo>
                      <a:pt x="82" y="83"/>
                      <a:pt x="83" y="82"/>
                      <a:pt x="84" y="81"/>
                    </a:cubicBezTo>
                    <a:cubicBezTo>
                      <a:pt x="84" y="81"/>
                      <a:pt x="84" y="81"/>
                      <a:pt x="84" y="81"/>
                    </a:cubicBezTo>
                    <a:cubicBezTo>
                      <a:pt x="86" y="81"/>
                      <a:pt x="88" y="82"/>
                      <a:pt x="88" y="83"/>
                    </a:cubicBezTo>
                    <a:lnTo>
                      <a:pt x="88" y="85"/>
                    </a:lnTo>
                    <a:close/>
                    <a:moveTo>
                      <a:pt x="85" y="74"/>
                    </a:moveTo>
                    <a:cubicBezTo>
                      <a:pt x="86" y="75"/>
                      <a:pt x="85" y="77"/>
                      <a:pt x="83" y="77"/>
                    </a:cubicBezTo>
                    <a:cubicBezTo>
                      <a:pt x="83" y="77"/>
                      <a:pt x="83" y="77"/>
                      <a:pt x="83" y="77"/>
                    </a:cubicBezTo>
                    <a:cubicBezTo>
                      <a:pt x="82" y="78"/>
                      <a:pt x="80" y="77"/>
                      <a:pt x="80" y="75"/>
                    </a:cubicBezTo>
                    <a:cubicBezTo>
                      <a:pt x="79" y="73"/>
                      <a:pt x="79" y="73"/>
                      <a:pt x="79" y="73"/>
                    </a:cubicBezTo>
                    <a:cubicBezTo>
                      <a:pt x="79" y="72"/>
                      <a:pt x="80" y="70"/>
                      <a:pt x="81" y="70"/>
                    </a:cubicBezTo>
                    <a:cubicBezTo>
                      <a:pt x="81" y="70"/>
                      <a:pt x="81" y="70"/>
                      <a:pt x="81" y="70"/>
                    </a:cubicBezTo>
                    <a:cubicBezTo>
                      <a:pt x="83" y="69"/>
                      <a:pt x="85" y="70"/>
                      <a:pt x="85" y="72"/>
                    </a:cubicBezTo>
                    <a:lnTo>
                      <a:pt x="85" y="74"/>
                    </a:lnTo>
                    <a:close/>
                    <a:moveTo>
                      <a:pt x="83" y="62"/>
                    </a:moveTo>
                    <a:cubicBezTo>
                      <a:pt x="83" y="64"/>
                      <a:pt x="82" y="65"/>
                      <a:pt x="80" y="66"/>
                    </a:cubicBezTo>
                    <a:cubicBezTo>
                      <a:pt x="80" y="66"/>
                      <a:pt x="80" y="66"/>
                      <a:pt x="80" y="66"/>
                    </a:cubicBezTo>
                    <a:cubicBezTo>
                      <a:pt x="79" y="66"/>
                      <a:pt x="77" y="65"/>
                      <a:pt x="77" y="64"/>
                    </a:cubicBezTo>
                    <a:cubicBezTo>
                      <a:pt x="76" y="62"/>
                      <a:pt x="76" y="62"/>
                      <a:pt x="76" y="62"/>
                    </a:cubicBezTo>
                    <a:cubicBezTo>
                      <a:pt x="76" y="60"/>
                      <a:pt x="77" y="59"/>
                      <a:pt x="78" y="58"/>
                    </a:cubicBezTo>
                    <a:cubicBezTo>
                      <a:pt x="78" y="58"/>
                      <a:pt x="78" y="58"/>
                      <a:pt x="78" y="58"/>
                    </a:cubicBezTo>
                    <a:cubicBezTo>
                      <a:pt x="80" y="58"/>
                      <a:pt x="82" y="59"/>
                      <a:pt x="82" y="60"/>
                    </a:cubicBezTo>
                    <a:lnTo>
                      <a:pt x="83" y="62"/>
                    </a:lnTo>
                    <a:close/>
                    <a:moveTo>
                      <a:pt x="80" y="51"/>
                    </a:moveTo>
                    <a:cubicBezTo>
                      <a:pt x="80" y="52"/>
                      <a:pt x="79" y="54"/>
                      <a:pt x="77" y="54"/>
                    </a:cubicBezTo>
                    <a:cubicBezTo>
                      <a:pt x="77" y="54"/>
                      <a:pt x="77" y="54"/>
                      <a:pt x="77" y="54"/>
                    </a:cubicBezTo>
                    <a:cubicBezTo>
                      <a:pt x="76" y="55"/>
                      <a:pt x="74" y="54"/>
                      <a:pt x="74" y="52"/>
                    </a:cubicBezTo>
                    <a:cubicBezTo>
                      <a:pt x="73" y="51"/>
                      <a:pt x="73" y="51"/>
                      <a:pt x="73" y="51"/>
                    </a:cubicBezTo>
                    <a:cubicBezTo>
                      <a:pt x="73" y="49"/>
                      <a:pt x="74" y="47"/>
                      <a:pt x="75" y="47"/>
                    </a:cubicBezTo>
                    <a:cubicBezTo>
                      <a:pt x="76" y="47"/>
                      <a:pt x="76" y="47"/>
                      <a:pt x="76" y="47"/>
                    </a:cubicBezTo>
                    <a:cubicBezTo>
                      <a:pt x="77" y="47"/>
                      <a:pt x="79" y="48"/>
                      <a:pt x="79" y="49"/>
                    </a:cubicBezTo>
                    <a:lnTo>
                      <a:pt x="80" y="51"/>
                    </a:lnTo>
                    <a:close/>
                    <a:moveTo>
                      <a:pt x="77" y="40"/>
                    </a:moveTo>
                    <a:cubicBezTo>
                      <a:pt x="77" y="41"/>
                      <a:pt x="76" y="43"/>
                      <a:pt x="74" y="43"/>
                    </a:cubicBezTo>
                    <a:cubicBezTo>
                      <a:pt x="74" y="43"/>
                      <a:pt x="74" y="43"/>
                      <a:pt x="74" y="43"/>
                    </a:cubicBezTo>
                    <a:cubicBezTo>
                      <a:pt x="73" y="43"/>
                      <a:pt x="71" y="43"/>
                      <a:pt x="71" y="41"/>
                    </a:cubicBezTo>
                    <a:cubicBezTo>
                      <a:pt x="70" y="39"/>
                      <a:pt x="70" y="39"/>
                      <a:pt x="70" y="39"/>
                    </a:cubicBezTo>
                    <a:cubicBezTo>
                      <a:pt x="70" y="38"/>
                      <a:pt x="71" y="36"/>
                      <a:pt x="73" y="36"/>
                    </a:cubicBezTo>
                    <a:cubicBezTo>
                      <a:pt x="73" y="36"/>
                      <a:pt x="73" y="36"/>
                      <a:pt x="73" y="36"/>
                    </a:cubicBezTo>
                    <a:cubicBezTo>
                      <a:pt x="74" y="35"/>
                      <a:pt x="76" y="36"/>
                      <a:pt x="76" y="38"/>
                    </a:cubicBezTo>
                    <a:lnTo>
                      <a:pt x="77" y="40"/>
                    </a:lnTo>
                    <a:close/>
                    <a:moveTo>
                      <a:pt x="74" y="28"/>
                    </a:moveTo>
                    <a:cubicBezTo>
                      <a:pt x="74" y="30"/>
                      <a:pt x="73" y="31"/>
                      <a:pt x="72" y="32"/>
                    </a:cubicBezTo>
                    <a:cubicBezTo>
                      <a:pt x="71" y="32"/>
                      <a:pt x="71" y="32"/>
                      <a:pt x="71" y="32"/>
                    </a:cubicBezTo>
                    <a:cubicBezTo>
                      <a:pt x="70" y="32"/>
                      <a:pt x="68" y="31"/>
                      <a:pt x="68" y="30"/>
                    </a:cubicBezTo>
                    <a:cubicBezTo>
                      <a:pt x="67" y="28"/>
                      <a:pt x="67" y="28"/>
                      <a:pt x="67" y="28"/>
                    </a:cubicBezTo>
                    <a:cubicBezTo>
                      <a:pt x="67" y="26"/>
                      <a:pt x="68" y="25"/>
                      <a:pt x="70" y="24"/>
                    </a:cubicBezTo>
                    <a:cubicBezTo>
                      <a:pt x="70" y="24"/>
                      <a:pt x="70" y="24"/>
                      <a:pt x="70" y="24"/>
                    </a:cubicBezTo>
                    <a:cubicBezTo>
                      <a:pt x="71" y="24"/>
                      <a:pt x="73" y="25"/>
                      <a:pt x="73" y="26"/>
                    </a:cubicBezTo>
                    <a:lnTo>
                      <a:pt x="74" y="28"/>
                    </a:lnTo>
                    <a:close/>
                    <a:moveTo>
                      <a:pt x="99" y="94"/>
                    </a:moveTo>
                    <a:cubicBezTo>
                      <a:pt x="100" y="96"/>
                      <a:pt x="99" y="98"/>
                      <a:pt x="97" y="98"/>
                    </a:cubicBezTo>
                    <a:cubicBezTo>
                      <a:pt x="97" y="98"/>
                      <a:pt x="97" y="98"/>
                      <a:pt x="97" y="98"/>
                    </a:cubicBezTo>
                    <a:cubicBezTo>
                      <a:pt x="95" y="98"/>
                      <a:pt x="94" y="97"/>
                      <a:pt x="93" y="96"/>
                    </a:cubicBezTo>
                    <a:cubicBezTo>
                      <a:pt x="93" y="94"/>
                      <a:pt x="93" y="94"/>
                      <a:pt x="93" y="94"/>
                    </a:cubicBezTo>
                    <a:cubicBezTo>
                      <a:pt x="93" y="93"/>
                      <a:pt x="94" y="91"/>
                      <a:pt x="95" y="91"/>
                    </a:cubicBezTo>
                    <a:cubicBezTo>
                      <a:pt x="95" y="91"/>
                      <a:pt x="95" y="91"/>
                      <a:pt x="95" y="91"/>
                    </a:cubicBezTo>
                    <a:cubicBezTo>
                      <a:pt x="97" y="90"/>
                      <a:pt x="98" y="91"/>
                      <a:pt x="99" y="93"/>
                    </a:cubicBezTo>
                    <a:lnTo>
                      <a:pt x="99" y="94"/>
                    </a:lnTo>
                    <a:close/>
                    <a:moveTo>
                      <a:pt x="96" y="83"/>
                    </a:moveTo>
                    <a:cubicBezTo>
                      <a:pt x="97" y="85"/>
                      <a:pt x="96" y="86"/>
                      <a:pt x="94" y="87"/>
                    </a:cubicBezTo>
                    <a:cubicBezTo>
                      <a:pt x="94" y="87"/>
                      <a:pt x="94" y="87"/>
                      <a:pt x="94" y="87"/>
                    </a:cubicBezTo>
                    <a:cubicBezTo>
                      <a:pt x="93" y="87"/>
                      <a:pt x="91" y="86"/>
                      <a:pt x="91" y="85"/>
                    </a:cubicBezTo>
                    <a:cubicBezTo>
                      <a:pt x="90" y="83"/>
                      <a:pt x="90" y="83"/>
                      <a:pt x="90" y="83"/>
                    </a:cubicBezTo>
                    <a:cubicBezTo>
                      <a:pt x="90" y="81"/>
                      <a:pt x="91" y="80"/>
                      <a:pt x="92" y="79"/>
                    </a:cubicBezTo>
                    <a:cubicBezTo>
                      <a:pt x="92" y="79"/>
                      <a:pt x="92" y="79"/>
                      <a:pt x="92" y="79"/>
                    </a:cubicBezTo>
                    <a:cubicBezTo>
                      <a:pt x="94" y="79"/>
                      <a:pt x="95" y="80"/>
                      <a:pt x="96" y="81"/>
                    </a:cubicBezTo>
                    <a:lnTo>
                      <a:pt x="96" y="83"/>
                    </a:lnTo>
                    <a:close/>
                    <a:moveTo>
                      <a:pt x="93" y="72"/>
                    </a:moveTo>
                    <a:cubicBezTo>
                      <a:pt x="94" y="73"/>
                      <a:pt x="93" y="75"/>
                      <a:pt x="91" y="75"/>
                    </a:cubicBezTo>
                    <a:cubicBezTo>
                      <a:pt x="91" y="75"/>
                      <a:pt x="91" y="75"/>
                      <a:pt x="91" y="75"/>
                    </a:cubicBezTo>
                    <a:cubicBezTo>
                      <a:pt x="90" y="76"/>
                      <a:pt x="88" y="75"/>
                      <a:pt x="88" y="73"/>
                    </a:cubicBezTo>
                    <a:cubicBezTo>
                      <a:pt x="87" y="71"/>
                      <a:pt x="87" y="71"/>
                      <a:pt x="87" y="71"/>
                    </a:cubicBezTo>
                    <a:cubicBezTo>
                      <a:pt x="87" y="70"/>
                      <a:pt x="88" y="68"/>
                      <a:pt x="89" y="68"/>
                    </a:cubicBezTo>
                    <a:cubicBezTo>
                      <a:pt x="89" y="68"/>
                      <a:pt x="89" y="68"/>
                      <a:pt x="89" y="68"/>
                    </a:cubicBezTo>
                    <a:cubicBezTo>
                      <a:pt x="91" y="67"/>
                      <a:pt x="92" y="68"/>
                      <a:pt x="93" y="70"/>
                    </a:cubicBezTo>
                    <a:lnTo>
                      <a:pt x="93" y="72"/>
                    </a:lnTo>
                    <a:close/>
                    <a:moveTo>
                      <a:pt x="90" y="60"/>
                    </a:moveTo>
                    <a:cubicBezTo>
                      <a:pt x="91" y="62"/>
                      <a:pt x="90" y="63"/>
                      <a:pt x="88" y="64"/>
                    </a:cubicBezTo>
                    <a:cubicBezTo>
                      <a:pt x="88" y="64"/>
                      <a:pt x="88" y="64"/>
                      <a:pt x="88" y="64"/>
                    </a:cubicBezTo>
                    <a:cubicBezTo>
                      <a:pt x="87" y="64"/>
                      <a:pt x="85" y="63"/>
                      <a:pt x="85" y="62"/>
                    </a:cubicBezTo>
                    <a:cubicBezTo>
                      <a:pt x="84" y="60"/>
                      <a:pt x="84" y="60"/>
                      <a:pt x="84" y="60"/>
                    </a:cubicBezTo>
                    <a:cubicBezTo>
                      <a:pt x="84" y="58"/>
                      <a:pt x="85" y="57"/>
                      <a:pt x="86" y="56"/>
                    </a:cubicBezTo>
                    <a:cubicBezTo>
                      <a:pt x="86" y="56"/>
                      <a:pt x="86" y="56"/>
                      <a:pt x="86" y="56"/>
                    </a:cubicBezTo>
                    <a:cubicBezTo>
                      <a:pt x="88" y="56"/>
                      <a:pt x="89" y="57"/>
                      <a:pt x="90" y="58"/>
                    </a:cubicBezTo>
                    <a:lnTo>
                      <a:pt x="90" y="60"/>
                    </a:lnTo>
                    <a:close/>
                    <a:moveTo>
                      <a:pt x="87" y="49"/>
                    </a:moveTo>
                    <a:cubicBezTo>
                      <a:pt x="88" y="50"/>
                      <a:pt x="87" y="52"/>
                      <a:pt x="85" y="52"/>
                    </a:cubicBezTo>
                    <a:cubicBezTo>
                      <a:pt x="85" y="52"/>
                      <a:pt x="85" y="52"/>
                      <a:pt x="85" y="52"/>
                    </a:cubicBezTo>
                    <a:cubicBezTo>
                      <a:pt x="84" y="53"/>
                      <a:pt x="82" y="52"/>
                      <a:pt x="82" y="50"/>
                    </a:cubicBezTo>
                    <a:cubicBezTo>
                      <a:pt x="81" y="49"/>
                      <a:pt x="81" y="49"/>
                      <a:pt x="81" y="49"/>
                    </a:cubicBezTo>
                    <a:cubicBezTo>
                      <a:pt x="81" y="47"/>
                      <a:pt x="82" y="45"/>
                      <a:pt x="83" y="45"/>
                    </a:cubicBezTo>
                    <a:cubicBezTo>
                      <a:pt x="83" y="45"/>
                      <a:pt x="83" y="45"/>
                      <a:pt x="83" y="45"/>
                    </a:cubicBezTo>
                    <a:cubicBezTo>
                      <a:pt x="85" y="45"/>
                      <a:pt x="87" y="46"/>
                      <a:pt x="87" y="47"/>
                    </a:cubicBezTo>
                    <a:lnTo>
                      <a:pt x="87" y="49"/>
                    </a:lnTo>
                    <a:close/>
                    <a:moveTo>
                      <a:pt x="84" y="37"/>
                    </a:moveTo>
                    <a:cubicBezTo>
                      <a:pt x="85" y="39"/>
                      <a:pt x="84" y="41"/>
                      <a:pt x="82" y="41"/>
                    </a:cubicBezTo>
                    <a:cubicBezTo>
                      <a:pt x="82" y="41"/>
                      <a:pt x="82" y="41"/>
                      <a:pt x="82" y="41"/>
                    </a:cubicBezTo>
                    <a:cubicBezTo>
                      <a:pt x="81" y="41"/>
                      <a:pt x="79" y="41"/>
                      <a:pt x="79" y="39"/>
                    </a:cubicBezTo>
                    <a:cubicBezTo>
                      <a:pt x="78" y="37"/>
                      <a:pt x="78" y="37"/>
                      <a:pt x="78" y="37"/>
                    </a:cubicBezTo>
                    <a:cubicBezTo>
                      <a:pt x="78" y="36"/>
                      <a:pt x="79" y="34"/>
                      <a:pt x="80" y="34"/>
                    </a:cubicBezTo>
                    <a:cubicBezTo>
                      <a:pt x="80" y="34"/>
                      <a:pt x="80" y="34"/>
                      <a:pt x="80" y="34"/>
                    </a:cubicBezTo>
                    <a:cubicBezTo>
                      <a:pt x="82" y="33"/>
                      <a:pt x="84" y="34"/>
                      <a:pt x="84" y="36"/>
                    </a:cubicBezTo>
                    <a:lnTo>
                      <a:pt x="84" y="37"/>
                    </a:lnTo>
                    <a:close/>
                    <a:moveTo>
                      <a:pt x="81" y="26"/>
                    </a:moveTo>
                    <a:cubicBezTo>
                      <a:pt x="82" y="28"/>
                      <a:pt x="81" y="29"/>
                      <a:pt x="79" y="30"/>
                    </a:cubicBezTo>
                    <a:cubicBezTo>
                      <a:pt x="79" y="30"/>
                      <a:pt x="79" y="30"/>
                      <a:pt x="79" y="30"/>
                    </a:cubicBezTo>
                    <a:cubicBezTo>
                      <a:pt x="78" y="30"/>
                      <a:pt x="76" y="29"/>
                      <a:pt x="76" y="28"/>
                    </a:cubicBezTo>
                    <a:cubicBezTo>
                      <a:pt x="75" y="26"/>
                      <a:pt x="75" y="26"/>
                      <a:pt x="75" y="26"/>
                    </a:cubicBezTo>
                    <a:cubicBezTo>
                      <a:pt x="75" y="24"/>
                      <a:pt x="76" y="23"/>
                      <a:pt x="77" y="22"/>
                    </a:cubicBezTo>
                    <a:cubicBezTo>
                      <a:pt x="77" y="22"/>
                      <a:pt x="77" y="22"/>
                      <a:pt x="77" y="22"/>
                    </a:cubicBezTo>
                    <a:cubicBezTo>
                      <a:pt x="79" y="22"/>
                      <a:pt x="81" y="23"/>
                      <a:pt x="81" y="24"/>
                    </a:cubicBezTo>
                    <a:lnTo>
                      <a:pt x="81" y="26"/>
                    </a:lnTo>
                    <a:close/>
                    <a:moveTo>
                      <a:pt x="107" y="92"/>
                    </a:moveTo>
                    <a:cubicBezTo>
                      <a:pt x="107" y="94"/>
                      <a:pt x="107" y="95"/>
                      <a:pt x="105" y="96"/>
                    </a:cubicBezTo>
                    <a:cubicBezTo>
                      <a:pt x="105" y="96"/>
                      <a:pt x="105" y="96"/>
                      <a:pt x="105" y="96"/>
                    </a:cubicBezTo>
                    <a:cubicBezTo>
                      <a:pt x="103" y="96"/>
                      <a:pt x="102" y="95"/>
                      <a:pt x="101" y="94"/>
                    </a:cubicBezTo>
                    <a:cubicBezTo>
                      <a:pt x="101" y="92"/>
                      <a:pt x="101" y="92"/>
                      <a:pt x="101" y="92"/>
                    </a:cubicBezTo>
                    <a:cubicBezTo>
                      <a:pt x="100" y="91"/>
                      <a:pt x="101" y="89"/>
                      <a:pt x="103" y="89"/>
                    </a:cubicBezTo>
                    <a:cubicBezTo>
                      <a:pt x="103" y="89"/>
                      <a:pt x="103" y="89"/>
                      <a:pt x="103" y="89"/>
                    </a:cubicBezTo>
                    <a:cubicBezTo>
                      <a:pt x="105" y="88"/>
                      <a:pt x="106" y="89"/>
                      <a:pt x="107" y="91"/>
                    </a:cubicBezTo>
                    <a:lnTo>
                      <a:pt x="107" y="92"/>
                    </a:lnTo>
                    <a:close/>
                    <a:moveTo>
                      <a:pt x="104" y="81"/>
                    </a:moveTo>
                    <a:cubicBezTo>
                      <a:pt x="105" y="83"/>
                      <a:pt x="104" y="84"/>
                      <a:pt x="102" y="85"/>
                    </a:cubicBezTo>
                    <a:cubicBezTo>
                      <a:pt x="102" y="85"/>
                      <a:pt x="102" y="85"/>
                      <a:pt x="102" y="85"/>
                    </a:cubicBezTo>
                    <a:cubicBezTo>
                      <a:pt x="100" y="85"/>
                      <a:pt x="99" y="84"/>
                      <a:pt x="98" y="82"/>
                    </a:cubicBezTo>
                    <a:cubicBezTo>
                      <a:pt x="98" y="81"/>
                      <a:pt x="98" y="81"/>
                      <a:pt x="98" y="81"/>
                    </a:cubicBezTo>
                    <a:cubicBezTo>
                      <a:pt x="97" y="79"/>
                      <a:pt x="98" y="78"/>
                      <a:pt x="100" y="77"/>
                    </a:cubicBezTo>
                    <a:cubicBezTo>
                      <a:pt x="100" y="77"/>
                      <a:pt x="100" y="77"/>
                      <a:pt x="100" y="77"/>
                    </a:cubicBezTo>
                    <a:cubicBezTo>
                      <a:pt x="102" y="77"/>
                      <a:pt x="103" y="78"/>
                      <a:pt x="104" y="79"/>
                    </a:cubicBezTo>
                    <a:lnTo>
                      <a:pt x="104" y="81"/>
                    </a:lnTo>
                    <a:close/>
                    <a:moveTo>
                      <a:pt x="101" y="70"/>
                    </a:moveTo>
                    <a:cubicBezTo>
                      <a:pt x="102" y="71"/>
                      <a:pt x="101" y="73"/>
                      <a:pt x="99" y="73"/>
                    </a:cubicBezTo>
                    <a:cubicBezTo>
                      <a:pt x="99" y="73"/>
                      <a:pt x="99" y="73"/>
                      <a:pt x="99" y="73"/>
                    </a:cubicBezTo>
                    <a:cubicBezTo>
                      <a:pt x="97" y="74"/>
                      <a:pt x="96" y="73"/>
                      <a:pt x="95" y="71"/>
                    </a:cubicBezTo>
                    <a:cubicBezTo>
                      <a:pt x="95" y="69"/>
                      <a:pt x="95" y="69"/>
                      <a:pt x="95" y="69"/>
                    </a:cubicBezTo>
                    <a:cubicBezTo>
                      <a:pt x="95" y="68"/>
                      <a:pt x="95" y="66"/>
                      <a:pt x="97" y="66"/>
                    </a:cubicBezTo>
                    <a:cubicBezTo>
                      <a:pt x="97" y="66"/>
                      <a:pt x="97" y="66"/>
                      <a:pt x="97" y="66"/>
                    </a:cubicBezTo>
                    <a:cubicBezTo>
                      <a:pt x="99" y="65"/>
                      <a:pt x="100" y="66"/>
                      <a:pt x="101" y="68"/>
                    </a:cubicBezTo>
                    <a:lnTo>
                      <a:pt x="101" y="70"/>
                    </a:lnTo>
                    <a:close/>
                    <a:moveTo>
                      <a:pt x="98" y="58"/>
                    </a:moveTo>
                    <a:cubicBezTo>
                      <a:pt x="99" y="60"/>
                      <a:pt x="98" y="61"/>
                      <a:pt x="96" y="62"/>
                    </a:cubicBezTo>
                    <a:cubicBezTo>
                      <a:pt x="96" y="62"/>
                      <a:pt x="96" y="62"/>
                      <a:pt x="96" y="62"/>
                    </a:cubicBezTo>
                    <a:cubicBezTo>
                      <a:pt x="94" y="62"/>
                      <a:pt x="93" y="61"/>
                      <a:pt x="92" y="60"/>
                    </a:cubicBezTo>
                    <a:cubicBezTo>
                      <a:pt x="92" y="58"/>
                      <a:pt x="92" y="58"/>
                      <a:pt x="92" y="58"/>
                    </a:cubicBezTo>
                    <a:cubicBezTo>
                      <a:pt x="92" y="56"/>
                      <a:pt x="93" y="55"/>
                      <a:pt x="94" y="54"/>
                    </a:cubicBezTo>
                    <a:cubicBezTo>
                      <a:pt x="94" y="54"/>
                      <a:pt x="94" y="54"/>
                      <a:pt x="94" y="54"/>
                    </a:cubicBezTo>
                    <a:cubicBezTo>
                      <a:pt x="96" y="54"/>
                      <a:pt x="97" y="55"/>
                      <a:pt x="98" y="56"/>
                    </a:cubicBezTo>
                    <a:lnTo>
                      <a:pt x="98" y="58"/>
                    </a:lnTo>
                    <a:close/>
                    <a:moveTo>
                      <a:pt x="95" y="47"/>
                    </a:moveTo>
                    <a:cubicBezTo>
                      <a:pt x="96" y="48"/>
                      <a:pt x="95" y="50"/>
                      <a:pt x="93" y="50"/>
                    </a:cubicBezTo>
                    <a:cubicBezTo>
                      <a:pt x="93" y="50"/>
                      <a:pt x="93" y="50"/>
                      <a:pt x="93" y="50"/>
                    </a:cubicBezTo>
                    <a:cubicBezTo>
                      <a:pt x="91" y="51"/>
                      <a:pt x="90" y="50"/>
                      <a:pt x="89" y="48"/>
                    </a:cubicBezTo>
                    <a:cubicBezTo>
                      <a:pt x="89" y="47"/>
                      <a:pt x="89" y="47"/>
                      <a:pt x="89" y="47"/>
                    </a:cubicBezTo>
                    <a:cubicBezTo>
                      <a:pt x="89" y="45"/>
                      <a:pt x="90" y="43"/>
                      <a:pt x="91" y="43"/>
                    </a:cubicBezTo>
                    <a:cubicBezTo>
                      <a:pt x="91" y="43"/>
                      <a:pt x="91" y="43"/>
                      <a:pt x="91" y="43"/>
                    </a:cubicBezTo>
                    <a:cubicBezTo>
                      <a:pt x="93" y="43"/>
                      <a:pt x="94" y="43"/>
                      <a:pt x="95" y="45"/>
                    </a:cubicBezTo>
                    <a:lnTo>
                      <a:pt x="95" y="47"/>
                    </a:lnTo>
                    <a:close/>
                    <a:moveTo>
                      <a:pt x="92" y="35"/>
                    </a:moveTo>
                    <a:cubicBezTo>
                      <a:pt x="93" y="37"/>
                      <a:pt x="92" y="39"/>
                      <a:pt x="90" y="39"/>
                    </a:cubicBezTo>
                    <a:cubicBezTo>
                      <a:pt x="90" y="39"/>
                      <a:pt x="90" y="39"/>
                      <a:pt x="90" y="39"/>
                    </a:cubicBezTo>
                    <a:cubicBezTo>
                      <a:pt x="89" y="39"/>
                      <a:pt x="87" y="38"/>
                      <a:pt x="87" y="37"/>
                    </a:cubicBezTo>
                    <a:cubicBezTo>
                      <a:pt x="86" y="35"/>
                      <a:pt x="86" y="35"/>
                      <a:pt x="86" y="35"/>
                    </a:cubicBezTo>
                    <a:cubicBezTo>
                      <a:pt x="86" y="34"/>
                      <a:pt x="87" y="32"/>
                      <a:pt x="88" y="32"/>
                    </a:cubicBezTo>
                    <a:cubicBezTo>
                      <a:pt x="88" y="32"/>
                      <a:pt x="88" y="32"/>
                      <a:pt x="88" y="32"/>
                    </a:cubicBezTo>
                    <a:cubicBezTo>
                      <a:pt x="90" y="31"/>
                      <a:pt x="91" y="32"/>
                      <a:pt x="92" y="34"/>
                    </a:cubicBezTo>
                    <a:lnTo>
                      <a:pt x="92" y="35"/>
                    </a:lnTo>
                    <a:close/>
                    <a:moveTo>
                      <a:pt x="89" y="24"/>
                    </a:moveTo>
                    <a:cubicBezTo>
                      <a:pt x="90" y="26"/>
                      <a:pt x="89" y="27"/>
                      <a:pt x="87" y="28"/>
                    </a:cubicBezTo>
                    <a:cubicBezTo>
                      <a:pt x="87" y="28"/>
                      <a:pt x="87" y="28"/>
                      <a:pt x="87" y="28"/>
                    </a:cubicBezTo>
                    <a:cubicBezTo>
                      <a:pt x="86" y="28"/>
                      <a:pt x="84" y="27"/>
                      <a:pt x="84" y="26"/>
                    </a:cubicBezTo>
                    <a:cubicBezTo>
                      <a:pt x="83" y="24"/>
                      <a:pt x="83" y="24"/>
                      <a:pt x="83" y="24"/>
                    </a:cubicBezTo>
                    <a:cubicBezTo>
                      <a:pt x="83" y="22"/>
                      <a:pt x="84" y="21"/>
                      <a:pt x="85" y="20"/>
                    </a:cubicBezTo>
                    <a:cubicBezTo>
                      <a:pt x="85" y="20"/>
                      <a:pt x="85" y="20"/>
                      <a:pt x="85" y="20"/>
                    </a:cubicBezTo>
                    <a:cubicBezTo>
                      <a:pt x="87" y="20"/>
                      <a:pt x="88" y="21"/>
                      <a:pt x="89" y="22"/>
                    </a:cubicBezTo>
                    <a:lnTo>
                      <a:pt x="89" y="24"/>
                    </a:lnTo>
                    <a:close/>
                    <a:moveTo>
                      <a:pt x="115" y="90"/>
                    </a:moveTo>
                    <a:cubicBezTo>
                      <a:pt x="115" y="92"/>
                      <a:pt x="114" y="93"/>
                      <a:pt x="113" y="94"/>
                    </a:cubicBezTo>
                    <a:cubicBezTo>
                      <a:pt x="113" y="94"/>
                      <a:pt x="113" y="94"/>
                      <a:pt x="113" y="94"/>
                    </a:cubicBezTo>
                    <a:cubicBezTo>
                      <a:pt x="111" y="94"/>
                      <a:pt x="110" y="93"/>
                      <a:pt x="109" y="92"/>
                    </a:cubicBezTo>
                    <a:cubicBezTo>
                      <a:pt x="109" y="90"/>
                      <a:pt x="109" y="90"/>
                      <a:pt x="109" y="90"/>
                    </a:cubicBezTo>
                    <a:cubicBezTo>
                      <a:pt x="108" y="88"/>
                      <a:pt x="109" y="87"/>
                      <a:pt x="111" y="86"/>
                    </a:cubicBezTo>
                    <a:cubicBezTo>
                      <a:pt x="111" y="86"/>
                      <a:pt x="111" y="86"/>
                      <a:pt x="111" y="86"/>
                    </a:cubicBezTo>
                    <a:cubicBezTo>
                      <a:pt x="112" y="86"/>
                      <a:pt x="114" y="87"/>
                      <a:pt x="114" y="89"/>
                    </a:cubicBezTo>
                    <a:lnTo>
                      <a:pt x="115" y="90"/>
                    </a:lnTo>
                    <a:close/>
                    <a:moveTo>
                      <a:pt x="112" y="79"/>
                    </a:moveTo>
                    <a:cubicBezTo>
                      <a:pt x="112" y="80"/>
                      <a:pt x="111" y="82"/>
                      <a:pt x="110" y="82"/>
                    </a:cubicBezTo>
                    <a:cubicBezTo>
                      <a:pt x="110" y="82"/>
                      <a:pt x="110" y="82"/>
                      <a:pt x="110" y="82"/>
                    </a:cubicBezTo>
                    <a:cubicBezTo>
                      <a:pt x="108" y="83"/>
                      <a:pt x="107" y="82"/>
                      <a:pt x="106" y="80"/>
                    </a:cubicBezTo>
                    <a:cubicBezTo>
                      <a:pt x="106" y="79"/>
                      <a:pt x="106" y="79"/>
                      <a:pt x="106" y="79"/>
                    </a:cubicBezTo>
                    <a:cubicBezTo>
                      <a:pt x="105" y="77"/>
                      <a:pt x="106" y="76"/>
                      <a:pt x="108" y="75"/>
                    </a:cubicBezTo>
                    <a:cubicBezTo>
                      <a:pt x="108" y="75"/>
                      <a:pt x="108" y="75"/>
                      <a:pt x="108" y="75"/>
                    </a:cubicBezTo>
                    <a:cubicBezTo>
                      <a:pt x="109" y="75"/>
                      <a:pt x="111" y="76"/>
                      <a:pt x="111" y="77"/>
                    </a:cubicBezTo>
                    <a:lnTo>
                      <a:pt x="112" y="79"/>
                    </a:lnTo>
                    <a:close/>
                    <a:moveTo>
                      <a:pt x="109" y="68"/>
                    </a:moveTo>
                    <a:cubicBezTo>
                      <a:pt x="109" y="69"/>
                      <a:pt x="108" y="71"/>
                      <a:pt x="107" y="71"/>
                    </a:cubicBezTo>
                    <a:cubicBezTo>
                      <a:pt x="107" y="71"/>
                      <a:pt x="107" y="71"/>
                      <a:pt x="107" y="71"/>
                    </a:cubicBezTo>
                    <a:cubicBezTo>
                      <a:pt x="105" y="72"/>
                      <a:pt x="104" y="71"/>
                      <a:pt x="103" y="69"/>
                    </a:cubicBezTo>
                    <a:cubicBezTo>
                      <a:pt x="103" y="67"/>
                      <a:pt x="103" y="67"/>
                      <a:pt x="103" y="67"/>
                    </a:cubicBezTo>
                    <a:cubicBezTo>
                      <a:pt x="102" y="66"/>
                      <a:pt x="103" y="64"/>
                      <a:pt x="105" y="64"/>
                    </a:cubicBezTo>
                    <a:cubicBezTo>
                      <a:pt x="105" y="64"/>
                      <a:pt x="105" y="64"/>
                      <a:pt x="105" y="64"/>
                    </a:cubicBezTo>
                    <a:cubicBezTo>
                      <a:pt x="107" y="63"/>
                      <a:pt x="108" y="64"/>
                      <a:pt x="109" y="66"/>
                    </a:cubicBezTo>
                    <a:lnTo>
                      <a:pt x="109" y="68"/>
                    </a:lnTo>
                    <a:close/>
                    <a:moveTo>
                      <a:pt x="106" y="56"/>
                    </a:moveTo>
                    <a:cubicBezTo>
                      <a:pt x="106" y="58"/>
                      <a:pt x="105" y="59"/>
                      <a:pt x="104" y="60"/>
                    </a:cubicBezTo>
                    <a:cubicBezTo>
                      <a:pt x="104" y="60"/>
                      <a:pt x="104" y="60"/>
                      <a:pt x="104" y="60"/>
                    </a:cubicBezTo>
                    <a:cubicBezTo>
                      <a:pt x="102" y="60"/>
                      <a:pt x="101" y="59"/>
                      <a:pt x="100" y="58"/>
                    </a:cubicBezTo>
                    <a:cubicBezTo>
                      <a:pt x="100" y="56"/>
                      <a:pt x="100" y="56"/>
                      <a:pt x="100" y="56"/>
                    </a:cubicBezTo>
                    <a:cubicBezTo>
                      <a:pt x="99" y="54"/>
                      <a:pt x="100" y="53"/>
                      <a:pt x="102" y="52"/>
                    </a:cubicBezTo>
                    <a:cubicBezTo>
                      <a:pt x="102" y="52"/>
                      <a:pt x="102" y="52"/>
                      <a:pt x="102" y="52"/>
                    </a:cubicBezTo>
                    <a:cubicBezTo>
                      <a:pt x="104" y="52"/>
                      <a:pt x="105" y="53"/>
                      <a:pt x="106" y="54"/>
                    </a:cubicBezTo>
                    <a:lnTo>
                      <a:pt x="106" y="56"/>
                    </a:lnTo>
                    <a:close/>
                    <a:moveTo>
                      <a:pt x="103" y="45"/>
                    </a:moveTo>
                    <a:cubicBezTo>
                      <a:pt x="103" y="46"/>
                      <a:pt x="103" y="48"/>
                      <a:pt x="101" y="48"/>
                    </a:cubicBezTo>
                    <a:cubicBezTo>
                      <a:pt x="101" y="48"/>
                      <a:pt x="101" y="48"/>
                      <a:pt x="101" y="48"/>
                    </a:cubicBezTo>
                    <a:cubicBezTo>
                      <a:pt x="99" y="49"/>
                      <a:pt x="98" y="48"/>
                      <a:pt x="97" y="46"/>
                    </a:cubicBezTo>
                    <a:cubicBezTo>
                      <a:pt x="97" y="44"/>
                      <a:pt x="97" y="44"/>
                      <a:pt x="97" y="44"/>
                    </a:cubicBezTo>
                    <a:cubicBezTo>
                      <a:pt x="96" y="43"/>
                      <a:pt x="97" y="41"/>
                      <a:pt x="99" y="41"/>
                    </a:cubicBezTo>
                    <a:cubicBezTo>
                      <a:pt x="99" y="41"/>
                      <a:pt x="99" y="41"/>
                      <a:pt x="99" y="41"/>
                    </a:cubicBezTo>
                    <a:cubicBezTo>
                      <a:pt x="101" y="41"/>
                      <a:pt x="102" y="41"/>
                      <a:pt x="103" y="43"/>
                    </a:cubicBezTo>
                    <a:lnTo>
                      <a:pt x="103" y="45"/>
                    </a:lnTo>
                    <a:close/>
                    <a:moveTo>
                      <a:pt x="100" y="33"/>
                    </a:moveTo>
                    <a:cubicBezTo>
                      <a:pt x="101" y="35"/>
                      <a:pt x="100" y="37"/>
                      <a:pt x="98" y="37"/>
                    </a:cubicBezTo>
                    <a:cubicBezTo>
                      <a:pt x="98" y="37"/>
                      <a:pt x="98" y="37"/>
                      <a:pt x="98" y="37"/>
                    </a:cubicBezTo>
                    <a:cubicBezTo>
                      <a:pt x="96" y="37"/>
                      <a:pt x="95" y="36"/>
                      <a:pt x="94" y="35"/>
                    </a:cubicBezTo>
                    <a:cubicBezTo>
                      <a:pt x="94" y="33"/>
                      <a:pt x="94" y="33"/>
                      <a:pt x="94" y="33"/>
                    </a:cubicBezTo>
                    <a:cubicBezTo>
                      <a:pt x="93" y="32"/>
                      <a:pt x="94" y="30"/>
                      <a:pt x="96" y="30"/>
                    </a:cubicBezTo>
                    <a:cubicBezTo>
                      <a:pt x="96" y="30"/>
                      <a:pt x="96" y="30"/>
                      <a:pt x="96" y="30"/>
                    </a:cubicBezTo>
                    <a:cubicBezTo>
                      <a:pt x="98" y="29"/>
                      <a:pt x="99" y="30"/>
                      <a:pt x="100" y="32"/>
                    </a:cubicBezTo>
                    <a:lnTo>
                      <a:pt x="100" y="33"/>
                    </a:lnTo>
                    <a:close/>
                    <a:moveTo>
                      <a:pt x="97" y="22"/>
                    </a:moveTo>
                    <a:cubicBezTo>
                      <a:pt x="98" y="24"/>
                      <a:pt x="97" y="25"/>
                      <a:pt x="95" y="26"/>
                    </a:cubicBezTo>
                    <a:cubicBezTo>
                      <a:pt x="95" y="26"/>
                      <a:pt x="95" y="26"/>
                      <a:pt x="95" y="26"/>
                    </a:cubicBezTo>
                    <a:cubicBezTo>
                      <a:pt x="93" y="26"/>
                      <a:pt x="92" y="25"/>
                      <a:pt x="91" y="24"/>
                    </a:cubicBezTo>
                    <a:cubicBezTo>
                      <a:pt x="91" y="22"/>
                      <a:pt x="91" y="22"/>
                      <a:pt x="91" y="22"/>
                    </a:cubicBezTo>
                    <a:cubicBezTo>
                      <a:pt x="91" y="20"/>
                      <a:pt x="91" y="19"/>
                      <a:pt x="93" y="18"/>
                    </a:cubicBezTo>
                    <a:cubicBezTo>
                      <a:pt x="93" y="18"/>
                      <a:pt x="93" y="18"/>
                      <a:pt x="93" y="18"/>
                    </a:cubicBezTo>
                    <a:cubicBezTo>
                      <a:pt x="95" y="18"/>
                      <a:pt x="96" y="19"/>
                      <a:pt x="97" y="20"/>
                    </a:cubicBezTo>
                    <a:lnTo>
                      <a:pt x="97" y="22"/>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07" name="Google Shape;707;p83"/>
              <p:cNvSpPr/>
              <p:nvPr/>
            </p:nvSpPr>
            <p:spPr>
              <a:xfrm>
                <a:off x="8937625" y="3398838"/>
                <a:ext cx="214313" cy="188913"/>
              </a:xfrm>
              <a:custGeom>
                <a:avLst/>
                <a:gdLst/>
                <a:ahLst/>
                <a:cxnLst/>
                <a:rect l="l" t="t" r="r" b="b"/>
                <a:pathLst>
                  <a:path w="135" h="119" extrusionOk="0">
                    <a:moveTo>
                      <a:pt x="23" y="119"/>
                    </a:moveTo>
                    <a:lnTo>
                      <a:pt x="135" y="89"/>
                    </a:lnTo>
                    <a:lnTo>
                      <a:pt x="112" y="0"/>
                    </a:lnTo>
                    <a:lnTo>
                      <a:pt x="0" y="30"/>
                    </a:lnTo>
                    <a:lnTo>
                      <a:pt x="23" y="119"/>
                    </a:lnTo>
                    <a:close/>
                    <a:moveTo>
                      <a:pt x="8" y="34"/>
                    </a:moveTo>
                    <a:lnTo>
                      <a:pt x="107" y="9"/>
                    </a:lnTo>
                    <a:lnTo>
                      <a:pt x="126" y="85"/>
                    </a:lnTo>
                    <a:lnTo>
                      <a:pt x="28" y="110"/>
                    </a:lnTo>
                    <a:lnTo>
                      <a:pt x="8" y="34"/>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grpSp>
          <p:nvGrpSpPr>
            <p:cNvPr id="708" name="Google Shape;708;p83"/>
            <p:cNvGrpSpPr/>
            <p:nvPr/>
          </p:nvGrpSpPr>
          <p:grpSpPr>
            <a:xfrm>
              <a:off x="10739822" y="5297265"/>
              <a:ext cx="332405" cy="531103"/>
              <a:chOff x="10739822" y="5174435"/>
              <a:chExt cx="332405" cy="531103"/>
            </a:xfrm>
          </p:grpSpPr>
          <p:sp>
            <p:nvSpPr>
              <p:cNvPr id="709" name="Google Shape;709;p83"/>
              <p:cNvSpPr/>
              <p:nvPr/>
            </p:nvSpPr>
            <p:spPr>
              <a:xfrm>
                <a:off x="10927379" y="5283999"/>
                <a:ext cx="14856" cy="42712"/>
              </a:xfrm>
              <a:custGeom>
                <a:avLst/>
                <a:gdLst/>
                <a:ahLst/>
                <a:cxnLst/>
                <a:rect l="l" t="t" r="r" b="b"/>
                <a:pathLst>
                  <a:path w="8" h="21" extrusionOk="0">
                    <a:moveTo>
                      <a:pt x="3" y="0"/>
                    </a:moveTo>
                    <a:cubicBezTo>
                      <a:pt x="0" y="20"/>
                      <a:pt x="0" y="20"/>
                      <a:pt x="0" y="20"/>
                    </a:cubicBezTo>
                    <a:cubicBezTo>
                      <a:pt x="5" y="21"/>
                      <a:pt x="5" y="21"/>
                      <a:pt x="5" y="21"/>
                    </a:cubicBezTo>
                    <a:cubicBezTo>
                      <a:pt x="8" y="1"/>
                      <a:pt x="8" y="1"/>
                      <a:pt x="8" y="1"/>
                    </a:cubicBezTo>
                    <a:cubicBezTo>
                      <a:pt x="7" y="1"/>
                      <a:pt x="6" y="1"/>
                      <a:pt x="5" y="1"/>
                    </a:cubicBezTo>
                    <a:cubicBezTo>
                      <a:pt x="4" y="1"/>
                      <a:pt x="3" y="1"/>
                      <a:pt x="3"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10" name="Google Shape;710;p83"/>
              <p:cNvSpPr/>
              <p:nvPr/>
            </p:nvSpPr>
            <p:spPr>
              <a:xfrm>
                <a:off x="10739822" y="5330423"/>
                <a:ext cx="287837" cy="375115"/>
              </a:xfrm>
              <a:custGeom>
                <a:avLst/>
                <a:gdLst/>
                <a:ahLst/>
                <a:cxnLst/>
                <a:rect l="l" t="t" r="r" b="b"/>
                <a:pathLst>
                  <a:path w="155" h="202" extrusionOk="0">
                    <a:moveTo>
                      <a:pt x="112" y="3"/>
                    </a:moveTo>
                    <a:lnTo>
                      <a:pt x="106" y="1"/>
                    </a:lnTo>
                    <a:lnTo>
                      <a:pt x="101" y="1"/>
                    </a:lnTo>
                    <a:lnTo>
                      <a:pt x="95" y="0"/>
                    </a:lnTo>
                    <a:lnTo>
                      <a:pt x="0" y="181"/>
                    </a:lnTo>
                    <a:lnTo>
                      <a:pt x="22" y="185"/>
                    </a:lnTo>
                    <a:lnTo>
                      <a:pt x="43" y="137"/>
                    </a:lnTo>
                    <a:lnTo>
                      <a:pt x="125" y="147"/>
                    </a:lnTo>
                    <a:lnTo>
                      <a:pt x="133" y="199"/>
                    </a:lnTo>
                    <a:lnTo>
                      <a:pt x="155" y="202"/>
                    </a:lnTo>
                    <a:lnTo>
                      <a:pt x="112" y="3"/>
                    </a:lnTo>
                    <a:close/>
                    <a:moveTo>
                      <a:pt x="115" y="90"/>
                    </a:moveTo>
                    <a:lnTo>
                      <a:pt x="97" y="76"/>
                    </a:lnTo>
                    <a:lnTo>
                      <a:pt x="112" y="69"/>
                    </a:lnTo>
                    <a:lnTo>
                      <a:pt x="115" y="90"/>
                    </a:lnTo>
                    <a:close/>
                    <a:moveTo>
                      <a:pt x="113" y="107"/>
                    </a:moveTo>
                    <a:lnTo>
                      <a:pt x="88" y="113"/>
                    </a:lnTo>
                    <a:lnTo>
                      <a:pt x="65" y="100"/>
                    </a:lnTo>
                    <a:lnTo>
                      <a:pt x="113" y="107"/>
                    </a:lnTo>
                    <a:close/>
                    <a:moveTo>
                      <a:pt x="70" y="88"/>
                    </a:moveTo>
                    <a:lnTo>
                      <a:pt x="93" y="78"/>
                    </a:lnTo>
                    <a:lnTo>
                      <a:pt x="114" y="94"/>
                    </a:lnTo>
                    <a:lnTo>
                      <a:pt x="70" y="88"/>
                    </a:lnTo>
                    <a:close/>
                    <a:moveTo>
                      <a:pt x="109" y="51"/>
                    </a:moveTo>
                    <a:lnTo>
                      <a:pt x="101" y="33"/>
                    </a:lnTo>
                    <a:lnTo>
                      <a:pt x="106" y="28"/>
                    </a:lnTo>
                    <a:lnTo>
                      <a:pt x="109" y="51"/>
                    </a:lnTo>
                    <a:close/>
                    <a:moveTo>
                      <a:pt x="107" y="54"/>
                    </a:moveTo>
                    <a:lnTo>
                      <a:pt x="86" y="51"/>
                    </a:lnTo>
                    <a:lnTo>
                      <a:pt x="98" y="35"/>
                    </a:lnTo>
                    <a:lnTo>
                      <a:pt x="107" y="54"/>
                    </a:lnTo>
                    <a:close/>
                    <a:moveTo>
                      <a:pt x="104" y="26"/>
                    </a:moveTo>
                    <a:lnTo>
                      <a:pt x="99" y="31"/>
                    </a:lnTo>
                    <a:lnTo>
                      <a:pt x="96" y="24"/>
                    </a:lnTo>
                    <a:lnTo>
                      <a:pt x="104" y="26"/>
                    </a:lnTo>
                    <a:close/>
                    <a:moveTo>
                      <a:pt x="94" y="26"/>
                    </a:moveTo>
                    <a:lnTo>
                      <a:pt x="97" y="33"/>
                    </a:lnTo>
                    <a:lnTo>
                      <a:pt x="83" y="49"/>
                    </a:lnTo>
                    <a:lnTo>
                      <a:pt x="94" y="26"/>
                    </a:lnTo>
                    <a:close/>
                    <a:moveTo>
                      <a:pt x="108" y="66"/>
                    </a:moveTo>
                    <a:lnTo>
                      <a:pt x="94" y="74"/>
                    </a:lnTo>
                    <a:lnTo>
                      <a:pt x="81" y="63"/>
                    </a:lnTo>
                    <a:lnTo>
                      <a:pt x="108" y="66"/>
                    </a:lnTo>
                    <a:close/>
                    <a:moveTo>
                      <a:pt x="76" y="64"/>
                    </a:moveTo>
                    <a:lnTo>
                      <a:pt x="90" y="75"/>
                    </a:lnTo>
                    <a:lnTo>
                      <a:pt x="67" y="85"/>
                    </a:lnTo>
                    <a:lnTo>
                      <a:pt x="76" y="64"/>
                    </a:lnTo>
                    <a:close/>
                    <a:moveTo>
                      <a:pt x="60" y="102"/>
                    </a:moveTo>
                    <a:lnTo>
                      <a:pt x="82" y="114"/>
                    </a:lnTo>
                    <a:lnTo>
                      <a:pt x="50" y="123"/>
                    </a:lnTo>
                    <a:lnTo>
                      <a:pt x="60" y="102"/>
                    </a:lnTo>
                    <a:close/>
                    <a:moveTo>
                      <a:pt x="56" y="125"/>
                    </a:moveTo>
                    <a:lnTo>
                      <a:pt x="87" y="118"/>
                    </a:lnTo>
                    <a:lnTo>
                      <a:pt x="116" y="134"/>
                    </a:lnTo>
                    <a:lnTo>
                      <a:pt x="56" y="125"/>
                    </a:lnTo>
                    <a:close/>
                    <a:moveTo>
                      <a:pt x="94" y="117"/>
                    </a:moveTo>
                    <a:lnTo>
                      <a:pt x="118" y="110"/>
                    </a:lnTo>
                    <a:lnTo>
                      <a:pt x="121" y="132"/>
                    </a:lnTo>
                    <a:lnTo>
                      <a:pt x="94" y="117"/>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11" name="Google Shape;711;p83"/>
              <p:cNvSpPr/>
              <p:nvPr/>
            </p:nvSpPr>
            <p:spPr>
              <a:xfrm>
                <a:off x="10914380" y="5226431"/>
                <a:ext cx="55710" cy="53854"/>
              </a:xfrm>
              <a:custGeom>
                <a:avLst/>
                <a:gdLst/>
                <a:ahLst/>
                <a:cxnLst/>
                <a:rect l="l" t="t" r="r" b="b"/>
                <a:pathLst>
                  <a:path w="27" h="26" extrusionOk="0">
                    <a:moveTo>
                      <a:pt x="9" y="25"/>
                    </a:moveTo>
                    <a:cubicBezTo>
                      <a:pt x="10" y="25"/>
                      <a:pt x="11" y="25"/>
                      <a:pt x="12" y="25"/>
                    </a:cubicBezTo>
                    <a:cubicBezTo>
                      <a:pt x="13" y="26"/>
                      <a:pt x="14" y="26"/>
                      <a:pt x="14" y="26"/>
                    </a:cubicBezTo>
                    <a:cubicBezTo>
                      <a:pt x="20" y="25"/>
                      <a:pt x="25" y="21"/>
                      <a:pt x="26" y="15"/>
                    </a:cubicBezTo>
                    <a:cubicBezTo>
                      <a:pt x="27" y="8"/>
                      <a:pt x="22" y="2"/>
                      <a:pt x="15" y="1"/>
                    </a:cubicBezTo>
                    <a:cubicBezTo>
                      <a:pt x="8" y="0"/>
                      <a:pt x="2" y="5"/>
                      <a:pt x="1" y="12"/>
                    </a:cubicBezTo>
                    <a:cubicBezTo>
                      <a:pt x="0" y="17"/>
                      <a:pt x="4" y="23"/>
                      <a:pt x="9" y="25"/>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12" name="Google Shape;712;p83"/>
              <p:cNvSpPr/>
              <p:nvPr/>
            </p:nvSpPr>
            <p:spPr>
              <a:xfrm>
                <a:off x="10977519" y="5228288"/>
                <a:ext cx="24142" cy="61282"/>
              </a:xfrm>
              <a:custGeom>
                <a:avLst/>
                <a:gdLst/>
                <a:ahLst/>
                <a:cxnLst/>
                <a:rect l="l" t="t" r="r" b="b"/>
                <a:pathLst>
                  <a:path w="12" h="30" extrusionOk="0">
                    <a:moveTo>
                      <a:pt x="3" y="29"/>
                    </a:moveTo>
                    <a:cubicBezTo>
                      <a:pt x="7" y="26"/>
                      <a:pt x="10" y="21"/>
                      <a:pt x="11" y="16"/>
                    </a:cubicBezTo>
                    <a:cubicBezTo>
                      <a:pt x="12" y="11"/>
                      <a:pt x="10" y="5"/>
                      <a:pt x="7" y="2"/>
                    </a:cubicBezTo>
                    <a:cubicBezTo>
                      <a:pt x="6" y="0"/>
                      <a:pt x="4" y="1"/>
                      <a:pt x="4" y="2"/>
                    </a:cubicBezTo>
                    <a:cubicBezTo>
                      <a:pt x="4" y="2"/>
                      <a:pt x="4" y="2"/>
                      <a:pt x="4" y="2"/>
                    </a:cubicBezTo>
                    <a:cubicBezTo>
                      <a:pt x="4" y="3"/>
                      <a:pt x="4" y="3"/>
                      <a:pt x="4" y="4"/>
                    </a:cubicBezTo>
                    <a:cubicBezTo>
                      <a:pt x="7" y="7"/>
                      <a:pt x="8" y="11"/>
                      <a:pt x="8" y="16"/>
                    </a:cubicBezTo>
                    <a:cubicBezTo>
                      <a:pt x="7" y="20"/>
                      <a:pt x="5" y="24"/>
                      <a:pt x="1" y="26"/>
                    </a:cubicBezTo>
                    <a:cubicBezTo>
                      <a:pt x="1" y="26"/>
                      <a:pt x="1" y="27"/>
                      <a:pt x="1" y="27"/>
                    </a:cubicBezTo>
                    <a:cubicBezTo>
                      <a:pt x="1" y="27"/>
                      <a:pt x="1" y="27"/>
                      <a:pt x="1" y="27"/>
                    </a:cubicBezTo>
                    <a:cubicBezTo>
                      <a:pt x="0" y="29"/>
                      <a:pt x="2" y="30"/>
                      <a:pt x="3" y="29"/>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13" name="Google Shape;713;p83"/>
              <p:cNvSpPr/>
              <p:nvPr/>
            </p:nvSpPr>
            <p:spPr>
              <a:xfrm>
                <a:off x="10999803" y="5219003"/>
                <a:ext cx="35284" cy="89136"/>
              </a:xfrm>
              <a:custGeom>
                <a:avLst/>
                <a:gdLst/>
                <a:ahLst/>
                <a:cxnLst/>
                <a:rect l="l" t="t" r="r" b="b"/>
                <a:pathLst>
                  <a:path w="17" h="44" extrusionOk="0">
                    <a:moveTo>
                      <a:pt x="4" y="42"/>
                    </a:moveTo>
                    <a:cubicBezTo>
                      <a:pt x="10" y="38"/>
                      <a:pt x="15" y="31"/>
                      <a:pt x="16" y="23"/>
                    </a:cubicBezTo>
                    <a:cubicBezTo>
                      <a:pt x="17" y="15"/>
                      <a:pt x="15" y="7"/>
                      <a:pt x="10" y="1"/>
                    </a:cubicBezTo>
                    <a:cubicBezTo>
                      <a:pt x="8" y="0"/>
                      <a:pt x="6" y="1"/>
                      <a:pt x="5" y="3"/>
                    </a:cubicBezTo>
                    <a:cubicBezTo>
                      <a:pt x="5" y="3"/>
                      <a:pt x="5" y="3"/>
                      <a:pt x="5" y="3"/>
                    </a:cubicBezTo>
                    <a:cubicBezTo>
                      <a:pt x="5" y="3"/>
                      <a:pt x="5" y="4"/>
                      <a:pt x="6" y="5"/>
                    </a:cubicBezTo>
                    <a:cubicBezTo>
                      <a:pt x="10" y="9"/>
                      <a:pt x="12" y="16"/>
                      <a:pt x="11" y="23"/>
                    </a:cubicBezTo>
                    <a:cubicBezTo>
                      <a:pt x="10" y="29"/>
                      <a:pt x="7" y="35"/>
                      <a:pt x="1" y="38"/>
                    </a:cubicBezTo>
                    <a:cubicBezTo>
                      <a:pt x="1" y="39"/>
                      <a:pt x="0" y="39"/>
                      <a:pt x="0" y="40"/>
                    </a:cubicBezTo>
                    <a:cubicBezTo>
                      <a:pt x="0" y="40"/>
                      <a:pt x="0" y="40"/>
                      <a:pt x="0" y="40"/>
                    </a:cubicBezTo>
                    <a:cubicBezTo>
                      <a:pt x="0" y="42"/>
                      <a:pt x="2" y="44"/>
                      <a:pt x="4" y="42"/>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14" name="Google Shape;714;p83"/>
              <p:cNvSpPr/>
              <p:nvPr/>
            </p:nvSpPr>
            <p:spPr>
              <a:xfrm>
                <a:off x="11018373" y="5200433"/>
                <a:ext cx="53854" cy="131848"/>
              </a:xfrm>
              <a:custGeom>
                <a:avLst/>
                <a:gdLst/>
                <a:ahLst/>
                <a:cxnLst/>
                <a:rect l="l" t="t" r="r" b="b"/>
                <a:pathLst>
                  <a:path w="26" h="65" extrusionOk="0">
                    <a:moveTo>
                      <a:pt x="17" y="33"/>
                    </a:moveTo>
                    <a:cubicBezTo>
                      <a:pt x="15" y="43"/>
                      <a:pt x="10" y="52"/>
                      <a:pt x="2" y="57"/>
                    </a:cubicBezTo>
                    <a:cubicBezTo>
                      <a:pt x="1" y="58"/>
                      <a:pt x="1" y="59"/>
                      <a:pt x="1" y="60"/>
                    </a:cubicBezTo>
                    <a:cubicBezTo>
                      <a:pt x="1" y="60"/>
                      <a:pt x="1" y="60"/>
                      <a:pt x="1" y="60"/>
                    </a:cubicBezTo>
                    <a:cubicBezTo>
                      <a:pt x="0" y="63"/>
                      <a:pt x="4" y="65"/>
                      <a:pt x="6" y="63"/>
                    </a:cubicBezTo>
                    <a:cubicBezTo>
                      <a:pt x="16" y="57"/>
                      <a:pt x="23" y="47"/>
                      <a:pt x="24" y="34"/>
                    </a:cubicBezTo>
                    <a:cubicBezTo>
                      <a:pt x="26" y="22"/>
                      <a:pt x="22" y="11"/>
                      <a:pt x="14" y="2"/>
                    </a:cubicBezTo>
                    <a:cubicBezTo>
                      <a:pt x="12" y="0"/>
                      <a:pt x="8" y="1"/>
                      <a:pt x="8" y="4"/>
                    </a:cubicBezTo>
                    <a:cubicBezTo>
                      <a:pt x="8" y="4"/>
                      <a:pt x="8" y="4"/>
                      <a:pt x="8" y="4"/>
                    </a:cubicBezTo>
                    <a:cubicBezTo>
                      <a:pt x="8" y="5"/>
                      <a:pt x="8" y="6"/>
                      <a:pt x="9" y="7"/>
                    </a:cubicBezTo>
                    <a:cubicBezTo>
                      <a:pt x="15" y="14"/>
                      <a:pt x="18" y="23"/>
                      <a:pt x="17" y="33"/>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15" name="Google Shape;715;p83"/>
              <p:cNvSpPr/>
              <p:nvPr/>
            </p:nvSpPr>
            <p:spPr>
              <a:xfrm>
                <a:off x="10880954" y="5219003"/>
                <a:ext cx="22284" cy="59424"/>
              </a:xfrm>
              <a:custGeom>
                <a:avLst/>
                <a:gdLst/>
                <a:ahLst/>
                <a:cxnLst/>
                <a:rect l="l" t="t" r="r" b="b"/>
                <a:pathLst>
                  <a:path w="11" h="29" extrusionOk="0">
                    <a:moveTo>
                      <a:pt x="5" y="28"/>
                    </a:moveTo>
                    <a:cubicBezTo>
                      <a:pt x="6" y="29"/>
                      <a:pt x="8" y="28"/>
                      <a:pt x="8" y="27"/>
                    </a:cubicBezTo>
                    <a:cubicBezTo>
                      <a:pt x="8" y="27"/>
                      <a:pt x="8" y="27"/>
                      <a:pt x="8" y="27"/>
                    </a:cubicBezTo>
                    <a:cubicBezTo>
                      <a:pt x="8" y="26"/>
                      <a:pt x="8" y="26"/>
                      <a:pt x="7" y="26"/>
                    </a:cubicBezTo>
                    <a:cubicBezTo>
                      <a:pt x="5" y="22"/>
                      <a:pt x="3" y="18"/>
                      <a:pt x="4" y="14"/>
                    </a:cubicBezTo>
                    <a:cubicBezTo>
                      <a:pt x="5" y="9"/>
                      <a:pt x="7" y="6"/>
                      <a:pt x="10" y="3"/>
                    </a:cubicBezTo>
                    <a:cubicBezTo>
                      <a:pt x="11" y="3"/>
                      <a:pt x="11" y="3"/>
                      <a:pt x="11" y="2"/>
                    </a:cubicBezTo>
                    <a:cubicBezTo>
                      <a:pt x="11" y="2"/>
                      <a:pt x="11" y="2"/>
                      <a:pt x="11" y="2"/>
                    </a:cubicBezTo>
                    <a:cubicBezTo>
                      <a:pt x="11" y="1"/>
                      <a:pt x="10" y="0"/>
                      <a:pt x="9" y="1"/>
                    </a:cubicBezTo>
                    <a:cubicBezTo>
                      <a:pt x="4" y="3"/>
                      <a:pt x="1" y="8"/>
                      <a:pt x="1" y="13"/>
                    </a:cubicBezTo>
                    <a:cubicBezTo>
                      <a:pt x="0" y="19"/>
                      <a:pt x="2" y="24"/>
                      <a:pt x="5" y="28"/>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16" name="Google Shape;716;p83"/>
              <p:cNvSpPr/>
              <p:nvPr/>
            </p:nvSpPr>
            <p:spPr>
              <a:xfrm>
                <a:off x="10849385" y="5200433"/>
                <a:ext cx="33426" cy="87280"/>
              </a:xfrm>
              <a:custGeom>
                <a:avLst/>
                <a:gdLst/>
                <a:ahLst/>
                <a:cxnLst/>
                <a:rect l="l" t="t" r="r" b="b"/>
                <a:pathLst>
                  <a:path w="17" h="43" extrusionOk="0">
                    <a:moveTo>
                      <a:pt x="7" y="42"/>
                    </a:moveTo>
                    <a:cubicBezTo>
                      <a:pt x="9" y="43"/>
                      <a:pt x="11" y="43"/>
                      <a:pt x="11" y="41"/>
                    </a:cubicBezTo>
                    <a:cubicBezTo>
                      <a:pt x="11" y="41"/>
                      <a:pt x="11" y="41"/>
                      <a:pt x="11" y="41"/>
                    </a:cubicBezTo>
                    <a:cubicBezTo>
                      <a:pt x="12" y="40"/>
                      <a:pt x="11" y="39"/>
                      <a:pt x="11" y="39"/>
                    </a:cubicBezTo>
                    <a:cubicBezTo>
                      <a:pt x="7" y="34"/>
                      <a:pt x="5" y="28"/>
                      <a:pt x="6" y="21"/>
                    </a:cubicBezTo>
                    <a:cubicBezTo>
                      <a:pt x="6" y="14"/>
                      <a:pt x="10" y="9"/>
                      <a:pt x="15" y="5"/>
                    </a:cubicBezTo>
                    <a:cubicBezTo>
                      <a:pt x="16" y="5"/>
                      <a:pt x="16" y="4"/>
                      <a:pt x="16" y="3"/>
                    </a:cubicBezTo>
                    <a:cubicBezTo>
                      <a:pt x="16" y="3"/>
                      <a:pt x="16" y="3"/>
                      <a:pt x="16" y="3"/>
                    </a:cubicBezTo>
                    <a:cubicBezTo>
                      <a:pt x="17" y="1"/>
                      <a:pt x="14" y="0"/>
                      <a:pt x="13" y="1"/>
                    </a:cubicBezTo>
                    <a:cubicBezTo>
                      <a:pt x="6" y="5"/>
                      <a:pt x="2" y="12"/>
                      <a:pt x="1" y="20"/>
                    </a:cubicBezTo>
                    <a:cubicBezTo>
                      <a:pt x="0" y="28"/>
                      <a:pt x="2" y="36"/>
                      <a:pt x="7" y="42"/>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17" name="Google Shape;717;p83"/>
              <p:cNvSpPr/>
              <p:nvPr/>
            </p:nvSpPr>
            <p:spPr>
              <a:xfrm>
                <a:off x="10812244" y="5174435"/>
                <a:ext cx="51996" cy="133704"/>
              </a:xfrm>
              <a:custGeom>
                <a:avLst/>
                <a:gdLst/>
                <a:ahLst/>
                <a:cxnLst/>
                <a:rect l="l" t="t" r="r" b="b"/>
                <a:pathLst>
                  <a:path w="26" h="66" extrusionOk="0">
                    <a:moveTo>
                      <a:pt x="11" y="63"/>
                    </a:moveTo>
                    <a:cubicBezTo>
                      <a:pt x="13" y="66"/>
                      <a:pt x="17" y="65"/>
                      <a:pt x="18" y="62"/>
                    </a:cubicBezTo>
                    <a:cubicBezTo>
                      <a:pt x="18" y="61"/>
                      <a:pt x="18" y="61"/>
                      <a:pt x="18" y="61"/>
                    </a:cubicBezTo>
                    <a:cubicBezTo>
                      <a:pt x="18" y="60"/>
                      <a:pt x="18" y="59"/>
                      <a:pt x="17" y="59"/>
                    </a:cubicBezTo>
                    <a:cubicBezTo>
                      <a:pt x="11" y="51"/>
                      <a:pt x="8" y="42"/>
                      <a:pt x="9" y="32"/>
                    </a:cubicBezTo>
                    <a:cubicBezTo>
                      <a:pt x="10" y="22"/>
                      <a:pt x="16" y="14"/>
                      <a:pt x="24" y="8"/>
                    </a:cubicBezTo>
                    <a:cubicBezTo>
                      <a:pt x="24" y="8"/>
                      <a:pt x="25" y="7"/>
                      <a:pt x="25" y="6"/>
                    </a:cubicBezTo>
                    <a:cubicBezTo>
                      <a:pt x="25" y="6"/>
                      <a:pt x="25" y="6"/>
                      <a:pt x="25" y="6"/>
                    </a:cubicBezTo>
                    <a:cubicBezTo>
                      <a:pt x="26" y="2"/>
                      <a:pt x="22" y="0"/>
                      <a:pt x="20" y="2"/>
                    </a:cubicBezTo>
                    <a:cubicBezTo>
                      <a:pt x="10" y="8"/>
                      <a:pt x="3" y="19"/>
                      <a:pt x="2" y="31"/>
                    </a:cubicBezTo>
                    <a:cubicBezTo>
                      <a:pt x="0" y="43"/>
                      <a:pt x="4" y="55"/>
                      <a:pt x="11" y="63"/>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grpSp>
          <p:nvGrpSpPr>
            <p:cNvPr id="718" name="Google Shape;718;p83"/>
            <p:cNvGrpSpPr/>
            <p:nvPr/>
          </p:nvGrpSpPr>
          <p:grpSpPr>
            <a:xfrm>
              <a:off x="8542983" y="6012213"/>
              <a:ext cx="519963" cy="566386"/>
              <a:chOff x="8956675" y="5062538"/>
              <a:chExt cx="444501" cy="484187"/>
            </a:xfrm>
          </p:grpSpPr>
          <p:sp>
            <p:nvSpPr>
              <p:cNvPr id="719" name="Google Shape;719;p83"/>
              <p:cNvSpPr/>
              <p:nvPr/>
            </p:nvSpPr>
            <p:spPr>
              <a:xfrm>
                <a:off x="9150350" y="5492750"/>
                <a:ext cx="103188" cy="53975"/>
              </a:xfrm>
              <a:custGeom>
                <a:avLst/>
                <a:gdLst/>
                <a:ahLst/>
                <a:cxnLst/>
                <a:rect l="l" t="t" r="r" b="b"/>
                <a:pathLst>
                  <a:path w="59" h="31" extrusionOk="0">
                    <a:moveTo>
                      <a:pt x="0" y="21"/>
                    </a:moveTo>
                    <a:cubicBezTo>
                      <a:pt x="4" y="29"/>
                      <a:pt x="18" y="31"/>
                      <a:pt x="26" y="28"/>
                    </a:cubicBezTo>
                    <a:cubicBezTo>
                      <a:pt x="43" y="21"/>
                      <a:pt x="43" y="21"/>
                      <a:pt x="43" y="21"/>
                    </a:cubicBezTo>
                    <a:cubicBezTo>
                      <a:pt x="51" y="18"/>
                      <a:pt x="59" y="8"/>
                      <a:pt x="56" y="0"/>
                    </a:cubicBezTo>
                    <a:cubicBezTo>
                      <a:pt x="56" y="0"/>
                      <a:pt x="56" y="0"/>
                      <a:pt x="56" y="0"/>
                    </a:cubicBezTo>
                    <a:cubicBezTo>
                      <a:pt x="0" y="21"/>
                      <a:pt x="0" y="21"/>
                      <a:pt x="0" y="21"/>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20" name="Google Shape;720;p83"/>
              <p:cNvSpPr/>
              <p:nvPr/>
            </p:nvSpPr>
            <p:spPr>
              <a:xfrm>
                <a:off x="9077325" y="5364163"/>
                <a:ext cx="168275" cy="160338"/>
              </a:xfrm>
              <a:custGeom>
                <a:avLst/>
                <a:gdLst/>
                <a:ahLst/>
                <a:cxnLst/>
                <a:rect l="l" t="t" r="r" b="b"/>
                <a:pathLst>
                  <a:path w="96" h="92" extrusionOk="0">
                    <a:moveTo>
                      <a:pt x="60" y="16"/>
                    </a:moveTo>
                    <a:cubicBezTo>
                      <a:pt x="52" y="0"/>
                      <a:pt x="52" y="0"/>
                      <a:pt x="52" y="0"/>
                    </a:cubicBezTo>
                    <a:cubicBezTo>
                      <a:pt x="5" y="18"/>
                      <a:pt x="5" y="18"/>
                      <a:pt x="5" y="18"/>
                    </a:cubicBezTo>
                    <a:cubicBezTo>
                      <a:pt x="3" y="18"/>
                      <a:pt x="1" y="19"/>
                      <a:pt x="0" y="19"/>
                    </a:cubicBezTo>
                    <a:cubicBezTo>
                      <a:pt x="16" y="33"/>
                      <a:pt x="30" y="50"/>
                      <a:pt x="38" y="70"/>
                    </a:cubicBezTo>
                    <a:cubicBezTo>
                      <a:pt x="38" y="70"/>
                      <a:pt x="38" y="70"/>
                      <a:pt x="38" y="70"/>
                    </a:cubicBezTo>
                    <a:cubicBezTo>
                      <a:pt x="41" y="92"/>
                      <a:pt x="41" y="92"/>
                      <a:pt x="41" y="92"/>
                    </a:cubicBezTo>
                    <a:cubicBezTo>
                      <a:pt x="41" y="92"/>
                      <a:pt x="41" y="92"/>
                      <a:pt x="41" y="92"/>
                    </a:cubicBezTo>
                    <a:cubicBezTo>
                      <a:pt x="96" y="70"/>
                      <a:pt x="96" y="70"/>
                      <a:pt x="96" y="70"/>
                    </a:cubicBezTo>
                    <a:cubicBezTo>
                      <a:pt x="82" y="56"/>
                      <a:pt x="82" y="56"/>
                      <a:pt x="82" y="56"/>
                    </a:cubicBezTo>
                    <a:cubicBezTo>
                      <a:pt x="74" y="43"/>
                      <a:pt x="66" y="30"/>
                      <a:pt x="60" y="16"/>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21" name="Google Shape;721;p83"/>
              <p:cNvSpPr/>
              <p:nvPr/>
            </p:nvSpPr>
            <p:spPr>
              <a:xfrm>
                <a:off x="9337675" y="5137150"/>
                <a:ext cx="60325" cy="106363"/>
              </a:xfrm>
              <a:custGeom>
                <a:avLst/>
                <a:gdLst/>
                <a:ahLst/>
                <a:cxnLst/>
                <a:rect l="l" t="t" r="r" b="b"/>
                <a:pathLst>
                  <a:path w="34" h="61" extrusionOk="0">
                    <a:moveTo>
                      <a:pt x="0" y="0"/>
                    </a:moveTo>
                    <a:cubicBezTo>
                      <a:pt x="24" y="61"/>
                      <a:pt x="24" y="61"/>
                      <a:pt x="24" y="61"/>
                    </a:cubicBezTo>
                    <a:cubicBezTo>
                      <a:pt x="32" y="53"/>
                      <a:pt x="34" y="38"/>
                      <a:pt x="29" y="24"/>
                    </a:cubicBezTo>
                    <a:cubicBezTo>
                      <a:pt x="23" y="10"/>
                      <a:pt x="12" y="1"/>
                      <a:pt x="0"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22" name="Google Shape;722;p83"/>
              <p:cNvSpPr/>
              <p:nvPr/>
            </p:nvSpPr>
            <p:spPr>
              <a:xfrm>
                <a:off x="8956675" y="5195888"/>
                <a:ext cx="207963" cy="206375"/>
              </a:xfrm>
              <a:custGeom>
                <a:avLst/>
                <a:gdLst/>
                <a:ahLst/>
                <a:cxnLst/>
                <a:rect l="l" t="t" r="r" b="b"/>
                <a:pathLst>
                  <a:path w="119" h="118" extrusionOk="0">
                    <a:moveTo>
                      <a:pt x="73" y="110"/>
                    </a:moveTo>
                    <a:cubicBezTo>
                      <a:pt x="119" y="92"/>
                      <a:pt x="119" y="92"/>
                      <a:pt x="119" y="92"/>
                    </a:cubicBezTo>
                    <a:cubicBezTo>
                      <a:pt x="84" y="0"/>
                      <a:pt x="84" y="0"/>
                      <a:pt x="84" y="0"/>
                    </a:cubicBezTo>
                    <a:cubicBezTo>
                      <a:pt x="37" y="18"/>
                      <a:pt x="37" y="18"/>
                      <a:pt x="37" y="18"/>
                    </a:cubicBezTo>
                    <a:cubicBezTo>
                      <a:pt x="12" y="28"/>
                      <a:pt x="0" y="56"/>
                      <a:pt x="10" y="81"/>
                    </a:cubicBezTo>
                    <a:cubicBezTo>
                      <a:pt x="10" y="82"/>
                      <a:pt x="10" y="82"/>
                      <a:pt x="10" y="82"/>
                    </a:cubicBezTo>
                    <a:cubicBezTo>
                      <a:pt x="19" y="105"/>
                      <a:pt x="44" y="118"/>
                      <a:pt x="67" y="112"/>
                    </a:cubicBezTo>
                    <a:cubicBezTo>
                      <a:pt x="69" y="111"/>
                      <a:pt x="71" y="111"/>
                      <a:pt x="73" y="11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23" name="Google Shape;723;p83"/>
              <p:cNvSpPr/>
              <p:nvPr/>
            </p:nvSpPr>
            <p:spPr>
              <a:xfrm>
                <a:off x="9110663" y="5070475"/>
                <a:ext cx="255588" cy="282575"/>
              </a:xfrm>
              <a:custGeom>
                <a:avLst/>
                <a:gdLst/>
                <a:ahLst/>
                <a:cxnLst/>
                <a:rect l="l" t="t" r="r" b="b"/>
                <a:pathLst>
                  <a:path w="161" h="178" extrusionOk="0">
                    <a:moveTo>
                      <a:pt x="39" y="178"/>
                    </a:moveTo>
                    <a:lnTo>
                      <a:pt x="161" y="173"/>
                    </a:lnTo>
                    <a:lnTo>
                      <a:pt x="94" y="0"/>
                    </a:lnTo>
                    <a:lnTo>
                      <a:pt x="0" y="78"/>
                    </a:lnTo>
                    <a:lnTo>
                      <a:pt x="39" y="178"/>
                    </a:lnTo>
                    <a:close/>
                    <a:moveTo>
                      <a:pt x="7" y="79"/>
                    </a:moveTo>
                    <a:lnTo>
                      <a:pt x="90" y="11"/>
                    </a:lnTo>
                    <a:lnTo>
                      <a:pt x="151" y="167"/>
                    </a:lnTo>
                    <a:lnTo>
                      <a:pt x="44" y="173"/>
                    </a:lnTo>
                    <a:lnTo>
                      <a:pt x="7" y="79"/>
                    </a:lnTo>
                    <a:close/>
                  </a:path>
                </a:pathLst>
              </a:custGeom>
              <a:solidFill>
                <a:schemeClr val="accent1"/>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24" name="Google Shape;724;p83"/>
              <p:cNvSpPr/>
              <p:nvPr/>
            </p:nvSpPr>
            <p:spPr>
              <a:xfrm>
                <a:off x="9266238" y="5062538"/>
                <a:ext cx="134938" cy="279400"/>
              </a:xfrm>
              <a:custGeom>
                <a:avLst/>
                <a:gdLst/>
                <a:ahLst/>
                <a:cxnLst/>
                <a:rect l="l" t="t" r="r" b="b"/>
                <a:pathLst>
                  <a:path w="77" h="160" extrusionOk="0">
                    <a:moveTo>
                      <a:pt x="1" y="4"/>
                    </a:moveTo>
                    <a:cubicBezTo>
                      <a:pt x="0" y="4"/>
                      <a:pt x="0" y="4"/>
                      <a:pt x="0" y="4"/>
                    </a:cubicBezTo>
                    <a:cubicBezTo>
                      <a:pt x="61" y="160"/>
                      <a:pt x="61" y="160"/>
                      <a:pt x="61" y="160"/>
                    </a:cubicBezTo>
                    <a:cubicBezTo>
                      <a:pt x="61" y="160"/>
                      <a:pt x="61" y="160"/>
                      <a:pt x="61" y="160"/>
                    </a:cubicBezTo>
                    <a:cubicBezTo>
                      <a:pt x="71" y="156"/>
                      <a:pt x="77" y="144"/>
                      <a:pt x="73" y="134"/>
                    </a:cubicBezTo>
                    <a:cubicBezTo>
                      <a:pt x="61" y="105"/>
                      <a:pt x="61" y="105"/>
                      <a:pt x="61" y="105"/>
                    </a:cubicBezTo>
                    <a:cubicBezTo>
                      <a:pt x="38" y="44"/>
                      <a:pt x="38" y="44"/>
                      <a:pt x="38" y="44"/>
                    </a:cubicBezTo>
                    <a:cubicBezTo>
                      <a:pt x="27" y="16"/>
                      <a:pt x="27" y="16"/>
                      <a:pt x="27" y="16"/>
                    </a:cubicBezTo>
                    <a:cubicBezTo>
                      <a:pt x="23" y="5"/>
                      <a:pt x="11" y="0"/>
                      <a:pt x="1" y="4"/>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
          <p:nvSpPr>
            <p:cNvPr id="725" name="Google Shape;725;p83"/>
            <p:cNvSpPr/>
            <p:nvPr/>
          </p:nvSpPr>
          <p:spPr>
            <a:xfrm>
              <a:off x="8929240" y="4816301"/>
              <a:ext cx="0" cy="0"/>
            </a:xfrm>
            <a:custGeom>
              <a:avLst/>
              <a:gdLst/>
              <a:ahLst/>
              <a:cxnLst/>
              <a:rect l="l" t="t" r="r" b="b"/>
              <a:pathLst>
                <a:path w="120000" h="120000" extrusionOk="0">
                  <a:moveTo>
                    <a:pt x="0" y="0"/>
                  </a:moveTo>
                  <a:lnTo>
                    <a:pt x="0" y="0"/>
                  </a:lnTo>
                  <a:lnTo>
                    <a:pt x="0" y="0"/>
                  </a:lnTo>
                  <a:close/>
                </a:path>
              </a:pathLst>
            </a:custGeom>
            <a:solidFill>
              <a:srgbClr val="90A5B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26" name="Google Shape;726;p83"/>
            <p:cNvSpPr/>
            <p:nvPr/>
          </p:nvSpPr>
          <p:spPr>
            <a:xfrm>
              <a:off x="8606121" y="4784731"/>
              <a:ext cx="486536" cy="488393"/>
            </a:xfrm>
            <a:custGeom>
              <a:avLst/>
              <a:gdLst/>
              <a:ahLst/>
              <a:cxnLst/>
              <a:rect l="l" t="t" r="r" b="b"/>
              <a:pathLst>
                <a:path w="238" h="239" extrusionOk="0">
                  <a:moveTo>
                    <a:pt x="230" y="95"/>
                  </a:moveTo>
                  <a:cubicBezTo>
                    <a:pt x="222" y="61"/>
                    <a:pt x="198" y="32"/>
                    <a:pt x="166" y="18"/>
                  </a:cubicBezTo>
                  <a:cubicBezTo>
                    <a:pt x="163" y="16"/>
                    <a:pt x="159" y="15"/>
                    <a:pt x="155" y="14"/>
                  </a:cubicBezTo>
                  <a:cubicBezTo>
                    <a:pt x="155" y="14"/>
                    <a:pt x="155" y="14"/>
                    <a:pt x="155" y="14"/>
                  </a:cubicBezTo>
                  <a:cubicBezTo>
                    <a:pt x="115" y="0"/>
                    <a:pt x="69" y="12"/>
                    <a:pt x="39" y="42"/>
                  </a:cubicBezTo>
                  <a:cubicBezTo>
                    <a:pt x="10" y="72"/>
                    <a:pt x="0" y="117"/>
                    <a:pt x="13" y="156"/>
                  </a:cubicBezTo>
                  <a:cubicBezTo>
                    <a:pt x="26" y="195"/>
                    <a:pt x="60" y="225"/>
                    <a:pt x="100" y="232"/>
                  </a:cubicBezTo>
                  <a:cubicBezTo>
                    <a:pt x="141" y="239"/>
                    <a:pt x="183" y="223"/>
                    <a:pt x="209" y="190"/>
                  </a:cubicBezTo>
                  <a:cubicBezTo>
                    <a:pt x="230" y="164"/>
                    <a:pt x="238" y="128"/>
                    <a:pt x="230" y="95"/>
                  </a:cubicBezTo>
                  <a:close/>
                  <a:moveTo>
                    <a:pt x="214" y="79"/>
                  </a:moveTo>
                  <a:cubicBezTo>
                    <a:pt x="213" y="80"/>
                    <a:pt x="212" y="80"/>
                    <a:pt x="212" y="80"/>
                  </a:cubicBezTo>
                  <a:cubicBezTo>
                    <a:pt x="212" y="80"/>
                    <a:pt x="212" y="80"/>
                    <a:pt x="212" y="80"/>
                  </a:cubicBezTo>
                  <a:cubicBezTo>
                    <a:pt x="211" y="80"/>
                    <a:pt x="211" y="80"/>
                    <a:pt x="211" y="80"/>
                  </a:cubicBezTo>
                  <a:cubicBezTo>
                    <a:pt x="211" y="80"/>
                    <a:pt x="211" y="80"/>
                    <a:pt x="211" y="80"/>
                  </a:cubicBezTo>
                  <a:cubicBezTo>
                    <a:pt x="208" y="78"/>
                    <a:pt x="207" y="74"/>
                    <a:pt x="204" y="72"/>
                  </a:cubicBezTo>
                  <a:cubicBezTo>
                    <a:pt x="203" y="72"/>
                    <a:pt x="202" y="72"/>
                    <a:pt x="202" y="72"/>
                  </a:cubicBezTo>
                  <a:cubicBezTo>
                    <a:pt x="202" y="72"/>
                    <a:pt x="202" y="72"/>
                    <a:pt x="202" y="72"/>
                  </a:cubicBezTo>
                  <a:cubicBezTo>
                    <a:pt x="200" y="70"/>
                    <a:pt x="203" y="66"/>
                    <a:pt x="199" y="65"/>
                  </a:cubicBezTo>
                  <a:cubicBezTo>
                    <a:pt x="195" y="64"/>
                    <a:pt x="190" y="68"/>
                    <a:pt x="186" y="69"/>
                  </a:cubicBezTo>
                  <a:cubicBezTo>
                    <a:pt x="182" y="70"/>
                    <a:pt x="184" y="73"/>
                    <a:pt x="182" y="75"/>
                  </a:cubicBezTo>
                  <a:cubicBezTo>
                    <a:pt x="180" y="77"/>
                    <a:pt x="176" y="75"/>
                    <a:pt x="175" y="78"/>
                  </a:cubicBezTo>
                  <a:cubicBezTo>
                    <a:pt x="172" y="84"/>
                    <a:pt x="180" y="97"/>
                    <a:pt x="170" y="100"/>
                  </a:cubicBezTo>
                  <a:cubicBezTo>
                    <a:pt x="169" y="100"/>
                    <a:pt x="168" y="100"/>
                    <a:pt x="167" y="100"/>
                  </a:cubicBezTo>
                  <a:cubicBezTo>
                    <a:pt x="165" y="100"/>
                    <a:pt x="167" y="103"/>
                    <a:pt x="168" y="103"/>
                  </a:cubicBezTo>
                  <a:cubicBezTo>
                    <a:pt x="170" y="107"/>
                    <a:pt x="173" y="110"/>
                    <a:pt x="174" y="113"/>
                  </a:cubicBezTo>
                  <a:cubicBezTo>
                    <a:pt x="176" y="117"/>
                    <a:pt x="176" y="121"/>
                    <a:pt x="179" y="123"/>
                  </a:cubicBezTo>
                  <a:cubicBezTo>
                    <a:pt x="184" y="127"/>
                    <a:pt x="191" y="122"/>
                    <a:pt x="196" y="122"/>
                  </a:cubicBezTo>
                  <a:cubicBezTo>
                    <a:pt x="198" y="122"/>
                    <a:pt x="197" y="123"/>
                    <a:pt x="198" y="124"/>
                  </a:cubicBezTo>
                  <a:cubicBezTo>
                    <a:pt x="198" y="126"/>
                    <a:pt x="198" y="128"/>
                    <a:pt x="199" y="128"/>
                  </a:cubicBezTo>
                  <a:cubicBezTo>
                    <a:pt x="199" y="129"/>
                    <a:pt x="200" y="129"/>
                    <a:pt x="201" y="128"/>
                  </a:cubicBezTo>
                  <a:cubicBezTo>
                    <a:pt x="202" y="128"/>
                    <a:pt x="203" y="126"/>
                    <a:pt x="204" y="127"/>
                  </a:cubicBezTo>
                  <a:cubicBezTo>
                    <a:pt x="205" y="129"/>
                    <a:pt x="204" y="132"/>
                    <a:pt x="203" y="133"/>
                  </a:cubicBezTo>
                  <a:cubicBezTo>
                    <a:pt x="202" y="135"/>
                    <a:pt x="196" y="137"/>
                    <a:pt x="200" y="140"/>
                  </a:cubicBezTo>
                  <a:cubicBezTo>
                    <a:pt x="201" y="141"/>
                    <a:pt x="201" y="141"/>
                    <a:pt x="202" y="142"/>
                  </a:cubicBezTo>
                  <a:cubicBezTo>
                    <a:pt x="205" y="145"/>
                    <a:pt x="203" y="150"/>
                    <a:pt x="201" y="153"/>
                  </a:cubicBezTo>
                  <a:cubicBezTo>
                    <a:pt x="199" y="156"/>
                    <a:pt x="198" y="157"/>
                    <a:pt x="197" y="161"/>
                  </a:cubicBezTo>
                  <a:cubicBezTo>
                    <a:pt x="196" y="163"/>
                    <a:pt x="196" y="166"/>
                    <a:pt x="193" y="168"/>
                  </a:cubicBezTo>
                  <a:cubicBezTo>
                    <a:pt x="193" y="168"/>
                    <a:pt x="193" y="168"/>
                    <a:pt x="193" y="168"/>
                  </a:cubicBezTo>
                  <a:cubicBezTo>
                    <a:pt x="191" y="169"/>
                    <a:pt x="190" y="170"/>
                    <a:pt x="189" y="172"/>
                  </a:cubicBezTo>
                  <a:cubicBezTo>
                    <a:pt x="189" y="175"/>
                    <a:pt x="193" y="178"/>
                    <a:pt x="192" y="181"/>
                  </a:cubicBezTo>
                  <a:cubicBezTo>
                    <a:pt x="191" y="184"/>
                    <a:pt x="187" y="186"/>
                    <a:pt x="185" y="187"/>
                  </a:cubicBezTo>
                  <a:cubicBezTo>
                    <a:pt x="180" y="192"/>
                    <a:pt x="177" y="200"/>
                    <a:pt x="183" y="205"/>
                  </a:cubicBezTo>
                  <a:cubicBezTo>
                    <a:pt x="183" y="205"/>
                    <a:pt x="183" y="205"/>
                    <a:pt x="184" y="205"/>
                  </a:cubicBezTo>
                  <a:cubicBezTo>
                    <a:pt x="150" y="231"/>
                    <a:pt x="103" y="234"/>
                    <a:pt x="67" y="212"/>
                  </a:cubicBezTo>
                  <a:cubicBezTo>
                    <a:pt x="35" y="194"/>
                    <a:pt x="14" y="158"/>
                    <a:pt x="14" y="121"/>
                  </a:cubicBezTo>
                  <a:cubicBezTo>
                    <a:pt x="14" y="89"/>
                    <a:pt x="29" y="60"/>
                    <a:pt x="51" y="40"/>
                  </a:cubicBezTo>
                  <a:cubicBezTo>
                    <a:pt x="49" y="43"/>
                    <a:pt x="46" y="47"/>
                    <a:pt x="45" y="51"/>
                  </a:cubicBezTo>
                  <a:cubicBezTo>
                    <a:pt x="44" y="53"/>
                    <a:pt x="45" y="58"/>
                    <a:pt x="47" y="54"/>
                  </a:cubicBezTo>
                  <a:cubicBezTo>
                    <a:pt x="48" y="52"/>
                    <a:pt x="50" y="47"/>
                    <a:pt x="52" y="47"/>
                  </a:cubicBezTo>
                  <a:cubicBezTo>
                    <a:pt x="54" y="48"/>
                    <a:pt x="51" y="56"/>
                    <a:pt x="50" y="57"/>
                  </a:cubicBezTo>
                  <a:cubicBezTo>
                    <a:pt x="49" y="60"/>
                    <a:pt x="46" y="64"/>
                    <a:pt x="47" y="67"/>
                  </a:cubicBezTo>
                  <a:cubicBezTo>
                    <a:pt x="47" y="71"/>
                    <a:pt x="52" y="72"/>
                    <a:pt x="54" y="74"/>
                  </a:cubicBezTo>
                  <a:cubicBezTo>
                    <a:pt x="56" y="76"/>
                    <a:pt x="56" y="80"/>
                    <a:pt x="59" y="81"/>
                  </a:cubicBezTo>
                  <a:cubicBezTo>
                    <a:pt x="62" y="82"/>
                    <a:pt x="62" y="88"/>
                    <a:pt x="63" y="91"/>
                  </a:cubicBezTo>
                  <a:cubicBezTo>
                    <a:pt x="65" y="93"/>
                    <a:pt x="68" y="94"/>
                    <a:pt x="71" y="94"/>
                  </a:cubicBezTo>
                  <a:cubicBezTo>
                    <a:pt x="73" y="94"/>
                    <a:pt x="80" y="91"/>
                    <a:pt x="76" y="96"/>
                  </a:cubicBezTo>
                  <a:cubicBezTo>
                    <a:pt x="73" y="101"/>
                    <a:pt x="69" y="105"/>
                    <a:pt x="65" y="109"/>
                  </a:cubicBezTo>
                  <a:cubicBezTo>
                    <a:pt x="62" y="111"/>
                    <a:pt x="59" y="115"/>
                    <a:pt x="60" y="118"/>
                  </a:cubicBezTo>
                  <a:cubicBezTo>
                    <a:pt x="62" y="123"/>
                    <a:pt x="68" y="126"/>
                    <a:pt x="68" y="131"/>
                  </a:cubicBezTo>
                  <a:cubicBezTo>
                    <a:pt x="68" y="134"/>
                    <a:pt x="64" y="138"/>
                    <a:pt x="66" y="141"/>
                  </a:cubicBezTo>
                  <a:cubicBezTo>
                    <a:pt x="68" y="144"/>
                    <a:pt x="71" y="144"/>
                    <a:pt x="74" y="146"/>
                  </a:cubicBezTo>
                  <a:cubicBezTo>
                    <a:pt x="77" y="149"/>
                    <a:pt x="76" y="155"/>
                    <a:pt x="75" y="158"/>
                  </a:cubicBezTo>
                  <a:cubicBezTo>
                    <a:pt x="73" y="165"/>
                    <a:pt x="67" y="165"/>
                    <a:pt x="69" y="173"/>
                  </a:cubicBezTo>
                  <a:cubicBezTo>
                    <a:pt x="71" y="177"/>
                    <a:pt x="72" y="181"/>
                    <a:pt x="72" y="185"/>
                  </a:cubicBezTo>
                  <a:cubicBezTo>
                    <a:pt x="73" y="190"/>
                    <a:pt x="72" y="195"/>
                    <a:pt x="72" y="200"/>
                  </a:cubicBezTo>
                  <a:cubicBezTo>
                    <a:pt x="72" y="203"/>
                    <a:pt x="72" y="208"/>
                    <a:pt x="75" y="210"/>
                  </a:cubicBezTo>
                  <a:cubicBezTo>
                    <a:pt x="77" y="211"/>
                    <a:pt x="80" y="212"/>
                    <a:pt x="80" y="209"/>
                  </a:cubicBezTo>
                  <a:cubicBezTo>
                    <a:pt x="81" y="204"/>
                    <a:pt x="78" y="200"/>
                    <a:pt x="79" y="195"/>
                  </a:cubicBezTo>
                  <a:cubicBezTo>
                    <a:pt x="80" y="191"/>
                    <a:pt x="83" y="193"/>
                    <a:pt x="86" y="191"/>
                  </a:cubicBezTo>
                  <a:cubicBezTo>
                    <a:pt x="89" y="189"/>
                    <a:pt x="90" y="185"/>
                    <a:pt x="91" y="183"/>
                  </a:cubicBezTo>
                  <a:cubicBezTo>
                    <a:pt x="91" y="183"/>
                    <a:pt x="102" y="185"/>
                    <a:pt x="107" y="169"/>
                  </a:cubicBezTo>
                  <a:cubicBezTo>
                    <a:pt x="109" y="168"/>
                    <a:pt x="112" y="167"/>
                    <a:pt x="115" y="166"/>
                  </a:cubicBezTo>
                  <a:cubicBezTo>
                    <a:pt x="118" y="164"/>
                    <a:pt x="118" y="162"/>
                    <a:pt x="119" y="159"/>
                  </a:cubicBezTo>
                  <a:cubicBezTo>
                    <a:pt x="121" y="151"/>
                    <a:pt x="127" y="147"/>
                    <a:pt x="133" y="141"/>
                  </a:cubicBezTo>
                  <a:cubicBezTo>
                    <a:pt x="144" y="129"/>
                    <a:pt x="116" y="123"/>
                    <a:pt x="109" y="122"/>
                  </a:cubicBezTo>
                  <a:cubicBezTo>
                    <a:pt x="108" y="122"/>
                    <a:pt x="108" y="122"/>
                    <a:pt x="108" y="122"/>
                  </a:cubicBezTo>
                  <a:cubicBezTo>
                    <a:pt x="108" y="122"/>
                    <a:pt x="108" y="122"/>
                    <a:pt x="108" y="122"/>
                  </a:cubicBezTo>
                  <a:cubicBezTo>
                    <a:pt x="105" y="120"/>
                    <a:pt x="113" y="110"/>
                    <a:pt x="113" y="108"/>
                  </a:cubicBezTo>
                  <a:cubicBezTo>
                    <a:pt x="114" y="104"/>
                    <a:pt x="105" y="103"/>
                    <a:pt x="103" y="100"/>
                  </a:cubicBezTo>
                  <a:cubicBezTo>
                    <a:pt x="100" y="93"/>
                    <a:pt x="94" y="89"/>
                    <a:pt x="87" y="89"/>
                  </a:cubicBezTo>
                  <a:cubicBezTo>
                    <a:pt x="83" y="88"/>
                    <a:pt x="79" y="89"/>
                    <a:pt x="76" y="90"/>
                  </a:cubicBezTo>
                  <a:cubicBezTo>
                    <a:pt x="74" y="90"/>
                    <a:pt x="69" y="92"/>
                    <a:pt x="67" y="90"/>
                  </a:cubicBezTo>
                  <a:cubicBezTo>
                    <a:pt x="65" y="86"/>
                    <a:pt x="68" y="82"/>
                    <a:pt x="68" y="78"/>
                  </a:cubicBezTo>
                  <a:cubicBezTo>
                    <a:pt x="69" y="75"/>
                    <a:pt x="64" y="76"/>
                    <a:pt x="63" y="75"/>
                  </a:cubicBezTo>
                  <a:cubicBezTo>
                    <a:pt x="63" y="75"/>
                    <a:pt x="63" y="75"/>
                    <a:pt x="63" y="75"/>
                  </a:cubicBezTo>
                  <a:cubicBezTo>
                    <a:pt x="62" y="74"/>
                    <a:pt x="69" y="69"/>
                    <a:pt x="69" y="68"/>
                  </a:cubicBezTo>
                  <a:cubicBezTo>
                    <a:pt x="66" y="67"/>
                    <a:pt x="64" y="67"/>
                    <a:pt x="61" y="69"/>
                  </a:cubicBezTo>
                  <a:cubicBezTo>
                    <a:pt x="60" y="70"/>
                    <a:pt x="59" y="70"/>
                    <a:pt x="58" y="70"/>
                  </a:cubicBezTo>
                  <a:cubicBezTo>
                    <a:pt x="53" y="70"/>
                    <a:pt x="55" y="63"/>
                    <a:pt x="57" y="61"/>
                  </a:cubicBezTo>
                  <a:cubicBezTo>
                    <a:pt x="60" y="57"/>
                    <a:pt x="64" y="53"/>
                    <a:pt x="69" y="51"/>
                  </a:cubicBezTo>
                  <a:cubicBezTo>
                    <a:pt x="72" y="49"/>
                    <a:pt x="77" y="49"/>
                    <a:pt x="78" y="53"/>
                  </a:cubicBezTo>
                  <a:cubicBezTo>
                    <a:pt x="79" y="56"/>
                    <a:pt x="79" y="58"/>
                    <a:pt x="79" y="61"/>
                  </a:cubicBezTo>
                  <a:cubicBezTo>
                    <a:pt x="79" y="62"/>
                    <a:pt x="78" y="65"/>
                    <a:pt x="79" y="65"/>
                  </a:cubicBezTo>
                  <a:cubicBezTo>
                    <a:pt x="80" y="66"/>
                    <a:pt x="84" y="54"/>
                    <a:pt x="84" y="52"/>
                  </a:cubicBezTo>
                  <a:cubicBezTo>
                    <a:pt x="87" y="48"/>
                    <a:pt x="91" y="45"/>
                    <a:pt x="96" y="43"/>
                  </a:cubicBezTo>
                  <a:cubicBezTo>
                    <a:pt x="97" y="42"/>
                    <a:pt x="111" y="39"/>
                    <a:pt x="111" y="39"/>
                  </a:cubicBezTo>
                  <a:cubicBezTo>
                    <a:pt x="110" y="37"/>
                    <a:pt x="107" y="36"/>
                    <a:pt x="109" y="34"/>
                  </a:cubicBezTo>
                  <a:cubicBezTo>
                    <a:pt x="109" y="34"/>
                    <a:pt x="114" y="38"/>
                    <a:pt x="114" y="38"/>
                  </a:cubicBezTo>
                  <a:cubicBezTo>
                    <a:pt x="116" y="39"/>
                    <a:pt x="124" y="39"/>
                    <a:pt x="122" y="37"/>
                  </a:cubicBezTo>
                  <a:cubicBezTo>
                    <a:pt x="120" y="35"/>
                    <a:pt x="111" y="32"/>
                    <a:pt x="116" y="29"/>
                  </a:cubicBezTo>
                  <a:cubicBezTo>
                    <a:pt x="119" y="27"/>
                    <a:pt x="123" y="29"/>
                    <a:pt x="125" y="31"/>
                  </a:cubicBezTo>
                  <a:cubicBezTo>
                    <a:pt x="125" y="32"/>
                    <a:pt x="127" y="36"/>
                    <a:pt x="129" y="35"/>
                  </a:cubicBezTo>
                  <a:cubicBezTo>
                    <a:pt x="133" y="32"/>
                    <a:pt x="127" y="24"/>
                    <a:pt x="125" y="21"/>
                  </a:cubicBezTo>
                  <a:cubicBezTo>
                    <a:pt x="122" y="17"/>
                    <a:pt x="120" y="15"/>
                    <a:pt x="115" y="19"/>
                  </a:cubicBezTo>
                  <a:cubicBezTo>
                    <a:pt x="113" y="21"/>
                    <a:pt x="109" y="23"/>
                    <a:pt x="106" y="25"/>
                  </a:cubicBezTo>
                  <a:cubicBezTo>
                    <a:pt x="107" y="25"/>
                    <a:pt x="106" y="18"/>
                    <a:pt x="104" y="19"/>
                  </a:cubicBezTo>
                  <a:cubicBezTo>
                    <a:pt x="102" y="20"/>
                    <a:pt x="98" y="18"/>
                    <a:pt x="100" y="17"/>
                  </a:cubicBezTo>
                  <a:cubicBezTo>
                    <a:pt x="101" y="17"/>
                    <a:pt x="102" y="16"/>
                    <a:pt x="102" y="16"/>
                  </a:cubicBezTo>
                  <a:cubicBezTo>
                    <a:pt x="105" y="16"/>
                    <a:pt x="116" y="19"/>
                    <a:pt x="115" y="15"/>
                  </a:cubicBezTo>
                  <a:cubicBezTo>
                    <a:pt x="118" y="15"/>
                    <a:pt x="121" y="15"/>
                    <a:pt x="123" y="15"/>
                  </a:cubicBezTo>
                  <a:cubicBezTo>
                    <a:pt x="124" y="16"/>
                    <a:pt x="127" y="17"/>
                    <a:pt x="128" y="15"/>
                  </a:cubicBezTo>
                  <a:cubicBezTo>
                    <a:pt x="131" y="15"/>
                    <a:pt x="135" y="16"/>
                    <a:pt x="138" y="16"/>
                  </a:cubicBezTo>
                  <a:cubicBezTo>
                    <a:pt x="138" y="22"/>
                    <a:pt x="143" y="20"/>
                    <a:pt x="146" y="18"/>
                  </a:cubicBezTo>
                  <a:cubicBezTo>
                    <a:pt x="162" y="22"/>
                    <a:pt x="176" y="29"/>
                    <a:pt x="188" y="39"/>
                  </a:cubicBezTo>
                  <a:cubicBezTo>
                    <a:pt x="189" y="44"/>
                    <a:pt x="183" y="41"/>
                    <a:pt x="182" y="40"/>
                  </a:cubicBezTo>
                  <a:cubicBezTo>
                    <a:pt x="180" y="39"/>
                    <a:pt x="175" y="34"/>
                    <a:pt x="173" y="36"/>
                  </a:cubicBezTo>
                  <a:cubicBezTo>
                    <a:pt x="173" y="36"/>
                    <a:pt x="190" y="45"/>
                    <a:pt x="184" y="51"/>
                  </a:cubicBezTo>
                  <a:cubicBezTo>
                    <a:pt x="182" y="53"/>
                    <a:pt x="179" y="54"/>
                    <a:pt x="180" y="58"/>
                  </a:cubicBezTo>
                  <a:cubicBezTo>
                    <a:pt x="181" y="60"/>
                    <a:pt x="183" y="62"/>
                    <a:pt x="185" y="63"/>
                  </a:cubicBezTo>
                  <a:cubicBezTo>
                    <a:pt x="188" y="63"/>
                    <a:pt x="191" y="62"/>
                    <a:pt x="192" y="60"/>
                  </a:cubicBezTo>
                  <a:cubicBezTo>
                    <a:pt x="194" y="57"/>
                    <a:pt x="195" y="53"/>
                    <a:pt x="198" y="58"/>
                  </a:cubicBezTo>
                  <a:cubicBezTo>
                    <a:pt x="199" y="59"/>
                    <a:pt x="200" y="61"/>
                    <a:pt x="201" y="62"/>
                  </a:cubicBezTo>
                  <a:cubicBezTo>
                    <a:pt x="203" y="64"/>
                    <a:pt x="205" y="64"/>
                    <a:pt x="206" y="65"/>
                  </a:cubicBezTo>
                  <a:cubicBezTo>
                    <a:pt x="209" y="67"/>
                    <a:pt x="207" y="70"/>
                    <a:pt x="211" y="71"/>
                  </a:cubicBezTo>
                  <a:cubicBezTo>
                    <a:pt x="212" y="71"/>
                    <a:pt x="213" y="71"/>
                    <a:pt x="214" y="71"/>
                  </a:cubicBezTo>
                  <a:cubicBezTo>
                    <a:pt x="215" y="73"/>
                    <a:pt x="216" y="75"/>
                    <a:pt x="217" y="78"/>
                  </a:cubicBezTo>
                  <a:cubicBezTo>
                    <a:pt x="216" y="78"/>
                    <a:pt x="215" y="78"/>
                    <a:pt x="214" y="79"/>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27" name="Google Shape;727;p83"/>
            <p:cNvSpPr/>
            <p:nvPr/>
          </p:nvSpPr>
          <p:spPr>
            <a:xfrm>
              <a:off x="9906025" y="2441189"/>
              <a:ext cx="38998" cy="0"/>
            </a:xfrm>
            <a:custGeom>
              <a:avLst/>
              <a:gdLst/>
              <a:ahLst/>
              <a:cxnLst/>
              <a:rect l="l" t="t" r="r" b="b"/>
              <a:pathLst>
                <a:path w="19" h="120000" extrusionOk="0">
                  <a:moveTo>
                    <a:pt x="19" y="0"/>
                  </a:moveTo>
                  <a:cubicBezTo>
                    <a:pt x="13" y="0"/>
                    <a:pt x="7" y="0"/>
                    <a:pt x="0" y="0"/>
                  </a:cubicBezTo>
                  <a:cubicBezTo>
                    <a:pt x="7" y="0"/>
                    <a:pt x="13" y="0"/>
                    <a:pt x="19"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28" name="Google Shape;728;p83"/>
            <p:cNvSpPr/>
            <p:nvPr/>
          </p:nvSpPr>
          <p:spPr>
            <a:xfrm>
              <a:off x="9241217" y="1150570"/>
              <a:ext cx="1251622" cy="1301762"/>
            </a:xfrm>
            <a:custGeom>
              <a:avLst/>
              <a:gdLst/>
              <a:ahLst/>
              <a:cxnLst/>
              <a:rect l="l" t="t" r="r" b="b"/>
              <a:pathLst>
                <a:path w="611" h="639" extrusionOk="0">
                  <a:moveTo>
                    <a:pt x="601" y="179"/>
                  </a:moveTo>
                  <a:cubicBezTo>
                    <a:pt x="594" y="177"/>
                    <a:pt x="586" y="178"/>
                    <a:pt x="579" y="176"/>
                  </a:cubicBezTo>
                  <a:cubicBezTo>
                    <a:pt x="574" y="174"/>
                    <a:pt x="575" y="172"/>
                    <a:pt x="575" y="168"/>
                  </a:cubicBezTo>
                  <a:cubicBezTo>
                    <a:pt x="575" y="163"/>
                    <a:pt x="570" y="160"/>
                    <a:pt x="566" y="158"/>
                  </a:cubicBezTo>
                  <a:cubicBezTo>
                    <a:pt x="559" y="156"/>
                    <a:pt x="554" y="151"/>
                    <a:pt x="551" y="145"/>
                  </a:cubicBezTo>
                  <a:cubicBezTo>
                    <a:pt x="548" y="141"/>
                    <a:pt x="538" y="127"/>
                    <a:pt x="534" y="136"/>
                  </a:cubicBezTo>
                  <a:cubicBezTo>
                    <a:pt x="529" y="146"/>
                    <a:pt x="525" y="154"/>
                    <a:pt x="513" y="154"/>
                  </a:cubicBezTo>
                  <a:cubicBezTo>
                    <a:pt x="503" y="153"/>
                    <a:pt x="495" y="144"/>
                    <a:pt x="495" y="134"/>
                  </a:cubicBezTo>
                  <a:cubicBezTo>
                    <a:pt x="495" y="122"/>
                    <a:pt x="511" y="123"/>
                    <a:pt x="509" y="110"/>
                  </a:cubicBezTo>
                  <a:cubicBezTo>
                    <a:pt x="508" y="96"/>
                    <a:pt x="492" y="88"/>
                    <a:pt x="481" y="82"/>
                  </a:cubicBezTo>
                  <a:cubicBezTo>
                    <a:pt x="481" y="82"/>
                    <a:pt x="473" y="78"/>
                    <a:pt x="474" y="78"/>
                  </a:cubicBezTo>
                  <a:cubicBezTo>
                    <a:pt x="478" y="75"/>
                    <a:pt x="487" y="79"/>
                    <a:pt x="490" y="81"/>
                  </a:cubicBezTo>
                  <a:cubicBezTo>
                    <a:pt x="497" y="84"/>
                    <a:pt x="506" y="98"/>
                    <a:pt x="515" y="93"/>
                  </a:cubicBezTo>
                  <a:cubicBezTo>
                    <a:pt x="524" y="87"/>
                    <a:pt x="505" y="72"/>
                    <a:pt x="501" y="70"/>
                  </a:cubicBezTo>
                  <a:cubicBezTo>
                    <a:pt x="497" y="68"/>
                    <a:pt x="490" y="69"/>
                    <a:pt x="487" y="65"/>
                  </a:cubicBezTo>
                  <a:cubicBezTo>
                    <a:pt x="484" y="61"/>
                    <a:pt x="484" y="56"/>
                    <a:pt x="483" y="52"/>
                  </a:cubicBezTo>
                  <a:cubicBezTo>
                    <a:pt x="478" y="41"/>
                    <a:pt x="464" y="34"/>
                    <a:pt x="453" y="32"/>
                  </a:cubicBezTo>
                  <a:cubicBezTo>
                    <a:pt x="445" y="31"/>
                    <a:pt x="434" y="26"/>
                    <a:pt x="433" y="17"/>
                  </a:cubicBezTo>
                  <a:cubicBezTo>
                    <a:pt x="430" y="16"/>
                    <a:pt x="428" y="15"/>
                    <a:pt x="425" y="14"/>
                  </a:cubicBezTo>
                  <a:cubicBezTo>
                    <a:pt x="415" y="18"/>
                    <a:pt x="406" y="24"/>
                    <a:pt x="396" y="29"/>
                  </a:cubicBezTo>
                  <a:cubicBezTo>
                    <a:pt x="392" y="31"/>
                    <a:pt x="383" y="35"/>
                    <a:pt x="378" y="32"/>
                  </a:cubicBezTo>
                  <a:cubicBezTo>
                    <a:pt x="371" y="27"/>
                    <a:pt x="380" y="11"/>
                    <a:pt x="374" y="5"/>
                  </a:cubicBezTo>
                  <a:cubicBezTo>
                    <a:pt x="369" y="0"/>
                    <a:pt x="359" y="4"/>
                    <a:pt x="353" y="4"/>
                  </a:cubicBezTo>
                  <a:cubicBezTo>
                    <a:pt x="352" y="4"/>
                    <a:pt x="346" y="2"/>
                    <a:pt x="345" y="4"/>
                  </a:cubicBezTo>
                  <a:cubicBezTo>
                    <a:pt x="345" y="6"/>
                    <a:pt x="346" y="8"/>
                    <a:pt x="347" y="10"/>
                  </a:cubicBezTo>
                  <a:cubicBezTo>
                    <a:pt x="350" y="16"/>
                    <a:pt x="349" y="22"/>
                    <a:pt x="341" y="21"/>
                  </a:cubicBezTo>
                  <a:cubicBezTo>
                    <a:pt x="334" y="20"/>
                    <a:pt x="329" y="15"/>
                    <a:pt x="325" y="9"/>
                  </a:cubicBezTo>
                  <a:cubicBezTo>
                    <a:pt x="311" y="16"/>
                    <a:pt x="311" y="16"/>
                    <a:pt x="311" y="16"/>
                  </a:cubicBezTo>
                  <a:cubicBezTo>
                    <a:pt x="319" y="34"/>
                    <a:pt x="270" y="14"/>
                    <a:pt x="268" y="24"/>
                  </a:cubicBezTo>
                  <a:cubicBezTo>
                    <a:pt x="267" y="27"/>
                    <a:pt x="273" y="31"/>
                    <a:pt x="275" y="31"/>
                  </a:cubicBezTo>
                  <a:cubicBezTo>
                    <a:pt x="277" y="31"/>
                    <a:pt x="280" y="27"/>
                    <a:pt x="282" y="28"/>
                  </a:cubicBezTo>
                  <a:cubicBezTo>
                    <a:pt x="285" y="31"/>
                    <a:pt x="285" y="39"/>
                    <a:pt x="285" y="43"/>
                  </a:cubicBezTo>
                  <a:cubicBezTo>
                    <a:pt x="285" y="44"/>
                    <a:pt x="285" y="49"/>
                    <a:pt x="286" y="48"/>
                  </a:cubicBezTo>
                  <a:cubicBezTo>
                    <a:pt x="294" y="40"/>
                    <a:pt x="304" y="36"/>
                    <a:pt x="312" y="29"/>
                  </a:cubicBezTo>
                  <a:cubicBezTo>
                    <a:pt x="314" y="27"/>
                    <a:pt x="317" y="24"/>
                    <a:pt x="321" y="23"/>
                  </a:cubicBezTo>
                  <a:cubicBezTo>
                    <a:pt x="325" y="22"/>
                    <a:pt x="329" y="26"/>
                    <a:pt x="332" y="29"/>
                  </a:cubicBezTo>
                  <a:cubicBezTo>
                    <a:pt x="342" y="39"/>
                    <a:pt x="354" y="53"/>
                    <a:pt x="352" y="69"/>
                  </a:cubicBezTo>
                  <a:cubicBezTo>
                    <a:pt x="352" y="71"/>
                    <a:pt x="351" y="76"/>
                    <a:pt x="348" y="75"/>
                  </a:cubicBezTo>
                  <a:cubicBezTo>
                    <a:pt x="343" y="75"/>
                    <a:pt x="341" y="67"/>
                    <a:pt x="338" y="64"/>
                  </a:cubicBezTo>
                  <a:cubicBezTo>
                    <a:pt x="332" y="57"/>
                    <a:pt x="315" y="50"/>
                    <a:pt x="310" y="62"/>
                  </a:cubicBezTo>
                  <a:cubicBezTo>
                    <a:pt x="307" y="70"/>
                    <a:pt x="318" y="74"/>
                    <a:pt x="324" y="76"/>
                  </a:cubicBezTo>
                  <a:cubicBezTo>
                    <a:pt x="326" y="77"/>
                    <a:pt x="329" y="79"/>
                    <a:pt x="330" y="81"/>
                  </a:cubicBezTo>
                  <a:cubicBezTo>
                    <a:pt x="331" y="84"/>
                    <a:pt x="323" y="86"/>
                    <a:pt x="321" y="86"/>
                  </a:cubicBezTo>
                  <a:cubicBezTo>
                    <a:pt x="311" y="87"/>
                    <a:pt x="304" y="79"/>
                    <a:pt x="297" y="73"/>
                  </a:cubicBezTo>
                  <a:cubicBezTo>
                    <a:pt x="291" y="68"/>
                    <a:pt x="294" y="79"/>
                    <a:pt x="296" y="82"/>
                  </a:cubicBezTo>
                  <a:cubicBezTo>
                    <a:pt x="297" y="82"/>
                    <a:pt x="299" y="84"/>
                    <a:pt x="299" y="86"/>
                  </a:cubicBezTo>
                  <a:cubicBezTo>
                    <a:pt x="297" y="88"/>
                    <a:pt x="289" y="88"/>
                    <a:pt x="287" y="88"/>
                  </a:cubicBezTo>
                  <a:cubicBezTo>
                    <a:pt x="272" y="90"/>
                    <a:pt x="259" y="94"/>
                    <a:pt x="246" y="103"/>
                  </a:cubicBezTo>
                  <a:cubicBezTo>
                    <a:pt x="238" y="108"/>
                    <a:pt x="231" y="115"/>
                    <a:pt x="225" y="122"/>
                  </a:cubicBezTo>
                  <a:cubicBezTo>
                    <a:pt x="224" y="123"/>
                    <a:pt x="224" y="123"/>
                    <a:pt x="223" y="124"/>
                  </a:cubicBezTo>
                  <a:cubicBezTo>
                    <a:pt x="220" y="135"/>
                    <a:pt x="218" y="147"/>
                    <a:pt x="213" y="158"/>
                  </a:cubicBezTo>
                  <a:cubicBezTo>
                    <a:pt x="210" y="163"/>
                    <a:pt x="209" y="160"/>
                    <a:pt x="209" y="155"/>
                  </a:cubicBezTo>
                  <a:cubicBezTo>
                    <a:pt x="208" y="144"/>
                    <a:pt x="211" y="131"/>
                    <a:pt x="204" y="122"/>
                  </a:cubicBezTo>
                  <a:cubicBezTo>
                    <a:pt x="192" y="105"/>
                    <a:pt x="164" y="129"/>
                    <a:pt x="154" y="138"/>
                  </a:cubicBezTo>
                  <a:cubicBezTo>
                    <a:pt x="147" y="145"/>
                    <a:pt x="134" y="160"/>
                    <a:pt x="143" y="171"/>
                  </a:cubicBezTo>
                  <a:cubicBezTo>
                    <a:pt x="152" y="182"/>
                    <a:pt x="161" y="167"/>
                    <a:pt x="170" y="166"/>
                  </a:cubicBezTo>
                  <a:cubicBezTo>
                    <a:pt x="174" y="165"/>
                    <a:pt x="178" y="166"/>
                    <a:pt x="181" y="168"/>
                  </a:cubicBezTo>
                  <a:cubicBezTo>
                    <a:pt x="175" y="173"/>
                    <a:pt x="170" y="177"/>
                    <a:pt x="164" y="182"/>
                  </a:cubicBezTo>
                  <a:cubicBezTo>
                    <a:pt x="162" y="184"/>
                    <a:pt x="160" y="186"/>
                    <a:pt x="164" y="188"/>
                  </a:cubicBezTo>
                  <a:cubicBezTo>
                    <a:pt x="168" y="189"/>
                    <a:pt x="175" y="188"/>
                    <a:pt x="178" y="191"/>
                  </a:cubicBezTo>
                  <a:cubicBezTo>
                    <a:pt x="180" y="194"/>
                    <a:pt x="178" y="200"/>
                    <a:pt x="177" y="203"/>
                  </a:cubicBezTo>
                  <a:cubicBezTo>
                    <a:pt x="174" y="210"/>
                    <a:pt x="169" y="226"/>
                    <a:pt x="177" y="232"/>
                  </a:cubicBezTo>
                  <a:cubicBezTo>
                    <a:pt x="182" y="237"/>
                    <a:pt x="195" y="231"/>
                    <a:pt x="200" y="230"/>
                  </a:cubicBezTo>
                  <a:cubicBezTo>
                    <a:pt x="227" y="224"/>
                    <a:pt x="257" y="225"/>
                    <a:pt x="274" y="251"/>
                  </a:cubicBezTo>
                  <a:cubicBezTo>
                    <a:pt x="276" y="255"/>
                    <a:pt x="278" y="260"/>
                    <a:pt x="281" y="263"/>
                  </a:cubicBezTo>
                  <a:cubicBezTo>
                    <a:pt x="285" y="266"/>
                    <a:pt x="291" y="268"/>
                    <a:pt x="295" y="270"/>
                  </a:cubicBezTo>
                  <a:cubicBezTo>
                    <a:pt x="299" y="272"/>
                    <a:pt x="303" y="273"/>
                    <a:pt x="305" y="277"/>
                  </a:cubicBezTo>
                  <a:cubicBezTo>
                    <a:pt x="308" y="282"/>
                    <a:pt x="303" y="288"/>
                    <a:pt x="301" y="292"/>
                  </a:cubicBezTo>
                  <a:cubicBezTo>
                    <a:pt x="297" y="299"/>
                    <a:pt x="289" y="311"/>
                    <a:pt x="291" y="320"/>
                  </a:cubicBezTo>
                  <a:cubicBezTo>
                    <a:pt x="291" y="321"/>
                    <a:pt x="292" y="322"/>
                    <a:pt x="294" y="322"/>
                  </a:cubicBezTo>
                  <a:cubicBezTo>
                    <a:pt x="315" y="322"/>
                    <a:pt x="339" y="328"/>
                    <a:pt x="356" y="341"/>
                  </a:cubicBezTo>
                  <a:cubicBezTo>
                    <a:pt x="362" y="345"/>
                    <a:pt x="369" y="352"/>
                    <a:pt x="368" y="360"/>
                  </a:cubicBezTo>
                  <a:cubicBezTo>
                    <a:pt x="368" y="372"/>
                    <a:pt x="355" y="379"/>
                    <a:pt x="347" y="386"/>
                  </a:cubicBezTo>
                  <a:cubicBezTo>
                    <a:pt x="334" y="399"/>
                    <a:pt x="324" y="411"/>
                    <a:pt x="320" y="429"/>
                  </a:cubicBezTo>
                  <a:cubicBezTo>
                    <a:pt x="317" y="445"/>
                    <a:pt x="302" y="451"/>
                    <a:pt x="287" y="453"/>
                  </a:cubicBezTo>
                  <a:cubicBezTo>
                    <a:pt x="273" y="500"/>
                    <a:pt x="243" y="492"/>
                    <a:pt x="243" y="492"/>
                  </a:cubicBezTo>
                  <a:cubicBezTo>
                    <a:pt x="240" y="501"/>
                    <a:pt x="234" y="516"/>
                    <a:pt x="224" y="518"/>
                  </a:cubicBezTo>
                  <a:cubicBezTo>
                    <a:pt x="220" y="519"/>
                    <a:pt x="215" y="517"/>
                    <a:pt x="212" y="521"/>
                  </a:cubicBezTo>
                  <a:cubicBezTo>
                    <a:pt x="205" y="528"/>
                    <a:pt x="209" y="541"/>
                    <a:pt x="210" y="550"/>
                  </a:cubicBezTo>
                  <a:cubicBezTo>
                    <a:pt x="211" y="555"/>
                    <a:pt x="216" y="572"/>
                    <a:pt x="208" y="573"/>
                  </a:cubicBezTo>
                  <a:cubicBezTo>
                    <a:pt x="200" y="574"/>
                    <a:pt x="193" y="568"/>
                    <a:pt x="191" y="561"/>
                  </a:cubicBezTo>
                  <a:cubicBezTo>
                    <a:pt x="187" y="549"/>
                    <a:pt x="189" y="535"/>
                    <a:pt x="190" y="523"/>
                  </a:cubicBezTo>
                  <a:cubicBezTo>
                    <a:pt x="191" y="507"/>
                    <a:pt x="190" y="493"/>
                    <a:pt x="185" y="477"/>
                  </a:cubicBezTo>
                  <a:cubicBezTo>
                    <a:pt x="183" y="468"/>
                    <a:pt x="177" y="456"/>
                    <a:pt x="181" y="446"/>
                  </a:cubicBezTo>
                  <a:cubicBezTo>
                    <a:pt x="182" y="441"/>
                    <a:pt x="187" y="439"/>
                    <a:pt x="190" y="436"/>
                  </a:cubicBezTo>
                  <a:cubicBezTo>
                    <a:pt x="195" y="431"/>
                    <a:pt x="198" y="424"/>
                    <a:pt x="199" y="418"/>
                  </a:cubicBezTo>
                  <a:cubicBezTo>
                    <a:pt x="202" y="409"/>
                    <a:pt x="202" y="396"/>
                    <a:pt x="194" y="389"/>
                  </a:cubicBezTo>
                  <a:cubicBezTo>
                    <a:pt x="187" y="384"/>
                    <a:pt x="175" y="381"/>
                    <a:pt x="171" y="373"/>
                  </a:cubicBezTo>
                  <a:cubicBezTo>
                    <a:pt x="168" y="368"/>
                    <a:pt x="172" y="364"/>
                    <a:pt x="175" y="359"/>
                  </a:cubicBezTo>
                  <a:cubicBezTo>
                    <a:pt x="179" y="352"/>
                    <a:pt x="179" y="345"/>
                    <a:pt x="176" y="337"/>
                  </a:cubicBezTo>
                  <a:cubicBezTo>
                    <a:pt x="171" y="327"/>
                    <a:pt x="157" y="320"/>
                    <a:pt x="155" y="308"/>
                  </a:cubicBezTo>
                  <a:cubicBezTo>
                    <a:pt x="152" y="295"/>
                    <a:pt x="168" y="283"/>
                    <a:pt x="176" y="275"/>
                  </a:cubicBezTo>
                  <a:cubicBezTo>
                    <a:pt x="182" y="269"/>
                    <a:pt x="188" y="264"/>
                    <a:pt x="194" y="257"/>
                  </a:cubicBezTo>
                  <a:cubicBezTo>
                    <a:pt x="197" y="253"/>
                    <a:pt x="202" y="248"/>
                    <a:pt x="204" y="243"/>
                  </a:cubicBezTo>
                  <a:cubicBezTo>
                    <a:pt x="206" y="239"/>
                    <a:pt x="204" y="238"/>
                    <a:pt x="200" y="239"/>
                  </a:cubicBezTo>
                  <a:cubicBezTo>
                    <a:pt x="193" y="240"/>
                    <a:pt x="187" y="243"/>
                    <a:pt x="179" y="241"/>
                  </a:cubicBezTo>
                  <a:cubicBezTo>
                    <a:pt x="173" y="240"/>
                    <a:pt x="167" y="237"/>
                    <a:pt x="162" y="233"/>
                  </a:cubicBezTo>
                  <a:cubicBezTo>
                    <a:pt x="162" y="226"/>
                    <a:pt x="161" y="219"/>
                    <a:pt x="159" y="213"/>
                  </a:cubicBezTo>
                  <a:cubicBezTo>
                    <a:pt x="159" y="210"/>
                    <a:pt x="158" y="207"/>
                    <a:pt x="156" y="206"/>
                  </a:cubicBezTo>
                  <a:cubicBezTo>
                    <a:pt x="152" y="203"/>
                    <a:pt x="149" y="203"/>
                    <a:pt x="146" y="198"/>
                  </a:cubicBezTo>
                  <a:cubicBezTo>
                    <a:pt x="143" y="194"/>
                    <a:pt x="142" y="189"/>
                    <a:pt x="139" y="186"/>
                  </a:cubicBezTo>
                  <a:cubicBezTo>
                    <a:pt x="135" y="183"/>
                    <a:pt x="132" y="180"/>
                    <a:pt x="128" y="178"/>
                  </a:cubicBezTo>
                  <a:cubicBezTo>
                    <a:pt x="121" y="174"/>
                    <a:pt x="116" y="170"/>
                    <a:pt x="117" y="162"/>
                  </a:cubicBezTo>
                  <a:cubicBezTo>
                    <a:pt x="119" y="147"/>
                    <a:pt x="130" y="135"/>
                    <a:pt x="133" y="120"/>
                  </a:cubicBezTo>
                  <a:cubicBezTo>
                    <a:pt x="134" y="116"/>
                    <a:pt x="135" y="104"/>
                    <a:pt x="128" y="111"/>
                  </a:cubicBezTo>
                  <a:cubicBezTo>
                    <a:pt x="124" y="115"/>
                    <a:pt x="122" y="119"/>
                    <a:pt x="120" y="124"/>
                  </a:cubicBezTo>
                  <a:cubicBezTo>
                    <a:pt x="119" y="126"/>
                    <a:pt x="117" y="131"/>
                    <a:pt x="114" y="132"/>
                  </a:cubicBezTo>
                  <a:cubicBezTo>
                    <a:pt x="109" y="134"/>
                    <a:pt x="113" y="120"/>
                    <a:pt x="113" y="119"/>
                  </a:cubicBezTo>
                  <a:cubicBezTo>
                    <a:pt x="121" y="92"/>
                    <a:pt x="144" y="78"/>
                    <a:pt x="164" y="61"/>
                  </a:cubicBezTo>
                  <a:cubicBezTo>
                    <a:pt x="165" y="59"/>
                    <a:pt x="178" y="50"/>
                    <a:pt x="176" y="47"/>
                  </a:cubicBezTo>
                  <a:cubicBezTo>
                    <a:pt x="170" y="47"/>
                    <a:pt x="166" y="45"/>
                    <a:pt x="162" y="43"/>
                  </a:cubicBezTo>
                  <a:cubicBezTo>
                    <a:pt x="106" y="77"/>
                    <a:pt x="61" y="128"/>
                    <a:pt x="34" y="188"/>
                  </a:cubicBezTo>
                  <a:cubicBezTo>
                    <a:pt x="7" y="248"/>
                    <a:pt x="0" y="316"/>
                    <a:pt x="13" y="381"/>
                  </a:cubicBezTo>
                  <a:cubicBezTo>
                    <a:pt x="36" y="492"/>
                    <a:pt x="120" y="584"/>
                    <a:pt x="228" y="619"/>
                  </a:cubicBezTo>
                  <a:cubicBezTo>
                    <a:pt x="289" y="639"/>
                    <a:pt x="356" y="639"/>
                    <a:pt x="418" y="621"/>
                  </a:cubicBezTo>
                  <a:cubicBezTo>
                    <a:pt x="481" y="601"/>
                    <a:pt x="537" y="562"/>
                    <a:pt x="577" y="510"/>
                  </a:cubicBezTo>
                  <a:cubicBezTo>
                    <a:pt x="581" y="504"/>
                    <a:pt x="591" y="487"/>
                    <a:pt x="593" y="489"/>
                  </a:cubicBezTo>
                  <a:cubicBezTo>
                    <a:pt x="589" y="485"/>
                    <a:pt x="585" y="481"/>
                    <a:pt x="580" y="484"/>
                  </a:cubicBezTo>
                  <a:cubicBezTo>
                    <a:pt x="575" y="486"/>
                    <a:pt x="571" y="490"/>
                    <a:pt x="568" y="494"/>
                  </a:cubicBezTo>
                  <a:cubicBezTo>
                    <a:pt x="557" y="506"/>
                    <a:pt x="548" y="518"/>
                    <a:pt x="536" y="529"/>
                  </a:cubicBezTo>
                  <a:cubicBezTo>
                    <a:pt x="531" y="534"/>
                    <a:pt x="525" y="539"/>
                    <a:pt x="520" y="544"/>
                  </a:cubicBezTo>
                  <a:cubicBezTo>
                    <a:pt x="516" y="548"/>
                    <a:pt x="513" y="553"/>
                    <a:pt x="509" y="555"/>
                  </a:cubicBezTo>
                  <a:cubicBezTo>
                    <a:pt x="501" y="561"/>
                    <a:pt x="495" y="540"/>
                    <a:pt x="495" y="536"/>
                  </a:cubicBezTo>
                  <a:cubicBezTo>
                    <a:pt x="492" y="524"/>
                    <a:pt x="499" y="514"/>
                    <a:pt x="508" y="506"/>
                  </a:cubicBezTo>
                  <a:cubicBezTo>
                    <a:pt x="514" y="501"/>
                    <a:pt x="528" y="494"/>
                    <a:pt x="529" y="486"/>
                  </a:cubicBezTo>
                  <a:cubicBezTo>
                    <a:pt x="529" y="477"/>
                    <a:pt x="519" y="468"/>
                    <a:pt x="522" y="459"/>
                  </a:cubicBezTo>
                  <a:cubicBezTo>
                    <a:pt x="524" y="454"/>
                    <a:pt x="531" y="452"/>
                    <a:pt x="535" y="448"/>
                  </a:cubicBezTo>
                  <a:cubicBezTo>
                    <a:pt x="539" y="444"/>
                    <a:pt x="541" y="438"/>
                    <a:pt x="543" y="432"/>
                  </a:cubicBezTo>
                  <a:cubicBezTo>
                    <a:pt x="544" y="427"/>
                    <a:pt x="544" y="422"/>
                    <a:pt x="547" y="418"/>
                  </a:cubicBezTo>
                  <a:cubicBezTo>
                    <a:pt x="549" y="415"/>
                    <a:pt x="553" y="412"/>
                    <a:pt x="555" y="408"/>
                  </a:cubicBezTo>
                  <a:cubicBezTo>
                    <a:pt x="561" y="399"/>
                    <a:pt x="565" y="386"/>
                    <a:pt x="557" y="377"/>
                  </a:cubicBezTo>
                  <a:cubicBezTo>
                    <a:pt x="555" y="374"/>
                    <a:pt x="548" y="372"/>
                    <a:pt x="547" y="367"/>
                  </a:cubicBezTo>
                  <a:cubicBezTo>
                    <a:pt x="546" y="364"/>
                    <a:pt x="550" y="362"/>
                    <a:pt x="552" y="360"/>
                  </a:cubicBezTo>
                  <a:cubicBezTo>
                    <a:pt x="559" y="354"/>
                    <a:pt x="567" y="349"/>
                    <a:pt x="564" y="339"/>
                  </a:cubicBezTo>
                  <a:cubicBezTo>
                    <a:pt x="562" y="330"/>
                    <a:pt x="554" y="340"/>
                    <a:pt x="550" y="340"/>
                  </a:cubicBezTo>
                  <a:cubicBezTo>
                    <a:pt x="543" y="339"/>
                    <a:pt x="545" y="326"/>
                    <a:pt x="544" y="321"/>
                  </a:cubicBezTo>
                  <a:cubicBezTo>
                    <a:pt x="543" y="317"/>
                    <a:pt x="526" y="324"/>
                    <a:pt x="524" y="324"/>
                  </a:cubicBezTo>
                  <a:cubicBezTo>
                    <a:pt x="514" y="327"/>
                    <a:pt x="499" y="332"/>
                    <a:pt x="490" y="323"/>
                  </a:cubicBezTo>
                  <a:cubicBezTo>
                    <a:pt x="483" y="316"/>
                    <a:pt x="482" y="304"/>
                    <a:pt x="478" y="295"/>
                  </a:cubicBezTo>
                  <a:cubicBezTo>
                    <a:pt x="473" y="284"/>
                    <a:pt x="464" y="276"/>
                    <a:pt x="457" y="265"/>
                  </a:cubicBezTo>
                  <a:cubicBezTo>
                    <a:pt x="452" y="257"/>
                    <a:pt x="465" y="260"/>
                    <a:pt x="469" y="258"/>
                  </a:cubicBezTo>
                  <a:cubicBezTo>
                    <a:pt x="479" y="254"/>
                    <a:pt x="480" y="243"/>
                    <a:pt x="480" y="234"/>
                  </a:cubicBezTo>
                  <a:cubicBezTo>
                    <a:pt x="480" y="226"/>
                    <a:pt x="479" y="218"/>
                    <a:pt x="479" y="210"/>
                  </a:cubicBezTo>
                  <a:cubicBezTo>
                    <a:pt x="478" y="206"/>
                    <a:pt x="478" y="200"/>
                    <a:pt x="480" y="196"/>
                  </a:cubicBezTo>
                  <a:cubicBezTo>
                    <a:pt x="483" y="189"/>
                    <a:pt x="493" y="192"/>
                    <a:pt x="498" y="189"/>
                  </a:cubicBezTo>
                  <a:cubicBezTo>
                    <a:pt x="502" y="187"/>
                    <a:pt x="502" y="183"/>
                    <a:pt x="503" y="179"/>
                  </a:cubicBezTo>
                  <a:cubicBezTo>
                    <a:pt x="504" y="172"/>
                    <a:pt x="508" y="171"/>
                    <a:pt x="513" y="170"/>
                  </a:cubicBezTo>
                  <a:cubicBezTo>
                    <a:pt x="524" y="167"/>
                    <a:pt x="535" y="160"/>
                    <a:pt x="546" y="160"/>
                  </a:cubicBezTo>
                  <a:cubicBezTo>
                    <a:pt x="550" y="160"/>
                    <a:pt x="554" y="162"/>
                    <a:pt x="555" y="167"/>
                  </a:cubicBezTo>
                  <a:cubicBezTo>
                    <a:pt x="555" y="170"/>
                    <a:pt x="554" y="176"/>
                    <a:pt x="557" y="179"/>
                  </a:cubicBezTo>
                  <a:cubicBezTo>
                    <a:pt x="557" y="180"/>
                    <a:pt x="560" y="180"/>
                    <a:pt x="562" y="180"/>
                  </a:cubicBezTo>
                  <a:cubicBezTo>
                    <a:pt x="568" y="184"/>
                    <a:pt x="573" y="191"/>
                    <a:pt x="577" y="196"/>
                  </a:cubicBezTo>
                  <a:cubicBezTo>
                    <a:pt x="579" y="198"/>
                    <a:pt x="581" y="203"/>
                    <a:pt x="584" y="203"/>
                  </a:cubicBezTo>
                  <a:cubicBezTo>
                    <a:pt x="587" y="204"/>
                    <a:pt x="590" y="200"/>
                    <a:pt x="592" y="198"/>
                  </a:cubicBezTo>
                  <a:cubicBezTo>
                    <a:pt x="597" y="195"/>
                    <a:pt x="605" y="194"/>
                    <a:pt x="608" y="189"/>
                  </a:cubicBezTo>
                  <a:cubicBezTo>
                    <a:pt x="611" y="184"/>
                    <a:pt x="605" y="180"/>
                    <a:pt x="601" y="179"/>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29" name="Google Shape;729;p83"/>
            <p:cNvSpPr/>
            <p:nvPr/>
          </p:nvSpPr>
          <p:spPr>
            <a:xfrm>
              <a:off x="9311783" y="1505258"/>
              <a:ext cx="13000" cy="22284"/>
            </a:xfrm>
            <a:custGeom>
              <a:avLst/>
              <a:gdLst/>
              <a:ahLst/>
              <a:cxnLst/>
              <a:rect l="l" t="t" r="r" b="b"/>
              <a:pathLst>
                <a:path w="6" h="11" extrusionOk="0">
                  <a:moveTo>
                    <a:pt x="6" y="0"/>
                  </a:moveTo>
                  <a:cubicBezTo>
                    <a:pt x="4" y="3"/>
                    <a:pt x="2" y="7"/>
                    <a:pt x="0" y="11"/>
                  </a:cubicBezTo>
                  <a:cubicBezTo>
                    <a:pt x="2" y="7"/>
                    <a:pt x="4" y="3"/>
                    <a:pt x="6"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30" name="Google Shape;730;p83"/>
            <p:cNvSpPr/>
            <p:nvPr/>
          </p:nvSpPr>
          <p:spPr>
            <a:xfrm>
              <a:off x="9324783" y="1499687"/>
              <a:ext cx="0" cy="5572"/>
            </a:xfrm>
            <a:custGeom>
              <a:avLst/>
              <a:gdLst/>
              <a:ahLst/>
              <a:cxnLst/>
              <a:rect l="l" t="t" r="r" b="b"/>
              <a:pathLst>
                <a:path w="120000" h="2" extrusionOk="0">
                  <a:moveTo>
                    <a:pt x="0" y="0"/>
                  </a:moveTo>
                  <a:cubicBezTo>
                    <a:pt x="0" y="1"/>
                    <a:pt x="0" y="1"/>
                    <a:pt x="0" y="2"/>
                  </a:cubicBezTo>
                  <a:cubicBezTo>
                    <a:pt x="0" y="1"/>
                    <a:pt x="0" y="1"/>
                    <a:pt x="0"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31" name="Google Shape;731;p83"/>
            <p:cNvSpPr/>
            <p:nvPr/>
          </p:nvSpPr>
          <p:spPr>
            <a:xfrm>
              <a:off x="9311783" y="1527542"/>
              <a:ext cx="0" cy="1858"/>
            </a:xfrm>
            <a:custGeom>
              <a:avLst/>
              <a:gdLst/>
              <a:ahLst/>
              <a:cxnLst/>
              <a:rect l="l" t="t" r="r" b="b"/>
              <a:pathLst>
                <a:path w="120000" h="1" extrusionOk="0">
                  <a:moveTo>
                    <a:pt x="0" y="0"/>
                  </a:moveTo>
                  <a:cubicBezTo>
                    <a:pt x="0" y="0"/>
                    <a:pt x="0" y="1"/>
                    <a:pt x="0" y="1"/>
                  </a:cubicBezTo>
                  <a:cubicBezTo>
                    <a:pt x="0" y="1"/>
                    <a:pt x="0" y="0"/>
                    <a:pt x="0"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32" name="Google Shape;732;p83"/>
            <p:cNvSpPr/>
            <p:nvPr/>
          </p:nvSpPr>
          <p:spPr>
            <a:xfrm>
              <a:off x="9289499" y="1555397"/>
              <a:ext cx="11142" cy="25998"/>
            </a:xfrm>
            <a:custGeom>
              <a:avLst/>
              <a:gdLst/>
              <a:ahLst/>
              <a:cxnLst/>
              <a:rect l="l" t="t" r="r" b="b"/>
              <a:pathLst>
                <a:path w="5" h="13" extrusionOk="0">
                  <a:moveTo>
                    <a:pt x="5" y="0"/>
                  </a:moveTo>
                  <a:cubicBezTo>
                    <a:pt x="4" y="4"/>
                    <a:pt x="2" y="9"/>
                    <a:pt x="0" y="13"/>
                  </a:cubicBezTo>
                  <a:cubicBezTo>
                    <a:pt x="2" y="9"/>
                    <a:pt x="4" y="4"/>
                    <a:pt x="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33" name="Google Shape;733;p83"/>
            <p:cNvSpPr/>
            <p:nvPr/>
          </p:nvSpPr>
          <p:spPr>
            <a:xfrm>
              <a:off x="9302499" y="1529399"/>
              <a:ext cx="9286" cy="22284"/>
            </a:xfrm>
            <a:custGeom>
              <a:avLst/>
              <a:gdLst/>
              <a:ahLst/>
              <a:cxnLst/>
              <a:rect l="l" t="t" r="r" b="b"/>
              <a:pathLst>
                <a:path w="5" h="11" extrusionOk="0">
                  <a:moveTo>
                    <a:pt x="5" y="0"/>
                  </a:moveTo>
                  <a:cubicBezTo>
                    <a:pt x="3" y="4"/>
                    <a:pt x="2" y="8"/>
                    <a:pt x="0" y="11"/>
                  </a:cubicBezTo>
                  <a:cubicBezTo>
                    <a:pt x="2" y="8"/>
                    <a:pt x="3" y="4"/>
                    <a:pt x="5"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34" name="Google Shape;734;p83"/>
            <p:cNvSpPr/>
            <p:nvPr/>
          </p:nvSpPr>
          <p:spPr>
            <a:xfrm>
              <a:off x="9324783" y="1141284"/>
              <a:ext cx="787371" cy="1181056"/>
            </a:xfrm>
            <a:custGeom>
              <a:avLst/>
              <a:gdLst/>
              <a:ahLst/>
              <a:cxnLst/>
              <a:rect l="l" t="t" r="r" b="b"/>
              <a:pathLst>
                <a:path w="384" h="579" extrusionOk="0">
                  <a:moveTo>
                    <a:pt x="0" y="176"/>
                  </a:moveTo>
                  <a:cubicBezTo>
                    <a:pt x="28" y="123"/>
                    <a:pt x="70" y="78"/>
                    <a:pt x="121" y="47"/>
                  </a:cubicBezTo>
                  <a:cubicBezTo>
                    <a:pt x="125" y="49"/>
                    <a:pt x="129" y="51"/>
                    <a:pt x="135" y="51"/>
                  </a:cubicBezTo>
                  <a:cubicBezTo>
                    <a:pt x="135" y="51"/>
                    <a:pt x="141" y="51"/>
                    <a:pt x="102" y="82"/>
                  </a:cubicBezTo>
                  <a:cubicBezTo>
                    <a:pt x="63" y="112"/>
                    <a:pt x="67" y="154"/>
                    <a:pt x="79" y="128"/>
                  </a:cubicBezTo>
                  <a:cubicBezTo>
                    <a:pt x="91" y="101"/>
                    <a:pt x="102" y="111"/>
                    <a:pt x="82" y="149"/>
                  </a:cubicBezTo>
                  <a:cubicBezTo>
                    <a:pt x="63" y="187"/>
                    <a:pt x="93" y="174"/>
                    <a:pt x="103" y="198"/>
                  </a:cubicBezTo>
                  <a:cubicBezTo>
                    <a:pt x="113" y="221"/>
                    <a:pt x="117" y="193"/>
                    <a:pt x="121" y="237"/>
                  </a:cubicBezTo>
                  <a:cubicBezTo>
                    <a:pt x="121" y="237"/>
                    <a:pt x="134" y="251"/>
                    <a:pt x="156" y="244"/>
                  </a:cubicBezTo>
                  <a:cubicBezTo>
                    <a:pt x="178" y="237"/>
                    <a:pt x="152" y="263"/>
                    <a:pt x="129" y="285"/>
                  </a:cubicBezTo>
                  <a:cubicBezTo>
                    <a:pt x="106" y="307"/>
                    <a:pt x="113" y="315"/>
                    <a:pt x="125" y="328"/>
                  </a:cubicBezTo>
                  <a:cubicBezTo>
                    <a:pt x="137" y="342"/>
                    <a:pt x="142" y="352"/>
                    <a:pt x="131" y="367"/>
                  </a:cubicBezTo>
                  <a:cubicBezTo>
                    <a:pt x="120" y="382"/>
                    <a:pt x="148" y="387"/>
                    <a:pt x="156" y="395"/>
                  </a:cubicBezTo>
                  <a:cubicBezTo>
                    <a:pt x="163" y="404"/>
                    <a:pt x="162" y="432"/>
                    <a:pt x="145" y="444"/>
                  </a:cubicBezTo>
                  <a:cubicBezTo>
                    <a:pt x="128" y="456"/>
                    <a:pt x="153" y="483"/>
                    <a:pt x="149" y="521"/>
                  </a:cubicBezTo>
                  <a:cubicBezTo>
                    <a:pt x="146" y="559"/>
                    <a:pt x="147" y="574"/>
                    <a:pt x="164" y="577"/>
                  </a:cubicBezTo>
                  <a:cubicBezTo>
                    <a:pt x="181" y="579"/>
                    <a:pt x="162" y="544"/>
                    <a:pt x="169" y="528"/>
                  </a:cubicBezTo>
                  <a:cubicBezTo>
                    <a:pt x="176" y="512"/>
                    <a:pt x="185" y="539"/>
                    <a:pt x="202" y="496"/>
                  </a:cubicBezTo>
                  <a:cubicBezTo>
                    <a:pt x="202" y="496"/>
                    <a:pt x="232" y="504"/>
                    <a:pt x="246" y="457"/>
                  </a:cubicBezTo>
                  <a:cubicBezTo>
                    <a:pt x="246" y="457"/>
                    <a:pt x="273" y="454"/>
                    <a:pt x="278" y="439"/>
                  </a:cubicBezTo>
                  <a:cubicBezTo>
                    <a:pt x="282" y="424"/>
                    <a:pt x="276" y="415"/>
                    <a:pt x="315" y="383"/>
                  </a:cubicBezTo>
                  <a:cubicBezTo>
                    <a:pt x="354" y="351"/>
                    <a:pt x="288" y="327"/>
                    <a:pt x="253" y="326"/>
                  </a:cubicBezTo>
                  <a:cubicBezTo>
                    <a:pt x="253" y="326"/>
                    <a:pt x="240" y="331"/>
                    <a:pt x="263" y="290"/>
                  </a:cubicBezTo>
                  <a:cubicBezTo>
                    <a:pt x="273" y="272"/>
                    <a:pt x="243" y="277"/>
                    <a:pt x="236" y="261"/>
                  </a:cubicBezTo>
                  <a:cubicBezTo>
                    <a:pt x="229" y="245"/>
                    <a:pt x="212" y="227"/>
                    <a:pt x="178" y="230"/>
                  </a:cubicBezTo>
                  <a:cubicBezTo>
                    <a:pt x="143" y="234"/>
                    <a:pt x="134" y="246"/>
                    <a:pt x="132" y="226"/>
                  </a:cubicBezTo>
                  <a:cubicBezTo>
                    <a:pt x="131" y="205"/>
                    <a:pt x="147" y="195"/>
                    <a:pt x="130" y="193"/>
                  </a:cubicBezTo>
                  <a:cubicBezTo>
                    <a:pt x="113" y="190"/>
                    <a:pt x="121" y="189"/>
                    <a:pt x="140" y="172"/>
                  </a:cubicBezTo>
                  <a:cubicBezTo>
                    <a:pt x="140" y="172"/>
                    <a:pt x="129" y="165"/>
                    <a:pt x="118" y="176"/>
                  </a:cubicBezTo>
                  <a:cubicBezTo>
                    <a:pt x="107" y="187"/>
                    <a:pt x="87" y="170"/>
                    <a:pt x="110" y="145"/>
                  </a:cubicBezTo>
                  <a:cubicBezTo>
                    <a:pt x="134" y="121"/>
                    <a:pt x="170" y="102"/>
                    <a:pt x="168" y="149"/>
                  </a:cubicBezTo>
                  <a:cubicBezTo>
                    <a:pt x="165" y="195"/>
                    <a:pt x="182" y="128"/>
                    <a:pt x="182" y="128"/>
                  </a:cubicBezTo>
                  <a:cubicBezTo>
                    <a:pt x="182" y="128"/>
                    <a:pt x="208" y="95"/>
                    <a:pt x="240" y="93"/>
                  </a:cubicBezTo>
                  <a:cubicBezTo>
                    <a:pt x="271" y="90"/>
                    <a:pt x="252" y="89"/>
                    <a:pt x="252" y="78"/>
                  </a:cubicBezTo>
                  <a:cubicBezTo>
                    <a:pt x="252" y="67"/>
                    <a:pt x="267" y="96"/>
                    <a:pt x="284" y="89"/>
                  </a:cubicBezTo>
                  <a:cubicBezTo>
                    <a:pt x="302" y="82"/>
                    <a:pt x="265" y="79"/>
                    <a:pt x="269" y="67"/>
                  </a:cubicBezTo>
                  <a:cubicBezTo>
                    <a:pt x="273" y="55"/>
                    <a:pt x="293" y="59"/>
                    <a:pt x="302" y="74"/>
                  </a:cubicBezTo>
                  <a:cubicBezTo>
                    <a:pt x="310" y="90"/>
                    <a:pt x="320" y="66"/>
                    <a:pt x="298" y="40"/>
                  </a:cubicBezTo>
                  <a:cubicBezTo>
                    <a:pt x="276" y="15"/>
                    <a:pt x="280" y="31"/>
                    <a:pt x="259" y="41"/>
                  </a:cubicBezTo>
                  <a:cubicBezTo>
                    <a:pt x="238" y="52"/>
                    <a:pt x="247" y="59"/>
                    <a:pt x="243" y="40"/>
                  </a:cubicBezTo>
                  <a:cubicBezTo>
                    <a:pt x="240" y="22"/>
                    <a:pt x="238" y="41"/>
                    <a:pt x="229" y="32"/>
                  </a:cubicBezTo>
                  <a:cubicBezTo>
                    <a:pt x="219" y="22"/>
                    <a:pt x="246" y="26"/>
                    <a:pt x="260" y="28"/>
                  </a:cubicBezTo>
                  <a:cubicBezTo>
                    <a:pt x="275" y="30"/>
                    <a:pt x="270" y="20"/>
                    <a:pt x="270" y="20"/>
                  </a:cubicBezTo>
                  <a:cubicBezTo>
                    <a:pt x="284" y="13"/>
                    <a:pt x="284" y="13"/>
                    <a:pt x="284" y="13"/>
                  </a:cubicBezTo>
                  <a:cubicBezTo>
                    <a:pt x="284" y="13"/>
                    <a:pt x="293" y="27"/>
                    <a:pt x="304" y="24"/>
                  </a:cubicBezTo>
                  <a:cubicBezTo>
                    <a:pt x="315" y="22"/>
                    <a:pt x="297" y="5"/>
                    <a:pt x="308" y="7"/>
                  </a:cubicBezTo>
                  <a:cubicBezTo>
                    <a:pt x="319" y="10"/>
                    <a:pt x="334" y="0"/>
                    <a:pt x="335" y="15"/>
                  </a:cubicBezTo>
                  <a:cubicBezTo>
                    <a:pt x="336" y="29"/>
                    <a:pt x="326" y="49"/>
                    <a:pt x="367" y="27"/>
                  </a:cubicBezTo>
                  <a:cubicBezTo>
                    <a:pt x="375" y="22"/>
                    <a:pt x="380" y="20"/>
                    <a:pt x="384" y="18"/>
                  </a:cubicBezTo>
                  <a:cubicBezTo>
                    <a:pt x="352" y="8"/>
                    <a:pt x="319" y="2"/>
                    <a:pt x="284" y="2"/>
                  </a:cubicBezTo>
                  <a:cubicBezTo>
                    <a:pt x="160" y="2"/>
                    <a:pt x="53" y="73"/>
                    <a:pt x="0" y="176"/>
                  </a:cubicBezTo>
                  <a:close/>
                </a:path>
              </a:pathLst>
            </a:custGeom>
            <a:solidFill>
              <a:schemeClr val="lt2"/>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35" name="Google Shape;735;p83"/>
            <p:cNvSpPr/>
            <p:nvPr/>
          </p:nvSpPr>
          <p:spPr>
            <a:xfrm>
              <a:off x="9300641" y="1551683"/>
              <a:ext cx="1858" cy="3714"/>
            </a:xfrm>
            <a:custGeom>
              <a:avLst/>
              <a:gdLst/>
              <a:ahLst/>
              <a:cxnLst/>
              <a:rect l="l" t="t" r="r" b="b"/>
              <a:pathLst>
                <a:path w="1" h="2" extrusionOk="0">
                  <a:moveTo>
                    <a:pt x="1" y="0"/>
                  </a:moveTo>
                  <a:cubicBezTo>
                    <a:pt x="1" y="1"/>
                    <a:pt x="0" y="1"/>
                    <a:pt x="0" y="2"/>
                  </a:cubicBezTo>
                  <a:cubicBezTo>
                    <a:pt x="0" y="1"/>
                    <a:pt x="1" y="1"/>
                    <a:pt x="1"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36" name="Google Shape;736;p83"/>
            <p:cNvSpPr/>
            <p:nvPr/>
          </p:nvSpPr>
          <p:spPr>
            <a:xfrm>
              <a:off x="10127010" y="1183996"/>
              <a:ext cx="432683" cy="1210768"/>
            </a:xfrm>
            <a:custGeom>
              <a:avLst/>
              <a:gdLst/>
              <a:ahLst/>
              <a:cxnLst/>
              <a:rect l="l" t="t" r="r" b="b"/>
              <a:pathLst>
                <a:path w="211" h="594" extrusionOk="0">
                  <a:moveTo>
                    <a:pt x="0" y="0"/>
                  </a:moveTo>
                  <a:cubicBezTo>
                    <a:pt x="0" y="3"/>
                    <a:pt x="1" y="6"/>
                    <a:pt x="6" y="10"/>
                  </a:cubicBezTo>
                  <a:cubicBezTo>
                    <a:pt x="22" y="19"/>
                    <a:pt x="17" y="11"/>
                    <a:pt x="38" y="23"/>
                  </a:cubicBezTo>
                  <a:cubicBezTo>
                    <a:pt x="59" y="35"/>
                    <a:pt x="45" y="49"/>
                    <a:pt x="61" y="51"/>
                  </a:cubicBezTo>
                  <a:cubicBezTo>
                    <a:pt x="77" y="53"/>
                    <a:pt x="92" y="75"/>
                    <a:pt x="79" y="77"/>
                  </a:cubicBezTo>
                  <a:cubicBezTo>
                    <a:pt x="67" y="78"/>
                    <a:pt x="66" y="63"/>
                    <a:pt x="48" y="61"/>
                  </a:cubicBezTo>
                  <a:cubicBezTo>
                    <a:pt x="29" y="58"/>
                    <a:pt x="55" y="67"/>
                    <a:pt x="67" y="78"/>
                  </a:cubicBezTo>
                  <a:cubicBezTo>
                    <a:pt x="79" y="89"/>
                    <a:pt x="79" y="102"/>
                    <a:pt x="67" y="107"/>
                  </a:cubicBezTo>
                  <a:cubicBezTo>
                    <a:pt x="55" y="112"/>
                    <a:pt x="64" y="140"/>
                    <a:pt x="84" y="136"/>
                  </a:cubicBezTo>
                  <a:cubicBezTo>
                    <a:pt x="104" y="133"/>
                    <a:pt x="96" y="112"/>
                    <a:pt x="107" y="117"/>
                  </a:cubicBezTo>
                  <a:cubicBezTo>
                    <a:pt x="118" y="122"/>
                    <a:pt x="115" y="134"/>
                    <a:pt x="133" y="141"/>
                  </a:cubicBezTo>
                  <a:cubicBezTo>
                    <a:pt x="151" y="149"/>
                    <a:pt x="131" y="158"/>
                    <a:pt x="153" y="160"/>
                  </a:cubicBezTo>
                  <a:cubicBezTo>
                    <a:pt x="175" y="161"/>
                    <a:pt x="186" y="169"/>
                    <a:pt x="166" y="178"/>
                  </a:cubicBezTo>
                  <a:cubicBezTo>
                    <a:pt x="146" y="186"/>
                    <a:pt x="156" y="194"/>
                    <a:pt x="139" y="173"/>
                  </a:cubicBezTo>
                  <a:cubicBezTo>
                    <a:pt x="122" y="152"/>
                    <a:pt x="124" y="172"/>
                    <a:pt x="122" y="152"/>
                  </a:cubicBezTo>
                  <a:cubicBezTo>
                    <a:pt x="120" y="132"/>
                    <a:pt x="93" y="151"/>
                    <a:pt x="78" y="153"/>
                  </a:cubicBezTo>
                  <a:cubicBezTo>
                    <a:pt x="64" y="156"/>
                    <a:pt x="76" y="170"/>
                    <a:pt x="62" y="173"/>
                  </a:cubicBezTo>
                  <a:cubicBezTo>
                    <a:pt x="49" y="175"/>
                    <a:pt x="43" y="172"/>
                    <a:pt x="46" y="203"/>
                  </a:cubicBezTo>
                  <a:cubicBezTo>
                    <a:pt x="50" y="235"/>
                    <a:pt x="42" y="242"/>
                    <a:pt x="27" y="242"/>
                  </a:cubicBezTo>
                  <a:cubicBezTo>
                    <a:pt x="12" y="242"/>
                    <a:pt x="39" y="259"/>
                    <a:pt x="46" y="281"/>
                  </a:cubicBezTo>
                  <a:cubicBezTo>
                    <a:pt x="54" y="303"/>
                    <a:pt x="55" y="317"/>
                    <a:pt x="87" y="308"/>
                  </a:cubicBezTo>
                  <a:cubicBezTo>
                    <a:pt x="118" y="300"/>
                    <a:pt x="109" y="300"/>
                    <a:pt x="112" y="317"/>
                  </a:cubicBezTo>
                  <a:cubicBezTo>
                    <a:pt x="116" y="334"/>
                    <a:pt x="129" y="307"/>
                    <a:pt x="132" y="324"/>
                  </a:cubicBezTo>
                  <a:cubicBezTo>
                    <a:pt x="134" y="341"/>
                    <a:pt x="101" y="345"/>
                    <a:pt x="120" y="356"/>
                  </a:cubicBezTo>
                  <a:cubicBezTo>
                    <a:pt x="138" y="367"/>
                    <a:pt x="125" y="392"/>
                    <a:pt x="116" y="399"/>
                  </a:cubicBezTo>
                  <a:cubicBezTo>
                    <a:pt x="107" y="405"/>
                    <a:pt x="114" y="427"/>
                    <a:pt x="95" y="436"/>
                  </a:cubicBezTo>
                  <a:cubicBezTo>
                    <a:pt x="77" y="446"/>
                    <a:pt x="104" y="463"/>
                    <a:pt x="93" y="474"/>
                  </a:cubicBezTo>
                  <a:cubicBezTo>
                    <a:pt x="82" y="485"/>
                    <a:pt x="53" y="499"/>
                    <a:pt x="64" y="525"/>
                  </a:cubicBezTo>
                  <a:cubicBezTo>
                    <a:pt x="75" y="552"/>
                    <a:pt x="75" y="536"/>
                    <a:pt x="98" y="517"/>
                  </a:cubicBezTo>
                  <a:cubicBezTo>
                    <a:pt x="121" y="497"/>
                    <a:pt x="140" y="464"/>
                    <a:pt x="151" y="466"/>
                  </a:cubicBezTo>
                  <a:cubicBezTo>
                    <a:pt x="155" y="466"/>
                    <a:pt x="157" y="469"/>
                    <a:pt x="160" y="472"/>
                  </a:cubicBezTo>
                  <a:cubicBezTo>
                    <a:pt x="124" y="526"/>
                    <a:pt x="72" y="570"/>
                    <a:pt x="11" y="594"/>
                  </a:cubicBezTo>
                  <a:cubicBezTo>
                    <a:pt x="128" y="547"/>
                    <a:pt x="211" y="433"/>
                    <a:pt x="211" y="299"/>
                  </a:cubicBezTo>
                  <a:cubicBezTo>
                    <a:pt x="211" y="161"/>
                    <a:pt x="123" y="44"/>
                    <a:pt x="0" y="0"/>
                  </a:cubicBezTo>
                  <a:close/>
                </a:path>
              </a:pathLst>
            </a:custGeom>
            <a:solidFill>
              <a:schemeClr val="lt2"/>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nvGrpSpPr>
            <p:cNvPr id="737" name="Google Shape;737;p83"/>
            <p:cNvGrpSpPr/>
            <p:nvPr/>
          </p:nvGrpSpPr>
          <p:grpSpPr>
            <a:xfrm>
              <a:off x="9543910" y="498760"/>
              <a:ext cx="722374" cy="685236"/>
              <a:chOff x="9543910" y="498760"/>
              <a:chExt cx="722374" cy="685236"/>
            </a:xfrm>
          </p:grpSpPr>
          <p:sp>
            <p:nvSpPr>
              <p:cNvPr id="738" name="Google Shape;738;p83"/>
              <p:cNvSpPr/>
              <p:nvPr/>
            </p:nvSpPr>
            <p:spPr>
              <a:xfrm>
                <a:off x="10117724" y="1180282"/>
                <a:ext cx="9286" cy="3714"/>
              </a:xfrm>
              <a:custGeom>
                <a:avLst/>
                <a:gdLst/>
                <a:ahLst/>
                <a:cxnLst/>
                <a:rect l="l" t="t" r="r" b="b"/>
                <a:pathLst>
                  <a:path w="5" h="2" extrusionOk="0">
                    <a:moveTo>
                      <a:pt x="0" y="0"/>
                    </a:moveTo>
                    <a:cubicBezTo>
                      <a:pt x="1" y="0"/>
                      <a:pt x="3" y="1"/>
                      <a:pt x="5" y="2"/>
                    </a:cubicBezTo>
                    <a:cubicBezTo>
                      <a:pt x="5" y="2"/>
                      <a:pt x="5" y="2"/>
                      <a:pt x="5" y="2"/>
                    </a:cubicBezTo>
                    <a:cubicBezTo>
                      <a:pt x="3" y="1"/>
                      <a:pt x="1" y="0"/>
                      <a:pt x="0" y="0"/>
                    </a:cubicBezTo>
                    <a:close/>
                  </a:path>
                </a:pathLst>
              </a:custGeom>
              <a:solidFill>
                <a:srgbClr val="968C6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39" name="Google Shape;739;p83"/>
              <p:cNvSpPr/>
              <p:nvPr/>
            </p:nvSpPr>
            <p:spPr>
              <a:xfrm>
                <a:off x="9737038" y="701174"/>
                <a:ext cx="336119" cy="479108"/>
              </a:xfrm>
              <a:custGeom>
                <a:avLst/>
                <a:gdLst/>
                <a:ahLst/>
                <a:cxnLst/>
                <a:rect l="l" t="t" r="r" b="b"/>
                <a:pathLst>
                  <a:path w="181" h="258" extrusionOk="0">
                    <a:moveTo>
                      <a:pt x="100" y="40"/>
                    </a:moveTo>
                    <a:lnTo>
                      <a:pt x="99" y="40"/>
                    </a:lnTo>
                    <a:lnTo>
                      <a:pt x="99" y="0"/>
                    </a:lnTo>
                    <a:lnTo>
                      <a:pt x="80" y="0"/>
                    </a:lnTo>
                    <a:lnTo>
                      <a:pt x="80" y="40"/>
                    </a:lnTo>
                    <a:lnTo>
                      <a:pt x="80" y="40"/>
                    </a:lnTo>
                    <a:lnTo>
                      <a:pt x="0" y="258"/>
                    </a:lnTo>
                    <a:lnTo>
                      <a:pt x="24" y="258"/>
                    </a:lnTo>
                    <a:lnTo>
                      <a:pt x="48" y="192"/>
                    </a:lnTo>
                    <a:lnTo>
                      <a:pt x="132" y="192"/>
                    </a:lnTo>
                    <a:lnTo>
                      <a:pt x="156" y="258"/>
                    </a:lnTo>
                    <a:lnTo>
                      <a:pt x="181" y="258"/>
                    </a:lnTo>
                    <a:lnTo>
                      <a:pt x="100" y="40"/>
                    </a:lnTo>
                    <a:close/>
                    <a:moveTo>
                      <a:pt x="90" y="80"/>
                    </a:moveTo>
                    <a:lnTo>
                      <a:pt x="103" y="117"/>
                    </a:lnTo>
                    <a:lnTo>
                      <a:pt x="77" y="117"/>
                    </a:lnTo>
                    <a:lnTo>
                      <a:pt x="90" y="80"/>
                    </a:lnTo>
                    <a:close/>
                    <a:moveTo>
                      <a:pt x="74" y="125"/>
                    </a:moveTo>
                    <a:lnTo>
                      <a:pt x="107" y="125"/>
                    </a:lnTo>
                    <a:lnTo>
                      <a:pt x="90" y="138"/>
                    </a:lnTo>
                    <a:lnTo>
                      <a:pt x="74" y="125"/>
                    </a:lnTo>
                    <a:lnTo>
                      <a:pt x="74" y="125"/>
                    </a:lnTo>
                    <a:close/>
                    <a:moveTo>
                      <a:pt x="70" y="135"/>
                    </a:moveTo>
                    <a:lnTo>
                      <a:pt x="82" y="144"/>
                    </a:lnTo>
                    <a:lnTo>
                      <a:pt x="60" y="161"/>
                    </a:lnTo>
                    <a:lnTo>
                      <a:pt x="70" y="135"/>
                    </a:lnTo>
                    <a:close/>
                    <a:moveTo>
                      <a:pt x="68" y="166"/>
                    </a:moveTo>
                    <a:lnTo>
                      <a:pt x="90" y="150"/>
                    </a:lnTo>
                    <a:lnTo>
                      <a:pt x="113" y="166"/>
                    </a:lnTo>
                    <a:lnTo>
                      <a:pt x="68" y="166"/>
                    </a:lnTo>
                    <a:close/>
                    <a:moveTo>
                      <a:pt x="98" y="144"/>
                    </a:moveTo>
                    <a:lnTo>
                      <a:pt x="110" y="134"/>
                    </a:lnTo>
                    <a:lnTo>
                      <a:pt x="119" y="159"/>
                    </a:lnTo>
                    <a:lnTo>
                      <a:pt x="98" y="144"/>
                    </a:lnTo>
                    <a:close/>
                  </a:path>
                </a:pathLst>
              </a:custGeom>
              <a:solidFill>
                <a:srgbClr val="968C6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40" name="Google Shape;740;p83"/>
              <p:cNvSpPr/>
              <p:nvPr/>
            </p:nvSpPr>
            <p:spPr>
              <a:xfrm>
                <a:off x="9835459" y="619466"/>
                <a:ext cx="139276" cy="137418"/>
              </a:xfrm>
              <a:prstGeom prst="ellipse">
                <a:avLst/>
              </a:prstGeom>
              <a:solidFill>
                <a:srgbClr val="968C6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41" name="Google Shape;741;p83"/>
              <p:cNvSpPr/>
              <p:nvPr/>
            </p:nvSpPr>
            <p:spPr>
              <a:xfrm>
                <a:off x="10021160" y="604610"/>
                <a:ext cx="51996" cy="168988"/>
              </a:xfrm>
              <a:custGeom>
                <a:avLst/>
                <a:gdLst/>
                <a:ahLst/>
                <a:cxnLst/>
                <a:rect l="l" t="t" r="r" b="b"/>
                <a:pathLst>
                  <a:path w="25" h="83" extrusionOk="0">
                    <a:moveTo>
                      <a:pt x="0" y="6"/>
                    </a:moveTo>
                    <a:cubicBezTo>
                      <a:pt x="0" y="6"/>
                      <a:pt x="0" y="6"/>
                      <a:pt x="0" y="6"/>
                    </a:cubicBezTo>
                    <a:cubicBezTo>
                      <a:pt x="0" y="7"/>
                      <a:pt x="1" y="8"/>
                      <a:pt x="2" y="9"/>
                    </a:cubicBezTo>
                    <a:cubicBezTo>
                      <a:pt x="10" y="17"/>
                      <a:pt x="16" y="28"/>
                      <a:pt x="16" y="41"/>
                    </a:cubicBezTo>
                    <a:cubicBezTo>
                      <a:pt x="16" y="54"/>
                      <a:pt x="10" y="65"/>
                      <a:pt x="2" y="73"/>
                    </a:cubicBezTo>
                    <a:cubicBezTo>
                      <a:pt x="1" y="74"/>
                      <a:pt x="0" y="75"/>
                      <a:pt x="0" y="77"/>
                    </a:cubicBezTo>
                    <a:cubicBezTo>
                      <a:pt x="0" y="77"/>
                      <a:pt x="0" y="77"/>
                      <a:pt x="0" y="77"/>
                    </a:cubicBezTo>
                    <a:cubicBezTo>
                      <a:pt x="0" y="81"/>
                      <a:pt x="5" y="83"/>
                      <a:pt x="8" y="80"/>
                    </a:cubicBezTo>
                    <a:cubicBezTo>
                      <a:pt x="18" y="70"/>
                      <a:pt x="25" y="57"/>
                      <a:pt x="25" y="41"/>
                    </a:cubicBezTo>
                    <a:cubicBezTo>
                      <a:pt x="25" y="26"/>
                      <a:pt x="18" y="12"/>
                      <a:pt x="8" y="2"/>
                    </a:cubicBezTo>
                    <a:cubicBezTo>
                      <a:pt x="5" y="0"/>
                      <a:pt x="0" y="2"/>
                      <a:pt x="0" y="6"/>
                    </a:cubicBezTo>
                    <a:close/>
                  </a:path>
                </a:pathLst>
              </a:custGeom>
              <a:solidFill>
                <a:srgbClr val="968C6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42" name="Google Shape;742;p83"/>
              <p:cNvSpPr/>
              <p:nvPr/>
            </p:nvSpPr>
            <p:spPr>
              <a:xfrm>
                <a:off x="10088012" y="561898"/>
                <a:ext cx="77994" cy="252553"/>
              </a:xfrm>
              <a:custGeom>
                <a:avLst/>
                <a:gdLst/>
                <a:ahLst/>
                <a:cxnLst/>
                <a:rect l="l" t="t" r="r" b="b"/>
                <a:pathLst>
                  <a:path w="38" h="124" extrusionOk="0">
                    <a:moveTo>
                      <a:pt x="0" y="9"/>
                    </a:moveTo>
                    <a:cubicBezTo>
                      <a:pt x="0" y="9"/>
                      <a:pt x="0" y="9"/>
                      <a:pt x="0" y="9"/>
                    </a:cubicBezTo>
                    <a:cubicBezTo>
                      <a:pt x="0" y="11"/>
                      <a:pt x="1" y="13"/>
                      <a:pt x="2" y="14"/>
                    </a:cubicBezTo>
                    <a:cubicBezTo>
                      <a:pt x="16" y="26"/>
                      <a:pt x="24" y="43"/>
                      <a:pt x="24" y="62"/>
                    </a:cubicBezTo>
                    <a:cubicBezTo>
                      <a:pt x="24" y="81"/>
                      <a:pt x="16" y="98"/>
                      <a:pt x="2" y="110"/>
                    </a:cubicBezTo>
                    <a:cubicBezTo>
                      <a:pt x="1" y="111"/>
                      <a:pt x="0" y="113"/>
                      <a:pt x="0" y="115"/>
                    </a:cubicBezTo>
                    <a:cubicBezTo>
                      <a:pt x="0" y="115"/>
                      <a:pt x="0" y="115"/>
                      <a:pt x="0" y="115"/>
                    </a:cubicBezTo>
                    <a:cubicBezTo>
                      <a:pt x="0" y="121"/>
                      <a:pt x="7" y="124"/>
                      <a:pt x="12" y="121"/>
                    </a:cubicBezTo>
                    <a:cubicBezTo>
                      <a:pt x="28" y="106"/>
                      <a:pt x="38" y="85"/>
                      <a:pt x="38" y="62"/>
                    </a:cubicBezTo>
                    <a:cubicBezTo>
                      <a:pt x="38" y="39"/>
                      <a:pt x="28" y="18"/>
                      <a:pt x="12" y="4"/>
                    </a:cubicBezTo>
                    <a:cubicBezTo>
                      <a:pt x="7" y="0"/>
                      <a:pt x="0" y="3"/>
                      <a:pt x="0" y="9"/>
                    </a:cubicBezTo>
                    <a:close/>
                  </a:path>
                </a:pathLst>
              </a:custGeom>
              <a:solidFill>
                <a:srgbClr val="968C6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43" name="Google Shape;743;p83"/>
              <p:cNvSpPr/>
              <p:nvPr/>
            </p:nvSpPr>
            <p:spPr>
              <a:xfrm>
                <a:off x="10151150" y="498760"/>
                <a:ext cx="115134" cy="380687"/>
              </a:xfrm>
              <a:custGeom>
                <a:avLst/>
                <a:gdLst/>
                <a:ahLst/>
                <a:cxnLst/>
                <a:rect l="l" t="t" r="r" b="b"/>
                <a:pathLst>
                  <a:path w="57" h="187" extrusionOk="0">
                    <a:moveTo>
                      <a:pt x="0" y="13"/>
                    </a:moveTo>
                    <a:cubicBezTo>
                      <a:pt x="0" y="14"/>
                      <a:pt x="0" y="14"/>
                      <a:pt x="0" y="14"/>
                    </a:cubicBezTo>
                    <a:cubicBezTo>
                      <a:pt x="0" y="17"/>
                      <a:pt x="1" y="19"/>
                      <a:pt x="4" y="21"/>
                    </a:cubicBezTo>
                    <a:cubicBezTo>
                      <a:pt x="23" y="39"/>
                      <a:pt x="36" y="65"/>
                      <a:pt x="36" y="93"/>
                    </a:cubicBezTo>
                    <a:cubicBezTo>
                      <a:pt x="36" y="122"/>
                      <a:pt x="23" y="147"/>
                      <a:pt x="4" y="165"/>
                    </a:cubicBezTo>
                    <a:cubicBezTo>
                      <a:pt x="1" y="167"/>
                      <a:pt x="0" y="170"/>
                      <a:pt x="0" y="173"/>
                    </a:cubicBezTo>
                    <a:cubicBezTo>
                      <a:pt x="0" y="173"/>
                      <a:pt x="0" y="173"/>
                      <a:pt x="0" y="173"/>
                    </a:cubicBezTo>
                    <a:cubicBezTo>
                      <a:pt x="0" y="182"/>
                      <a:pt x="11" y="187"/>
                      <a:pt x="17" y="181"/>
                    </a:cubicBezTo>
                    <a:cubicBezTo>
                      <a:pt x="41" y="159"/>
                      <a:pt x="57" y="128"/>
                      <a:pt x="57" y="93"/>
                    </a:cubicBezTo>
                    <a:cubicBezTo>
                      <a:pt x="57" y="58"/>
                      <a:pt x="41" y="27"/>
                      <a:pt x="17" y="6"/>
                    </a:cubicBezTo>
                    <a:cubicBezTo>
                      <a:pt x="11" y="0"/>
                      <a:pt x="0" y="5"/>
                      <a:pt x="0" y="13"/>
                    </a:cubicBezTo>
                    <a:close/>
                  </a:path>
                </a:pathLst>
              </a:custGeom>
              <a:solidFill>
                <a:srgbClr val="968C6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44" name="Google Shape;744;p83"/>
              <p:cNvSpPr/>
              <p:nvPr/>
            </p:nvSpPr>
            <p:spPr>
              <a:xfrm>
                <a:off x="9738895" y="604610"/>
                <a:ext cx="50140" cy="168988"/>
              </a:xfrm>
              <a:custGeom>
                <a:avLst/>
                <a:gdLst/>
                <a:ahLst/>
                <a:cxnLst/>
                <a:rect l="l" t="t" r="r" b="b"/>
                <a:pathLst>
                  <a:path w="25" h="83" extrusionOk="0">
                    <a:moveTo>
                      <a:pt x="25" y="6"/>
                    </a:moveTo>
                    <a:cubicBezTo>
                      <a:pt x="25" y="6"/>
                      <a:pt x="25" y="6"/>
                      <a:pt x="25" y="6"/>
                    </a:cubicBezTo>
                    <a:cubicBezTo>
                      <a:pt x="25" y="7"/>
                      <a:pt x="24" y="8"/>
                      <a:pt x="23" y="9"/>
                    </a:cubicBezTo>
                    <a:cubicBezTo>
                      <a:pt x="14" y="17"/>
                      <a:pt x="9" y="28"/>
                      <a:pt x="9" y="41"/>
                    </a:cubicBezTo>
                    <a:cubicBezTo>
                      <a:pt x="9" y="54"/>
                      <a:pt x="14" y="65"/>
                      <a:pt x="23" y="73"/>
                    </a:cubicBezTo>
                    <a:cubicBezTo>
                      <a:pt x="24" y="74"/>
                      <a:pt x="25" y="75"/>
                      <a:pt x="25" y="77"/>
                    </a:cubicBezTo>
                    <a:cubicBezTo>
                      <a:pt x="25" y="77"/>
                      <a:pt x="25" y="77"/>
                      <a:pt x="25" y="77"/>
                    </a:cubicBezTo>
                    <a:cubicBezTo>
                      <a:pt x="25" y="81"/>
                      <a:pt x="20" y="83"/>
                      <a:pt x="17" y="80"/>
                    </a:cubicBezTo>
                    <a:cubicBezTo>
                      <a:pt x="6" y="70"/>
                      <a:pt x="0" y="57"/>
                      <a:pt x="0" y="41"/>
                    </a:cubicBezTo>
                    <a:cubicBezTo>
                      <a:pt x="0" y="26"/>
                      <a:pt x="6" y="12"/>
                      <a:pt x="17" y="2"/>
                    </a:cubicBezTo>
                    <a:cubicBezTo>
                      <a:pt x="20" y="0"/>
                      <a:pt x="25" y="2"/>
                      <a:pt x="25" y="6"/>
                    </a:cubicBezTo>
                    <a:close/>
                  </a:path>
                </a:pathLst>
              </a:custGeom>
              <a:solidFill>
                <a:srgbClr val="968C6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45" name="Google Shape;745;p83"/>
              <p:cNvSpPr/>
              <p:nvPr/>
            </p:nvSpPr>
            <p:spPr>
              <a:xfrm>
                <a:off x="9644188" y="561898"/>
                <a:ext cx="77994" cy="252553"/>
              </a:xfrm>
              <a:custGeom>
                <a:avLst/>
                <a:gdLst/>
                <a:ahLst/>
                <a:cxnLst/>
                <a:rect l="l" t="t" r="r" b="b"/>
                <a:pathLst>
                  <a:path w="38" h="124" extrusionOk="0">
                    <a:moveTo>
                      <a:pt x="38" y="9"/>
                    </a:moveTo>
                    <a:cubicBezTo>
                      <a:pt x="38" y="9"/>
                      <a:pt x="38" y="9"/>
                      <a:pt x="38" y="9"/>
                    </a:cubicBezTo>
                    <a:cubicBezTo>
                      <a:pt x="38" y="11"/>
                      <a:pt x="37" y="13"/>
                      <a:pt x="35" y="14"/>
                    </a:cubicBezTo>
                    <a:cubicBezTo>
                      <a:pt x="22" y="26"/>
                      <a:pt x="14" y="43"/>
                      <a:pt x="14" y="62"/>
                    </a:cubicBezTo>
                    <a:cubicBezTo>
                      <a:pt x="14" y="81"/>
                      <a:pt x="22" y="98"/>
                      <a:pt x="35" y="110"/>
                    </a:cubicBezTo>
                    <a:cubicBezTo>
                      <a:pt x="37" y="111"/>
                      <a:pt x="38" y="113"/>
                      <a:pt x="38" y="115"/>
                    </a:cubicBezTo>
                    <a:cubicBezTo>
                      <a:pt x="38" y="115"/>
                      <a:pt x="38" y="115"/>
                      <a:pt x="38" y="115"/>
                    </a:cubicBezTo>
                    <a:cubicBezTo>
                      <a:pt x="38" y="121"/>
                      <a:pt x="31" y="124"/>
                      <a:pt x="26" y="121"/>
                    </a:cubicBezTo>
                    <a:cubicBezTo>
                      <a:pt x="10" y="106"/>
                      <a:pt x="0" y="85"/>
                      <a:pt x="0" y="62"/>
                    </a:cubicBezTo>
                    <a:cubicBezTo>
                      <a:pt x="0" y="39"/>
                      <a:pt x="10" y="18"/>
                      <a:pt x="26" y="4"/>
                    </a:cubicBezTo>
                    <a:cubicBezTo>
                      <a:pt x="31" y="0"/>
                      <a:pt x="38" y="3"/>
                      <a:pt x="38" y="9"/>
                    </a:cubicBezTo>
                    <a:close/>
                  </a:path>
                </a:pathLst>
              </a:custGeom>
              <a:solidFill>
                <a:srgbClr val="968C6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46" name="Google Shape;746;p83"/>
              <p:cNvSpPr/>
              <p:nvPr/>
            </p:nvSpPr>
            <p:spPr>
              <a:xfrm>
                <a:off x="9543910" y="498760"/>
                <a:ext cx="116992" cy="380687"/>
              </a:xfrm>
              <a:custGeom>
                <a:avLst/>
                <a:gdLst/>
                <a:ahLst/>
                <a:cxnLst/>
                <a:rect l="l" t="t" r="r" b="b"/>
                <a:pathLst>
                  <a:path w="57" h="187" extrusionOk="0">
                    <a:moveTo>
                      <a:pt x="57" y="13"/>
                    </a:moveTo>
                    <a:cubicBezTo>
                      <a:pt x="57" y="14"/>
                      <a:pt x="57" y="14"/>
                      <a:pt x="57" y="14"/>
                    </a:cubicBezTo>
                    <a:cubicBezTo>
                      <a:pt x="57" y="17"/>
                      <a:pt x="55" y="19"/>
                      <a:pt x="53" y="21"/>
                    </a:cubicBezTo>
                    <a:cubicBezTo>
                      <a:pt x="34" y="39"/>
                      <a:pt x="21" y="65"/>
                      <a:pt x="21" y="93"/>
                    </a:cubicBezTo>
                    <a:cubicBezTo>
                      <a:pt x="21" y="122"/>
                      <a:pt x="34" y="147"/>
                      <a:pt x="53" y="165"/>
                    </a:cubicBezTo>
                    <a:cubicBezTo>
                      <a:pt x="55" y="167"/>
                      <a:pt x="57" y="170"/>
                      <a:pt x="57" y="173"/>
                    </a:cubicBezTo>
                    <a:cubicBezTo>
                      <a:pt x="57" y="173"/>
                      <a:pt x="57" y="173"/>
                      <a:pt x="57" y="173"/>
                    </a:cubicBezTo>
                    <a:cubicBezTo>
                      <a:pt x="57" y="182"/>
                      <a:pt x="46" y="187"/>
                      <a:pt x="40" y="181"/>
                    </a:cubicBezTo>
                    <a:cubicBezTo>
                      <a:pt x="15" y="159"/>
                      <a:pt x="0" y="128"/>
                      <a:pt x="0" y="93"/>
                    </a:cubicBezTo>
                    <a:cubicBezTo>
                      <a:pt x="0" y="58"/>
                      <a:pt x="15" y="27"/>
                      <a:pt x="40" y="6"/>
                    </a:cubicBezTo>
                    <a:cubicBezTo>
                      <a:pt x="46" y="0"/>
                      <a:pt x="57" y="5"/>
                      <a:pt x="57" y="13"/>
                    </a:cubicBezTo>
                    <a:close/>
                  </a:path>
                </a:pathLst>
              </a:custGeom>
              <a:solidFill>
                <a:srgbClr val="968C6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
          <p:nvSpPr>
            <p:cNvPr id="747" name="Google Shape;747;p83"/>
            <p:cNvSpPr/>
            <p:nvPr/>
          </p:nvSpPr>
          <p:spPr>
            <a:xfrm>
              <a:off x="9022090" y="5529391"/>
              <a:ext cx="735374" cy="607242"/>
            </a:xfrm>
            <a:custGeom>
              <a:avLst/>
              <a:gdLst/>
              <a:ahLst/>
              <a:cxnLst/>
              <a:rect l="l" t="t" r="r" b="b"/>
              <a:pathLst>
                <a:path w="359" h="298" extrusionOk="0">
                  <a:moveTo>
                    <a:pt x="51" y="0"/>
                  </a:moveTo>
                  <a:cubicBezTo>
                    <a:pt x="307" y="0"/>
                    <a:pt x="307" y="0"/>
                    <a:pt x="307" y="0"/>
                  </a:cubicBezTo>
                  <a:cubicBezTo>
                    <a:pt x="336" y="0"/>
                    <a:pt x="359" y="23"/>
                    <a:pt x="359" y="52"/>
                  </a:cubicBezTo>
                  <a:cubicBezTo>
                    <a:pt x="359" y="196"/>
                    <a:pt x="359" y="196"/>
                    <a:pt x="359" y="196"/>
                  </a:cubicBezTo>
                  <a:cubicBezTo>
                    <a:pt x="359" y="225"/>
                    <a:pt x="336" y="248"/>
                    <a:pt x="307" y="248"/>
                  </a:cubicBezTo>
                  <a:cubicBezTo>
                    <a:pt x="303" y="248"/>
                    <a:pt x="303" y="248"/>
                    <a:pt x="303" y="248"/>
                  </a:cubicBezTo>
                  <a:cubicBezTo>
                    <a:pt x="309" y="265"/>
                    <a:pt x="319" y="284"/>
                    <a:pt x="340" y="298"/>
                  </a:cubicBezTo>
                  <a:cubicBezTo>
                    <a:pt x="340" y="298"/>
                    <a:pt x="272" y="291"/>
                    <a:pt x="241" y="248"/>
                  </a:cubicBezTo>
                  <a:cubicBezTo>
                    <a:pt x="51" y="248"/>
                    <a:pt x="51" y="248"/>
                    <a:pt x="51" y="248"/>
                  </a:cubicBezTo>
                  <a:cubicBezTo>
                    <a:pt x="23" y="248"/>
                    <a:pt x="0" y="225"/>
                    <a:pt x="0" y="196"/>
                  </a:cubicBezTo>
                  <a:cubicBezTo>
                    <a:pt x="0" y="52"/>
                    <a:pt x="0" y="52"/>
                    <a:pt x="0" y="52"/>
                  </a:cubicBezTo>
                  <a:cubicBezTo>
                    <a:pt x="0" y="23"/>
                    <a:pt x="23" y="0"/>
                    <a:pt x="51"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48" name="Google Shape;748;p83"/>
            <p:cNvSpPr/>
            <p:nvPr/>
          </p:nvSpPr>
          <p:spPr>
            <a:xfrm>
              <a:off x="9456630" y="5887793"/>
              <a:ext cx="68710" cy="6871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49" name="Google Shape;749;p83"/>
            <p:cNvSpPr/>
            <p:nvPr/>
          </p:nvSpPr>
          <p:spPr>
            <a:xfrm>
              <a:off x="9332211" y="5887793"/>
              <a:ext cx="70566" cy="6871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50" name="Google Shape;750;p83"/>
            <p:cNvSpPr/>
            <p:nvPr/>
          </p:nvSpPr>
          <p:spPr>
            <a:xfrm>
              <a:off x="9211505" y="5887793"/>
              <a:ext cx="70566" cy="6871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51" name="Google Shape;751;p83"/>
            <p:cNvSpPr/>
            <p:nvPr/>
          </p:nvSpPr>
          <p:spPr>
            <a:xfrm>
              <a:off x="9764893" y="5048426"/>
              <a:ext cx="987927" cy="815226"/>
            </a:xfrm>
            <a:custGeom>
              <a:avLst/>
              <a:gdLst/>
              <a:ahLst/>
              <a:cxnLst/>
              <a:rect l="l" t="t" r="r" b="b"/>
              <a:pathLst>
                <a:path w="482" h="400" extrusionOk="0">
                  <a:moveTo>
                    <a:pt x="413" y="0"/>
                  </a:moveTo>
                  <a:cubicBezTo>
                    <a:pt x="69" y="0"/>
                    <a:pt x="69" y="0"/>
                    <a:pt x="69" y="0"/>
                  </a:cubicBezTo>
                  <a:cubicBezTo>
                    <a:pt x="31" y="0"/>
                    <a:pt x="0" y="31"/>
                    <a:pt x="0" y="69"/>
                  </a:cubicBezTo>
                  <a:cubicBezTo>
                    <a:pt x="0" y="263"/>
                    <a:pt x="0" y="263"/>
                    <a:pt x="0" y="263"/>
                  </a:cubicBezTo>
                  <a:cubicBezTo>
                    <a:pt x="0" y="301"/>
                    <a:pt x="31" y="332"/>
                    <a:pt x="69" y="332"/>
                  </a:cubicBezTo>
                  <a:cubicBezTo>
                    <a:pt x="74" y="332"/>
                    <a:pt x="74" y="332"/>
                    <a:pt x="74" y="332"/>
                  </a:cubicBezTo>
                  <a:cubicBezTo>
                    <a:pt x="67" y="355"/>
                    <a:pt x="53" y="381"/>
                    <a:pt x="25" y="400"/>
                  </a:cubicBezTo>
                  <a:cubicBezTo>
                    <a:pt x="25" y="400"/>
                    <a:pt x="117" y="391"/>
                    <a:pt x="158" y="332"/>
                  </a:cubicBezTo>
                  <a:cubicBezTo>
                    <a:pt x="413" y="332"/>
                    <a:pt x="413" y="332"/>
                    <a:pt x="413" y="332"/>
                  </a:cubicBezTo>
                  <a:cubicBezTo>
                    <a:pt x="451" y="332"/>
                    <a:pt x="482" y="301"/>
                    <a:pt x="482" y="263"/>
                  </a:cubicBezTo>
                  <a:cubicBezTo>
                    <a:pt x="482" y="69"/>
                    <a:pt x="482" y="69"/>
                    <a:pt x="482" y="69"/>
                  </a:cubicBezTo>
                  <a:cubicBezTo>
                    <a:pt x="482" y="31"/>
                    <a:pt x="451" y="0"/>
                    <a:pt x="413"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52" name="Google Shape;752;p83"/>
            <p:cNvSpPr/>
            <p:nvPr/>
          </p:nvSpPr>
          <p:spPr>
            <a:xfrm>
              <a:off x="10373991" y="5546103"/>
              <a:ext cx="87280" cy="872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53" name="Google Shape;753;p83"/>
            <p:cNvSpPr/>
            <p:nvPr/>
          </p:nvSpPr>
          <p:spPr>
            <a:xfrm>
              <a:off x="10218002" y="5546103"/>
              <a:ext cx="87280" cy="872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54" name="Google Shape;754;p83"/>
            <p:cNvSpPr/>
            <p:nvPr/>
          </p:nvSpPr>
          <p:spPr>
            <a:xfrm>
              <a:off x="10062014" y="5546103"/>
              <a:ext cx="89136" cy="872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55" name="Google Shape;755;p83"/>
            <p:cNvSpPr/>
            <p:nvPr/>
          </p:nvSpPr>
          <p:spPr>
            <a:xfrm>
              <a:off x="9967307" y="5228556"/>
              <a:ext cx="291551" cy="278551"/>
            </a:xfrm>
            <a:custGeom>
              <a:avLst/>
              <a:gdLst/>
              <a:ahLst/>
              <a:cxnLst/>
              <a:rect l="l" t="t" r="r" b="b"/>
              <a:pathLst>
                <a:path w="142" h="137" extrusionOk="0">
                  <a:moveTo>
                    <a:pt x="142" y="55"/>
                  </a:moveTo>
                  <a:cubicBezTo>
                    <a:pt x="142" y="64"/>
                    <a:pt x="140" y="72"/>
                    <a:pt x="136" y="79"/>
                  </a:cubicBezTo>
                  <a:cubicBezTo>
                    <a:pt x="132" y="86"/>
                    <a:pt x="124" y="93"/>
                    <a:pt x="113" y="101"/>
                  </a:cubicBezTo>
                  <a:cubicBezTo>
                    <a:pt x="103" y="108"/>
                    <a:pt x="103" y="108"/>
                    <a:pt x="103" y="108"/>
                  </a:cubicBezTo>
                  <a:cubicBezTo>
                    <a:pt x="97" y="113"/>
                    <a:pt x="92" y="117"/>
                    <a:pt x="89" y="122"/>
                  </a:cubicBezTo>
                  <a:cubicBezTo>
                    <a:pt x="86" y="126"/>
                    <a:pt x="85" y="131"/>
                    <a:pt x="84" y="137"/>
                  </a:cubicBezTo>
                  <a:cubicBezTo>
                    <a:pt x="48" y="137"/>
                    <a:pt x="48" y="137"/>
                    <a:pt x="48" y="137"/>
                  </a:cubicBezTo>
                  <a:cubicBezTo>
                    <a:pt x="48" y="127"/>
                    <a:pt x="51" y="119"/>
                    <a:pt x="56" y="112"/>
                  </a:cubicBezTo>
                  <a:cubicBezTo>
                    <a:pt x="60" y="105"/>
                    <a:pt x="67" y="98"/>
                    <a:pt x="76" y="91"/>
                  </a:cubicBezTo>
                  <a:cubicBezTo>
                    <a:pt x="86" y="85"/>
                    <a:pt x="93" y="79"/>
                    <a:pt x="97" y="74"/>
                  </a:cubicBezTo>
                  <a:cubicBezTo>
                    <a:pt x="101" y="68"/>
                    <a:pt x="103" y="63"/>
                    <a:pt x="103" y="57"/>
                  </a:cubicBezTo>
                  <a:cubicBezTo>
                    <a:pt x="103" y="49"/>
                    <a:pt x="100" y="42"/>
                    <a:pt x="95" y="38"/>
                  </a:cubicBezTo>
                  <a:cubicBezTo>
                    <a:pt x="90" y="33"/>
                    <a:pt x="82" y="31"/>
                    <a:pt x="73" y="31"/>
                  </a:cubicBezTo>
                  <a:cubicBezTo>
                    <a:pt x="64" y="31"/>
                    <a:pt x="56" y="33"/>
                    <a:pt x="50" y="39"/>
                  </a:cubicBezTo>
                  <a:cubicBezTo>
                    <a:pt x="43" y="44"/>
                    <a:pt x="40" y="51"/>
                    <a:pt x="39" y="60"/>
                  </a:cubicBezTo>
                  <a:cubicBezTo>
                    <a:pt x="0" y="58"/>
                    <a:pt x="0" y="58"/>
                    <a:pt x="0" y="58"/>
                  </a:cubicBezTo>
                  <a:cubicBezTo>
                    <a:pt x="2" y="40"/>
                    <a:pt x="10" y="25"/>
                    <a:pt x="23" y="15"/>
                  </a:cubicBezTo>
                  <a:cubicBezTo>
                    <a:pt x="35" y="5"/>
                    <a:pt x="52" y="0"/>
                    <a:pt x="72" y="0"/>
                  </a:cubicBezTo>
                  <a:cubicBezTo>
                    <a:pt x="94" y="0"/>
                    <a:pt x="111" y="5"/>
                    <a:pt x="123" y="14"/>
                  </a:cubicBezTo>
                  <a:cubicBezTo>
                    <a:pt x="135" y="24"/>
                    <a:pt x="142" y="38"/>
                    <a:pt x="142" y="55"/>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56" name="Google Shape;756;p83"/>
            <p:cNvSpPr/>
            <p:nvPr/>
          </p:nvSpPr>
          <p:spPr>
            <a:xfrm>
              <a:off x="10494697" y="4067926"/>
              <a:ext cx="163417" cy="399257"/>
            </a:xfrm>
            <a:custGeom>
              <a:avLst/>
              <a:gdLst/>
              <a:ahLst/>
              <a:cxnLst/>
              <a:rect l="l" t="t" r="r" b="b"/>
              <a:pathLst>
                <a:path w="88" h="215" extrusionOk="0">
                  <a:moveTo>
                    <a:pt x="88" y="215"/>
                  </a:moveTo>
                  <a:lnTo>
                    <a:pt x="0" y="215"/>
                  </a:lnTo>
                  <a:lnTo>
                    <a:pt x="20" y="0"/>
                  </a:lnTo>
                  <a:lnTo>
                    <a:pt x="69" y="0"/>
                  </a:lnTo>
                  <a:lnTo>
                    <a:pt x="88" y="215"/>
                  </a:lnTo>
                  <a:close/>
                </a:path>
              </a:pathLst>
            </a:custGeom>
            <a:solidFill>
              <a:srgbClr val="968C6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57" name="Google Shape;757;p83"/>
            <p:cNvSpPr/>
            <p:nvPr/>
          </p:nvSpPr>
          <p:spPr>
            <a:xfrm>
              <a:off x="9987734" y="3469970"/>
              <a:ext cx="1179200" cy="837510"/>
            </a:xfrm>
            <a:custGeom>
              <a:avLst/>
              <a:gdLst/>
              <a:ahLst/>
              <a:cxnLst/>
              <a:rect l="l" t="t" r="r" b="b"/>
              <a:pathLst>
                <a:path w="575" h="411" extrusionOk="0">
                  <a:moveTo>
                    <a:pt x="536" y="411"/>
                  </a:moveTo>
                  <a:cubicBezTo>
                    <a:pt x="38" y="411"/>
                    <a:pt x="38" y="411"/>
                    <a:pt x="38" y="411"/>
                  </a:cubicBezTo>
                  <a:cubicBezTo>
                    <a:pt x="17" y="411"/>
                    <a:pt x="0" y="394"/>
                    <a:pt x="0" y="372"/>
                  </a:cubicBezTo>
                  <a:cubicBezTo>
                    <a:pt x="0" y="39"/>
                    <a:pt x="0" y="39"/>
                    <a:pt x="0" y="39"/>
                  </a:cubicBezTo>
                  <a:cubicBezTo>
                    <a:pt x="0" y="17"/>
                    <a:pt x="17" y="0"/>
                    <a:pt x="38" y="0"/>
                  </a:cubicBezTo>
                  <a:cubicBezTo>
                    <a:pt x="536" y="0"/>
                    <a:pt x="536" y="0"/>
                    <a:pt x="536" y="0"/>
                  </a:cubicBezTo>
                  <a:cubicBezTo>
                    <a:pt x="557" y="0"/>
                    <a:pt x="575" y="17"/>
                    <a:pt x="575" y="39"/>
                  </a:cubicBezTo>
                  <a:cubicBezTo>
                    <a:pt x="575" y="372"/>
                    <a:pt x="575" y="372"/>
                    <a:pt x="575" y="372"/>
                  </a:cubicBezTo>
                  <a:cubicBezTo>
                    <a:pt x="575" y="394"/>
                    <a:pt x="557" y="411"/>
                    <a:pt x="536" y="411"/>
                  </a:cubicBezTo>
                  <a:close/>
                </a:path>
              </a:pathLst>
            </a:custGeom>
            <a:solidFill>
              <a:srgbClr val="968C6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58" name="Google Shape;758;p83"/>
            <p:cNvSpPr/>
            <p:nvPr/>
          </p:nvSpPr>
          <p:spPr>
            <a:xfrm>
              <a:off x="10076870" y="3570249"/>
              <a:ext cx="999069" cy="607242"/>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59" name="Google Shape;759;p83"/>
            <p:cNvSpPr/>
            <p:nvPr/>
          </p:nvSpPr>
          <p:spPr>
            <a:xfrm>
              <a:off x="10893953" y="4214631"/>
              <a:ext cx="33426" cy="33426"/>
            </a:xfrm>
            <a:prstGeom prst="ellipse">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60" name="Google Shape;760;p83"/>
            <p:cNvSpPr/>
            <p:nvPr/>
          </p:nvSpPr>
          <p:spPr>
            <a:xfrm>
              <a:off x="10940378" y="4214631"/>
              <a:ext cx="33426" cy="33426"/>
            </a:xfrm>
            <a:prstGeom prst="ellipse">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61" name="Google Shape;761;p83"/>
            <p:cNvSpPr/>
            <p:nvPr/>
          </p:nvSpPr>
          <p:spPr>
            <a:xfrm>
              <a:off x="10990517" y="4214631"/>
              <a:ext cx="31570" cy="33426"/>
            </a:xfrm>
            <a:prstGeom prst="ellipse">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62" name="Google Shape;762;p83"/>
            <p:cNvSpPr/>
            <p:nvPr/>
          </p:nvSpPr>
          <p:spPr>
            <a:xfrm>
              <a:off x="10398133" y="4405902"/>
              <a:ext cx="356545" cy="85422"/>
            </a:xfrm>
            <a:custGeom>
              <a:avLst/>
              <a:gdLst/>
              <a:ahLst/>
              <a:cxnLst/>
              <a:rect l="l" t="t" r="r" b="b"/>
              <a:pathLst>
                <a:path w="174" h="42" extrusionOk="0">
                  <a:moveTo>
                    <a:pt x="160" y="42"/>
                  </a:moveTo>
                  <a:cubicBezTo>
                    <a:pt x="14" y="42"/>
                    <a:pt x="14" y="42"/>
                    <a:pt x="14" y="42"/>
                  </a:cubicBezTo>
                  <a:cubicBezTo>
                    <a:pt x="6" y="42"/>
                    <a:pt x="0" y="36"/>
                    <a:pt x="0" y="28"/>
                  </a:cubicBezTo>
                  <a:cubicBezTo>
                    <a:pt x="0" y="14"/>
                    <a:pt x="0" y="14"/>
                    <a:pt x="0" y="14"/>
                  </a:cubicBezTo>
                  <a:cubicBezTo>
                    <a:pt x="0" y="6"/>
                    <a:pt x="6" y="0"/>
                    <a:pt x="14" y="0"/>
                  </a:cubicBezTo>
                  <a:cubicBezTo>
                    <a:pt x="160" y="0"/>
                    <a:pt x="160" y="0"/>
                    <a:pt x="160" y="0"/>
                  </a:cubicBezTo>
                  <a:cubicBezTo>
                    <a:pt x="168" y="0"/>
                    <a:pt x="174" y="6"/>
                    <a:pt x="174" y="14"/>
                  </a:cubicBezTo>
                  <a:cubicBezTo>
                    <a:pt x="174" y="28"/>
                    <a:pt x="174" y="28"/>
                    <a:pt x="174" y="28"/>
                  </a:cubicBezTo>
                  <a:cubicBezTo>
                    <a:pt x="174" y="36"/>
                    <a:pt x="168" y="42"/>
                    <a:pt x="160" y="42"/>
                  </a:cubicBezTo>
                  <a:close/>
                </a:path>
              </a:pathLst>
            </a:custGeom>
            <a:solidFill>
              <a:srgbClr val="968C6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nvGrpSpPr>
            <p:cNvPr id="763" name="Google Shape;763;p83"/>
            <p:cNvGrpSpPr/>
            <p:nvPr/>
          </p:nvGrpSpPr>
          <p:grpSpPr>
            <a:xfrm>
              <a:off x="10223574" y="3703953"/>
              <a:ext cx="703806" cy="469823"/>
              <a:chOff x="10223574" y="3581123"/>
              <a:chExt cx="703806" cy="469823"/>
            </a:xfrm>
          </p:grpSpPr>
          <p:sp>
            <p:nvSpPr>
              <p:cNvPr id="764" name="Google Shape;764;p83"/>
              <p:cNvSpPr/>
              <p:nvPr/>
            </p:nvSpPr>
            <p:spPr>
              <a:xfrm>
                <a:off x="10223574" y="3581123"/>
                <a:ext cx="703806" cy="469823"/>
              </a:xfrm>
              <a:prstGeom prst="rect">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65" name="Google Shape;765;p83"/>
              <p:cNvSpPr/>
              <p:nvPr/>
            </p:nvSpPr>
            <p:spPr>
              <a:xfrm>
                <a:off x="10295997" y="3621977"/>
                <a:ext cx="453110" cy="33426"/>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66" name="Google Shape;766;p83"/>
              <p:cNvSpPr/>
              <p:nvPr/>
            </p:nvSpPr>
            <p:spPr>
              <a:xfrm>
                <a:off x="10438987" y="3675831"/>
                <a:ext cx="371401" cy="27856"/>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67" name="Google Shape;767;p83"/>
              <p:cNvSpPr/>
              <p:nvPr/>
            </p:nvSpPr>
            <p:spPr>
              <a:xfrm>
                <a:off x="10275570" y="3733398"/>
                <a:ext cx="209842" cy="96564"/>
              </a:xfrm>
              <a:prstGeom prst="rect">
                <a:avLst/>
              </a:prstGeom>
              <a:solidFill>
                <a:srgbClr val="F4C9C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68" name="Google Shape;768;p83"/>
              <p:cNvSpPr/>
              <p:nvPr/>
            </p:nvSpPr>
            <p:spPr>
              <a:xfrm>
                <a:off x="10275570" y="3850390"/>
                <a:ext cx="209842" cy="24142"/>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69" name="Google Shape;769;p83"/>
              <p:cNvSpPr/>
              <p:nvPr/>
            </p:nvSpPr>
            <p:spPr>
              <a:xfrm>
                <a:off x="10275570" y="3900528"/>
                <a:ext cx="209842" cy="25998"/>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70" name="Google Shape;770;p83"/>
              <p:cNvSpPr/>
              <p:nvPr/>
            </p:nvSpPr>
            <p:spPr>
              <a:xfrm>
                <a:off x="10275570" y="3954382"/>
                <a:ext cx="209842" cy="24142"/>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71" name="Google Shape;771;p83"/>
              <p:cNvSpPr/>
              <p:nvPr/>
            </p:nvSpPr>
            <p:spPr>
              <a:xfrm>
                <a:off x="10275570" y="4004521"/>
                <a:ext cx="209842" cy="25998"/>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72" name="Google Shape;772;p83"/>
              <p:cNvSpPr/>
              <p:nvPr/>
            </p:nvSpPr>
            <p:spPr>
              <a:xfrm>
                <a:off x="10665542" y="3935812"/>
                <a:ext cx="211699" cy="94708"/>
              </a:xfrm>
              <a:prstGeom prst="rect">
                <a:avLst/>
              </a:prstGeom>
              <a:solidFill>
                <a:srgbClr val="F4C9C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73" name="Google Shape;773;p83"/>
              <p:cNvSpPr/>
              <p:nvPr/>
            </p:nvSpPr>
            <p:spPr>
              <a:xfrm>
                <a:off x="10665542" y="3889386"/>
                <a:ext cx="211699" cy="25998"/>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74" name="Google Shape;774;p83"/>
              <p:cNvSpPr/>
              <p:nvPr/>
            </p:nvSpPr>
            <p:spPr>
              <a:xfrm>
                <a:off x="10665542" y="3837390"/>
                <a:ext cx="211699" cy="25998"/>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75" name="Google Shape;775;p83"/>
              <p:cNvSpPr/>
              <p:nvPr/>
            </p:nvSpPr>
            <p:spPr>
              <a:xfrm>
                <a:off x="10665542" y="3787251"/>
                <a:ext cx="211699" cy="24142"/>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76" name="Google Shape;776;p83"/>
              <p:cNvSpPr/>
              <p:nvPr/>
            </p:nvSpPr>
            <p:spPr>
              <a:xfrm>
                <a:off x="10665542" y="3733398"/>
                <a:ext cx="211699" cy="25998"/>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77" name="Google Shape;777;p83"/>
              <p:cNvSpPr/>
              <p:nvPr/>
            </p:nvSpPr>
            <p:spPr>
              <a:xfrm>
                <a:off x="10520695" y="3935812"/>
                <a:ext cx="116992" cy="94708"/>
              </a:xfrm>
              <a:prstGeom prst="rect">
                <a:avLst/>
              </a:prstGeom>
              <a:solidFill>
                <a:srgbClr val="F4C9C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78" name="Google Shape;778;p83"/>
              <p:cNvSpPr/>
              <p:nvPr/>
            </p:nvSpPr>
            <p:spPr>
              <a:xfrm>
                <a:off x="10520695" y="3889386"/>
                <a:ext cx="116992" cy="25998"/>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79" name="Google Shape;779;p83"/>
              <p:cNvSpPr/>
              <p:nvPr/>
            </p:nvSpPr>
            <p:spPr>
              <a:xfrm>
                <a:off x="10520695" y="3837390"/>
                <a:ext cx="116992" cy="25998"/>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80" name="Google Shape;780;p83"/>
              <p:cNvSpPr/>
              <p:nvPr/>
            </p:nvSpPr>
            <p:spPr>
              <a:xfrm>
                <a:off x="10520695" y="3787251"/>
                <a:ext cx="116992" cy="24142"/>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81" name="Google Shape;781;p83"/>
              <p:cNvSpPr/>
              <p:nvPr/>
            </p:nvSpPr>
            <p:spPr>
              <a:xfrm>
                <a:off x="10520695" y="3733398"/>
                <a:ext cx="116992" cy="25998"/>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
          <p:nvSpPr>
            <p:cNvPr id="782" name="Google Shape;782;p83"/>
            <p:cNvSpPr/>
            <p:nvPr/>
          </p:nvSpPr>
          <p:spPr>
            <a:xfrm>
              <a:off x="9077801" y="3499682"/>
              <a:ext cx="250696" cy="83566"/>
            </a:xfrm>
            <a:custGeom>
              <a:avLst/>
              <a:gdLst/>
              <a:ahLst/>
              <a:cxnLst/>
              <a:rect l="l" t="t" r="r" b="b"/>
              <a:pathLst>
                <a:path w="123" h="41" extrusionOk="0">
                  <a:moveTo>
                    <a:pt x="105" y="0"/>
                  </a:moveTo>
                  <a:cubicBezTo>
                    <a:pt x="105" y="0"/>
                    <a:pt x="105" y="0"/>
                    <a:pt x="105" y="0"/>
                  </a:cubicBezTo>
                  <a:cubicBezTo>
                    <a:pt x="105" y="1"/>
                    <a:pt x="105" y="2"/>
                    <a:pt x="106" y="3"/>
                  </a:cubicBezTo>
                  <a:cubicBezTo>
                    <a:pt x="123" y="41"/>
                    <a:pt x="123" y="41"/>
                    <a:pt x="123" y="41"/>
                  </a:cubicBezTo>
                  <a:cubicBezTo>
                    <a:pt x="0" y="41"/>
                    <a:pt x="0" y="41"/>
                    <a:pt x="0" y="41"/>
                  </a:cubicBezTo>
                  <a:cubicBezTo>
                    <a:pt x="123" y="41"/>
                    <a:pt x="123" y="41"/>
                    <a:pt x="123" y="41"/>
                  </a:cubicBezTo>
                  <a:cubicBezTo>
                    <a:pt x="123" y="41"/>
                    <a:pt x="123" y="41"/>
                    <a:pt x="123" y="41"/>
                  </a:cubicBezTo>
                  <a:cubicBezTo>
                    <a:pt x="123" y="41"/>
                    <a:pt x="123" y="41"/>
                    <a:pt x="123" y="41"/>
                  </a:cubicBezTo>
                  <a:cubicBezTo>
                    <a:pt x="123" y="41"/>
                    <a:pt x="123" y="41"/>
                    <a:pt x="123" y="41"/>
                  </a:cubicBezTo>
                  <a:cubicBezTo>
                    <a:pt x="106" y="3"/>
                    <a:pt x="106" y="3"/>
                    <a:pt x="106" y="3"/>
                  </a:cubicBezTo>
                  <a:cubicBezTo>
                    <a:pt x="105" y="2"/>
                    <a:pt x="105" y="1"/>
                    <a:pt x="105" y="0"/>
                  </a:cubicBezTo>
                </a:path>
              </a:pathLst>
            </a:custGeom>
            <a:solidFill>
              <a:srgbClr val="D6D7D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nvGrpSpPr>
            <p:cNvPr id="783" name="Google Shape;783;p83"/>
            <p:cNvGrpSpPr/>
            <p:nvPr/>
          </p:nvGrpSpPr>
          <p:grpSpPr>
            <a:xfrm>
              <a:off x="8820968" y="2680743"/>
              <a:ext cx="1016357" cy="967501"/>
              <a:chOff x="9194308" y="2214563"/>
              <a:chExt cx="868853" cy="827088"/>
            </a:xfrm>
          </p:grpSpPr>
          <p:grpSp>
            <p:nvGrpSpPr>
              <p:cNvPr id="784" name="Google Shape;784;p83"/>
              <p:cNvGrpSpPr/>
              <p:nvPr/>
            </p:nvGrpSpPr>
            <p:grpSpPr>
              <a:xfrm>
                <a:off x="9194308" y="2214563"/>
                <a:ext cx="868853" cy="827088"/>
                <a:chOff x="9194308" y="2214563"/>
                <a:chExt cx="868853" cy="827088"/>
              </a:xfrm>
            </p:grpSpPr>
            <p:sp>
              <p:nvSpPr>
                <p:cNvPr id="785" name="Google Shape;785;p83"/>
                <p:cNvSpPr/>
                <p:nvPr/>
              </p:nvSpPr>
              <p:spPr>
                <a:xfrm>
                  <a:off x="9319721" y="2644775"/>
                  <a:ext cx="288925" cy="341313"/>
                </a:xfrm>
                <a:custGeom>
                  <a:avLst/>
                  <a:gdLst/>
                  <a:ahLst/>
                  <a:cxnLst/>
                  <a:rect l="l" t="t" r="r" b="b"/>
                  <a:pathLst>
                    <a:path w="165" h="196" extrusionOk="0">
                      <a:moveTo>
                        <a:pt x="135" y="65"/>
                      </a:moveTo>
                      <a:cubicBezTo>
                        <a:pt x="131" y="27"/>
                        <a:pt x="131" y="27"/>
                        <a:pt x="131" y="27"/>
                      </a:cubicBezTo>
                      <a:cubicBezTo>
                        <a:pt x="130" y="0"/>
                        <a:pt x="130" y="0"/>
                        <a:pt x="130" y="0"/>
                      </a:cubicBezTo>
                      <a:cubicBezTo>
                        <a:pt x="0" y="0"/>
                        <a:pt x="0" y="0"/>
                        <a:pt x="0" y="0"/>
                      </a:cubicBezTo>
                      <a:cubicBezTo>
                        <a:pt x="12" y="18"/>
                        <a:pt x="12" y="18"/>
                        <a:pt x="12" y="18"/>
                      </a:cubicBezTo>
                      <a:cubicBezTo>
                        <a:pt x="36" y="59"/>
                        <a:pt x="51" y="105"/>
                        <a:pt x="53" y="152"/>
                      </a:cubicBezTo>
                      <a:cubicBezTo>
                        <a:pt x="53" y="153"/>
                        <a:pt x="53" y="153"/>
                        <a:pt x="53" y="153"/>
                      </a:cubicBezTo>
                      <a:cubicBezTo>
                        <a:pt x="42" y="196"/>
                        <a:pt x="42" y="196"/>
                        <a:pt x="42" y="196"/>
                      </a:cubicBezTo>
                      <a:cubicBezTo>
                        <a:pt x="165" y="196"/>
                        <a:pt x="165" y="196"/>
                        <a:pt x="165" y="196"/>
                      </a:cubicBezTo>
                      <a:cubicBezTo>
                        <a:pt x="148" y="158"/>
                        <a:pt x="148" y="158"/>
                        <a:pt x="148" y="158"/>
                      </a:cubicBezTo>
                      <a:cubicBezTo>
                        <a:pt x="141" y="127"/>
                        <a:pt x="137" y="96"/>
                        <a:pt x="135" y="65"/>
                      </a:cubicBezTo>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86" name="Google Shape;786;p83"/>
                <p:cNvSpPr/>
                <p:nvPr/>
              </p:nvSpPr>
              <p:spPr>
                <a:xfrm>
                  <a:off x="9875836" y="2390775"/>
                  <a:ext cx="187325" cy="246063"/>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87" name="Google Shape;787;p83"/>
                <p:cNvSpPr/>
                <p:nvPr/>
              </p:nvSpPr>
              <p:spPr>
                <a:xfrm>
                  <a:off x="9194308" y="2338388"/>
                  <a:ext cx="355600" cy="354013"/>
                </a:xfrm>
                <a:custGeom>
                  <a:avLst/>
                  <a:gdLst/>
                  <a:ahLst/>
                  <a:cxnLst/>
                  <a:rect l="l" t="t" r="r" b="b"/>
                  <a:pathLst>
                    <a:path w="203" h="203" extrusionOk="0">
                      <a:moveTo>
                        <a:pt x="203" y="203"/>
                      </a:moveTo>
                      <a:cubicBezTo>
                        <a:pt x="100" y="203"/>
                        <a:pt x="100" y="203"/>
                        <a:pt x="100" y="203"/>
                      </a:cubicBezTo>
                      <a:cubicBezTo>
                        <a:pt x="45" y="203"/>
                        <a:pt x="0" y="158"/>
                        <a:pt x="0" y="102"/>
                      </a:cubicBezTo>
                      <a:cubicBezTo>
                        <a:pt x="0" y="100"/>
                        <a:pt x="0" y="100"/>
                        <a:pt x="0" y="100"/>
                      </a:cubicBezTo>
                      <a:cubicBezTo>
                        <a:pt x="0" y="45"/>
                        <a:pt x="45" y="0"/>
                        <a:pt x="100" y="0"/>
                      </a:cubicBezTo>
                      <a:cubicBezTo>
                        <a:pt x="203" y="0"/>
                        <a:pt x="203" y="0"/>
                        <a:pt x="203" y="0"/>
                      </a:cubicBezTo>
                      <a:lnTo>
                        <a:pt x="203" y="203"/>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88" name="Google Shape;788;p83"/>
                <p:cNvSpPr/>
                <p:nvPr/>
              </p:nvSpPr>
              <p:spPr>
                <a:xfrm>
                  <a:off x="9569450" y="2214563"/>
                  <a:ext cx="355600" cy="600075"/>
                </a:xfrm>
                <a:custGeom>
                  <a:avLst/>
                  <a:gdLst/>
                  <a:ahLst/>
                  <a:cxnLst/>
                  <a:rect l="l" t="t" r="r" b="b"/>
                  <a:pathLst>
                    <a:path w="224" h="378" extrusionOk="0">
                      <a:moveTo>
                        <a:pt x="0" y="301"/>
                      </a:moveTo>
                      <a:lnTo>
                        <a:pt x="224" y="378"/>
                      </a:lnTo>
                      <a:lnTo>
                        <a:pt x="224" y="0"/>
                      </a:lnTo>
                      <a:lnTo>
                        <a:pt x="0" y="78"/>
                      </a:lnTo>
                      <a:lnTo>
                        <a:pt x="0" y="301"/>
                      </a:lnTo>
                      <a:close/>
                    </a:path>
                  </a:pathLst>
                </a:custGeom>
                <a:solidFill>
                  <a:schemeClr val="lt2"/>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89" name="Google Shape;789;p83"/>
                <p:cNvSpPr/>
                <p:nvPr/>
              </p:nvSpPr>
              <p:spPr>
                <a:xfrm>
                  <a:off x="9925047" y="2214563"/>
                  <a:ext cx="73025" cy="600075"/>
                </a:xfrm>
                <a:custGeom>
                  <a:avLst/>
                  <a:gdLst/>
                  <a:ahLst/>
                  <a:cxnLst/>
                  <a:rect l="l" t="t" r="r" b="b"/>
                  <a:pathLst>
                    <a:path w="42" h="345" extrusionOk="0">
                      <a:moveTo>
                        <a:pt x="1" y="345"/>
                      </a:moveTo>
                      <a:cubicBezTo>
                        <a:pt x="0" y="345"/>
                        <a:pt x="0" y="345"/>
                        <a:pt x="0" y="345"/>
                      </a:cubicBezTo>
                      <a:cubicBezTo>
                        <a:pt x="0" y="0"/>
                        <a:pt x="0" y="0"/>
                        <a:pt x="0" y="0"/>
                      </a:cubicBezTo>
                      <a:cubicBezTo>
                        <a:pt x="1" y="0"/>
                        <a:pt x="1" y="0"/>
                        <a:pt x="1" y="0"/>
                      </a:cubicBezTo>
                      <a:cubicBezTo>
                        <a:pt x="24" y="0"/>
                        <a:pt x="42" y="19"/>
                        <a:pt x="42" y="42"/>
                      </a:cubicBezTo>
                      <a:cubicBezTo>
                        <a:pt x="42" y="303"/>
                        <a:pt x="42" y="303"/>
                        <a:pt x="42" y="303"/>
                      </a:cubicBezTo>
                      <a:cubicBezTo>
                        <a:pt x="42" y="326"/>
                        <a:pt x="24" y="345"/>
                        <a:pt x="1" y="345"/>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90" name="Google Shape;790;p83"/>
                <p:cNvSpPr/>
                <p:nvPr/>
              </p:nvSpPr>
              <p:spPr>
                <a:xfrm>
                  <a:off x="9394333" y="2986088"/>
                  <a:ext cx="214313" cy="55563"/>
                </a:xfrm>
                <a:custGeom>
                  <a:avLst/>
                  <a:gdLst/>
                  <a:ahLst/>
                  <a:cxnLst/>
                  <a:rect l="l" t="t" r="r" b="b"/>
                  <a:pathLst>
                    <a:path w="123" h="32" extrusionOk="0">
                      <a:moveTo>
                        <a:pt x="123" y="0"/>
                      </a:moveTo>
                      <a:cubicBezTo>
                        <a:pt x="0" y="0"/>
                        <a:pt x="0" y="0"/>
                        <a:pt x="0" y="0"/>
                      </a:cubicBezTo>
                      <a:cubicBezTo>
                        <a:pt x="0" y="0"/>
                        <a:pt x="0" y="0"/>
                        <a:pt x="0" y="0"/>
                      </a:cubicBezTo>
                      <a:cubicBezTo>
                        <a:pt x="0" y="18"/>
                        <a:pt x="26" y="32"/>
                        <a:pt x="44" y="32"/>
                      </a:cubicBezTo>
                      <a:cubicBezTo>
                        <a:pt x="82" y="32"/>
                        <a:pt x="82" y="32"/>
                        <a:pt x="82" y="32"/>
                      </a:cubicBezTo>
                      <a:cubicBezTo>
                        <a:pt x="99" y="32"/>
                        <a:pt x="123" y="18"/>
                        <a:pt x="123" y="0"/>
                      </a:cubicBezTo>
                      <a:cubicBezTo>
                        <a:pt x="123" y="0"/>
                        <a:pt x="123" y="0"/>
                        <a:pt x="123" y="0"/>
                      </a:cubicBezTo>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
            <p:nvSpPr>
              <p:cNvPr id="791" name="Google Shape;791;p83"/>
              <p:cNvSpPr/>
              <p:nvPr/>
            </p:nvSpPr>
            <p:spPr>
              <a:xfrm>
                <a:off x="9396776" y="2914650"/>
                <a:ext cx="214313" cy="71438"/>
              </a:xfrm>
              <a:custGeom>
                <a:avLst/>
                <a:gdLst/>
                <a:ahLst/>
                <a:cxnLst/>
                <a:rect l="l" t="t" r="r" b="b"/>
                <a:pathLst>
                  <a:path w="123" h="41" extrusionOk="0">
                    <a:moveTo>
                      <a:pt x="105" y="0"/>
                    </a:moveTo>
                    <a:cubicBezTo>
                      <a:pt x="10" y="0"/>
                      <a:pt x="10" y="0"/>
                      <a:pt x="10" y="0"/>
                    </a:cubicBezTo>
                    <a:cubicBezTo>
                      <a:pt x="0" y="41"/>
                      <a:pt x="0" y="41"/>
                      <a:pt x="0" y="41"/>
                    </a:cubicBezTo>
                    <a:cubicBezTo>
                      <a:pt x="0" y="41"/>
                      <a:pt x="0" y="41"/>
                      <a:pt x="0" y="41"/>
                    </a:cubicBezTo>
                    <a:cubicBezTo>
                      <a:pt x="123" y="41"/>
                      <a:pt x="123" y="41"/>
                      <a:pt x="123" y="41"/>
                    </a:cubicBezTo>
                    <a:cubicBezTo>
                      <a:pt x="106" y="3"/>
                      <a:pt x="106" y="3"/>
                      <a:pt x="106" y="3"/>
                    </a:cubicBezTo>
                    <a:cubicBezTo>
                      <a:pt x="105" y="2"/>
                      <a:pt x="105" y="1"/>
                      <a:pt x="105" y="0"/>
                    </a:cubicBezTo>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
          <p:nvSpPr>
            <p:cNvPr id="792" name="Google Shape;792;p83"/>
            <p:cNvSpPr/>
            <p:nvPr/>
          </p:nvSpPr>
          <p:spPr>
            <a:xfrm>
              <a:off x="10320138" y="2558181"/>
              <a:ext cx="473537" cy="744660"/>
            </a:xfrm>
            <a:custGeom>
              <a:avLst/>
              <a:gdLst/>
              <a:ahLst/>
              <a:cxnLst/>
              <a:rect l="l" t="t" r="r" b="b"/>
              <a:pathLst>
                <a:path w="231" h="365" extrusionOk="0">
                  <a:moveTo>
                    <a:pt x="209" y="365"/>
                  </a:moveTo>
                  <a:cubicBezTo>
                    <a:pt x="23" y="365"/>
                    <a:pt x="23" y="365"/>
                    <a:pt x="23" y="365"/>
                  </a:cubicBezTo>
                  <a:cubicBezTo>
                    <a:pt x="10" y="365"/>
                    <a:pt x="0" y="355"/>
                    <a:pt x="0" y="343"/>
                  </a:cubicBezTo>
                  <a:cubicBezTo>
                    <a:pt x="0" y="23"/>
                    <a:pt x="0" y="23"/>
                    <a:pt x="0" y="23"/>
                  </a:cubicBezTo>
                  <a:cubicBezTo>
                    <a:pt x="0" y="10"/>
                    <a:pt x="10" y="0"/>
                    <a:pt x="23" y="0"/>
                  </a:cubicBezTo>
                  <a:cubicBezTo>
                    <a:pt x="209" y="0"/>
                    <a:pt x="209" y="0"/>
                    <a:pt x="209" y="0"/>
                  </a:cubicBezTo>
                  <a:cubicBezTo>
                    <a:pt x="221" y="0"/>
                    <a:pt x="231" y="10"/>
                    <a:pt x="231" y="23"/>
                  </a:cubicBezTo>
                  <a:cubicBezTo>
                    <a:pt x="231" y="343"/>
                    <a:pt x="231" y="343"/>
                    <a:pt x="231" y="343"/>
                  </a:cubicBezTo>
                  <a:cubicBezTo>
                    <a:pt x="231" y="355"/>
                    <a:pt x="221" y="365"/>
                    <a:pt x="209" y="365"/>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93" name="Google Shape;793;p83"/>
            <p:cNvSpPr/>
            <p:nvPr/>
          </p:nvSpPr>
          <p:spPr>
            <a:xfrm>
              <a:off x="10370277" y="2612033"/>
              <a:ext cx="378829" cy="551531"/>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94" name="Google Shape;794;p83"/>
            <p:cNvSpPr/>
            <p:nvPr/>
          </p:nvSpPr>
          <p:spPr>
            <a:xfrm>
              <a:off x="10529980" y="3206275"/>
              <a:ext cx="53854" cy="55710"/>
            </a:xfrm>
            <a:prstGeom prst="ellipse">
              <a:avLst/>
            </a:prstGeom>
            <a:solidFill>
              <a:srgbClr val="D4D6C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95" name="Google Shape;795;p83"/>
            <p:cNvSpPr/>
            <p:nvPr/>
          </p:nvSpPr>
          <p:spPr>
            <a:xfrm>
              <a:off x="10531837" y="2489471"/>
              <a:ext cx="525533" cy="460538"/>
            </a:xfrm>
            <a:custGeom>
              <a:avLst/>
              <a:gdLst/>
              <a:ahLst/>
              <a:cxnLst/>
              <a:rect l="l" t="t" r="r" b="b"/>
              <a:pathLst>
                <a:path w="257" h="226" extrusionOk="0">
                  <a:moveTo>
                    <a:pt x="128" y="0"/>
                  </a:moveTo>
                  <a:cubicBezTo>
                    <a:pt x="57" y="0"/>
                    <a:pt x="0" y="47"/>
                    <a:pt x="0" y="105"/>
                  </a:cubicBezTo>
                  <a:cubicBezTo>
                    <a:pt x="0" y="136"/>
                    <a:pt x="17" y="164"/>
                    <a:pt x="44" y="184"/>
                  </a:cubicBezTo>
                  <a:cubicBezTo>
                    <a:pt x="37" y="200"/>
                    <a:pt x="27" y="217"/>
                    <a:pt x="10" y="224"/>
                  </a:cubicBezTo>
                  <a:cubicBezTo>
                    <a:pt x="10" y="224"/>
                    <a:pt x="57" y="226"/>
                    <a:pt x="85" y="203"/>
                  </a:cubicBezTo>
                  <a:cubicBezTo>
                    <a:pt x="98" y="207"/>
                    <a:pt x="113" y="209"/>
                    <a:pt x="128" y="209"/>
                  </a:cubicBezTo>
                  <a:cubicBezTo>
                    <a:pt x="199" y="209"/>
                    <a:pt x="257" y="162"/>
                    <a:pt x="257" y="105"/>
                  </a:cubicBezTo>
                  <a:cubicBezTo>
                    <a:pt x="257" y="47"/>
                    <a:pt x="199" y="0"/>
                    <a:pt x="128"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96" name="Google Shape;796;p83"/>
            <p:cNvSpPr/>
            <p:nvPr/>
          </p:nvSpPr>
          <p:spPr>
            <a:xfrm>
              <a:off x="10637686" y="2649174"/>
              <a:ext cx="90994" cy="105850"/>
            </a:xfrm>
            <a:custGeom>
              <a:avLst/>
              <a:gdLst/>
              <a:ahLst/>
              <a:cxnLst/>
              <a:rect l="l" t="t" r="r" b="b"/>
              <a:pathLst>
                <a:path w="44" h="52" extrusionOk="0">
                  <a:moveTo>
                    <a:pt x="44" y="37"/>
                  </a:moveTo>
                  <a:cubicBezTo>
                    <a:pt x="44" y="42"/>
                    <a:pt x="42" y="46"/>
                    <a:pt x="38" y="48"/>
                  </a:cubicBezTo>
                  <a:cubicBezTo>
                    <a:pt x="35" y="51"/>
                    <a:pt x="29" y="52"/>
                    <a:pt x="22" y="52"/>
                  </a:cubicBezTo>
                  <a:cubicBezTo>
                    <a:pt x="16" y="52"/>
                    <a:pt x="10" y="51"/>
                    <a:pt x="7" y="49"/>
                  </a:cubicBezTo>
                  <a:cubicBezTo>
                    <a:pt x="3" y="46"/>
                    <a:pt x="1" y="43"/>
                    <a:pt x="0" y="38"/>
                  </a:cubicBezTo>
                  <a:cubicBezTo>
                    <a:pt x="10" y="36"/>
                    <a:pt x="10" y="36"/>
                    <a:pt x="10" y="36"/>
                  </a:cubicBezTo>
                  <a:cubicBezTo>
                    <a:pt x="11" y="39"/>
                    <a:pt x="12" y="41"/>
                    <a:pt x="14" y="42"/>
                  </a:cubicBezTo>
                  <a:cubicBezTo>
                    <a:pt x="16" y="44"/>
                    <a:pt x="19" y="44"/>
                    <a:pt x="22" y="44"/>
                  </a:cubicBezTo>
                  <a:cubicBezTo>
                    <a:pt x="30" y="44"/>
                    <a:pt x="34" y="42"/>
                    <a:pt x="34" y="37"/>
                  </a:cubicBezTo>
                  <a:cubicBezTo>
                    <a:pt x="34" y="36"/>
                    <a:pt x="33" y="35"/>
                    <a:pt x="32" y="34"/>
                  </a:cubicBezTo>
                  <a:cubicBezTo>
                    <a:pt x="31" y="33"/>
                    <a:pt x="30" y="32"/>
                    <a:pt x="29" y="31"/>
                  </a:cubicBezTo>
                  <a:cubicBezTo>
                    <a:pt x="27" y="31"/>
                    <a:pt x="24" y="30"/>
                    <a:pt x="20" y="29"/>
                  </a:cubicBezTo>
                  <a:cubicBezTo>
                    <a:pt x="16" y="28"/>
                    <a:pt x="13" y="27"/>
                    <a:pt x="12" y="27"/>
                  </a:cubicBezTo>
                  <a:cubicBezTo>
                    <a:pt x="10" y="26"/>
                    <a:pt x="9" y="26"/>
                    <a:pt x="8" y="25"/>
                  </a:cubicBezTo>
                  <a:cubicBezTo>
                    <a:pt x="7" y="24"/>
                    <a:pt x="5" y="23"/>
                    <a:pt x="5" y="22"/>
                  </a:cubicBezTo>
                  <a:cubicBezTo>
                    <a:pt x="4" y="21"/>
                    <a:pt x="3" y="20"/>
                    <a:pt x="3" y="19"/>
                  </a:cubicBezTo>
                  <a:cubicBezTo>
                    <a:pt x="2" y="17"/>
                    <a:pt x="2" y="16"/>
                    <a:pt x="2" y="14"/>
                  </a:cubicBezTo>
                  <a:cubicBezTo>
                    <a:pt x="2" y="9"/>
                    <a:pt x="4" y="6"/>
                    <a:pt x="7" y="3"/>
                  </a:cubicBezTo>
                  <a:cubicBezTo>
                    <a:pt x="11" y="1"/>
                    <a:pt x="16" y="0"/>
                    <a:pt x="22" y="0"/>
                  </a:cubicBezTo>
                  <a:cubicBezTo>
                    <a:pt x="29" y="0"/>
                    <a:pt x="33" y="1"/>
                    <a:pt x="37" y="3"/>
                  </a:cubicBezTo>
                  <a:cubicBezTo>
                    <a:pt x="40" y="5"/>
                    <a:pt x="42" y="8"/>
                    <a:pt x="43" y="12"/>
                  </a:cubicBezTo>
                  <a:cubicBezTo>
                    <a:pt x="32" y="14"/>
                    <a:pt x="32" y="14"/>
                    <a:pt x="32" y="14"/>
                  </a:cubicBezTo>
                  <a:cubicBezTo>
                    <a:pt x="32" y="12"/>
                    <a:pt x="31" y="10"/>
                    <a:pt x="29" y="9"/>
                  </a:cubicBezTo>
                  <a:cubicBezTo>
                    <a:pt x="27" y="8"/>
                    <a:pt x="25" y="7"/>
                    <a:pt x="22" y="7"/>
                  </a:cubicBezTo>
                  <a:cubicBezTo>
                    <a:pt x="16" y="7"/>
                    <a:pt x="12" y="9"/>
                    <a:pt x="12" y="13"/>
                  </a:cubicBezTo>
                  <a:cubicBezTo>
                    <a:pt x="12" y="15"/>
                    <a:pt x="13" y="16"/>
                    <a:pt x="13" y="17"/>
                  </a:cubicBezTo>
                  <a:cubicBezTo>
                    <a:pt x="14" y="17"/>
                    <a:pt x="15" y="18"/>
                    <a:pt x="16" y="19"/>
                  </a:cubicBezTo>
                  <a:cubicBezTo>
                    <a:pt x="18" y="19"/>
                    <a:pt x="21" y="20"/>
                    <a:pt x="25" y="21"/>
                  </a:cubicBezTo>
                  <a:cubicBezTo>
                    <a:pt x="30" y="22"/>
                    <a:pt x="33" y="23"/>
                    <a:pt x="35" y="24"/>
                  </a:cubicBezTo>
                  <a:cubicBezTo>
                    <a:pt x="37" y="25"/>
                    <a:pt x="39" y="26"/>
                    <a:pt x="40" y="27"/>
                  </a:cubicBezTo>
                  <a:cubicBezTo>
                    <a:pt x="41" y="28"/>
                    <a:pt x="42" y="29"/>
                    <a:pt x="43" y="31"/>
                  </a:cubicBezTo>
                  <a:cubicBezTo>
                    <a:pt x="44" y="33"/>
                    <a:pt x="44" y="35"/>
                    <a:pt x="44" y="37"/>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97" name="Google Shape;797;p83"/>
            <p:cNvSpPr/>
            <p:nvPr/>
          </p:nvSpPr>
          <p:spPr>
            <a:xfrm>
              <a:off x="10743536" y="2649174"/>
              <a:ext cx="107706" cy="103992"/>
            </a:xfrm>
            <a:custGeom>
              <a:avLst/>
              <a:gdLst/>
              <a:ahLst/>
              <a:cxnLst/>
              <a:rect l="l" t="t" r="r" b="b"/>
              <a:pathLst>
                <a:path w="52" h="51" extrusionOk="0">
                  <a:moveTo>
                    <a:pt x="42" y="51"/>
                  </a:moveTo>
                  <a:cubicBezTo>
                    <a:pt x="42" y="20"/>
                    <a:pt x="42" y="20"/>
                    <a:pt x="42" y="20"/>
                  </a:cubicBezTo>
                  <a:cubicBezTo>
                    <a:pt x="42" y="20"/>
                    <a:pt x="42" y="19"/>
                    <a:pt x="42" y="18"/>
                  </a:cubicBezTo>
                  <a:cubicBezTo>
                    <a:pt x="42" y="18"/>
                    <a:pt x="43" y="15"/>
                    <a:pt x="43" y="9"/>
                  </a:cubicBezTo>
                  <a:cubicBezTo>
                    <a:pt x="41" y="16"/>
                    <a:pt x="40" y="20"/>
                    <a:pt x="39" y="23"/>
                  </a:cubicBezTo>
                  <a:cubicBezTo>
                    <a:pt x="30" y="51"/>
                    <a:pt x="30" y="51"/>
                    <a:pt x="30" y="51"/>
                  </a:cubicBezTo>
                  <a:cubicBezTo>
                    <a:pt x="22" y="51"/>
                    <a:pt x="22" y="51"/>
                    <a:pt x="22" y="51"/>
                  </a:cubicBezTo>
                  <a:cubicBezTo>
                    <a:pt x="13" y="23"/>
                    <a:pt x="13" y="23"/>
                    <a:pt x="13" y="23"/>
                  </a:cubicBezTo>
                  <a:cubicBezTo>
                    <a:pt x="9" y="9"/>
                    <a:pt x="9" y="9"/>
                    <a:pt x="9" y="9"/>
                  </a:cubicBezTo>
                  <a:cubicBezTo>
                    <a:pt x="9" y="15"/>
                    <a:pt x="9" y="19"/>
                    <a:pt x="9" y="20"/>
                  </a:cubicBezTo>
                  <a:cubicBezTo>
                    <a:pt x="9" y="51"/>
                    <a:pt x="9" y="51"/>
                    <a:pt x="9" y="51"/>
                  </a:cubicBezTo>
                  <a:cubicBezTo>
                    <a:pt x="0" y="51"/>
                    <a:pt x="0" y="51"/>
                    <a:pt x="0" y="51"/>
                  </a:cubicBezTo>
                  <a:cubicBezTo>
                    <a:pt x="0" y="0"/>
                    <a:pt x="0" y="0"/>
                    <a:pt x="0" y="0"/>
                  </a:cubicBezTo>
                  <a:cubicBezTo>
                    <a:pt x="14" y="0"/>
                    <a:pt x="14" y="0"/>
                    <a:pt x="14" y="0"/>
                  </a:cubicBezTo>
                  <a:cubicBezTo>
                    <a:pt x="23" y="29"/>
                    <a:pt x="23" y="29"/>
                    <a:pt x="23" y="29"/>
                  </a:cubicBezTo>
                  <a:cubicBezTo>
                    <a:pt x="24" y="32"/>
                    <a:pt x="24" y="32"/>
                    <a:pt x="24" y="32"/>
                  </a:cubicBezTo>
                  <a:cubicBezTo>
                    <a:pt x="26" y="39"/>
                    <a:pt x="26" y="39"/>
                    <a:pt x="26" y="39"/>
                  </a:cubicBezTo>
                  <a:cubicBezTo>
                    <a:pt x="28" y="30"/>
                    <a:pt x="28" y="30"/>
                    <a:pt x="28" y="30"/>
                  </a:cubicBezTo>
                  <a:cubicBezTo>
                    <a:pt x="38" y="0"/>
                    <a:pt x="38" y="0"/>
                    <a:pt x="38" y="0"/>
                  </a:cubicBezTo>
                  <a:cubicBezTo>
                    <a:pt x="52" y="0"/>
                    <a:pt x="52" y="0"/>
                    <a:pt x="52" y="0"/>
                  </a:cubicBezTo>
                  <a:cubicBezTo>
                    <a:pt x="52" y="51"/>
                    <a:pt x="52" y="51"/>
                    <a:pt x="52" y="51"/>
                  </a:cubicBezTo>
                  <a:lnTo>
                    <a:pt x="42" y="51"/>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98" name="Google Shape;798;p83"/>
            <p:cNvSpPr/>
            <p:nvPr/>
          </p:nvSpPr>
          <p:spPr>
            <a:xfrm>
              <a:off x="10864241" y="2649174"/>
              <a:ext cx="92850" cy="105850"/>
            </a:xfrm>
            <a:custGeom>
              <a:avLst/>
              <a:gdLst/>
              <a:ahLst/>
              <a:cxnLst/>
              <a:rect l="l" t="t" r="r" b="b"/>
              <a:pathLst>
                <a:path w="45" h="52" extrusionOk="0">
                  <a:moveTo>
                    <a:pt x="45" y="37"/>
                  </a:moveTo>
                  <a:cubicBezTo>
                    <a:pt x="45" y="42"/>
                    <a:pt x="43" y="46"/>
                    <a:pt x="39" y="48"/>
                  </a:cubicBezTo>
                  <a:cubicBezTo>
                    <a:pt x="35" y="51"/>
                    <a:pt x="30" y="52"/>
                    <a:pt x="23" y="52"/>
                  </a:cubicBezTo>
                  <a:cubicBezTo>
                    <a:pt x="16" y="52"/>
                    <a:pt x="11" y="51"/>
                    <a:pt x="7" y="49"/>
                  </a:cubicBezTo>
                  <a:cubicBezTo>
                    <a:pt x="3" y="46"/>
                    <a:pt x="1" y="43"/>
                    <a:pt x="0" y="38"/>
                  </a:cubicBezTo>
                  <a:cubicBezTo>
                    <a:pt x="10" y="36"/>
                    <a:pt x="10" y="36"/>
                    <a:pt x="10" y="36"/>
                  </a:cubicBezTo>
                  <a:cubicBezTo>
                    <a:pt x="11" y="39"/>
                    <a:pt x="12" y="41"/>
                    <a:pt x="14" y="42"/>
                  </a:cubicBezTo>
                  <a:cubicBezTo>
                    <a:pt x="16" y="44"/>
                    <a:pt x="19" y="44"/>
                    <a:pt x="23" y="44"/>
                  </a:cubicBezTo>
                  <a:cubicBezTo>
                    <a:pt x="30" y="44"/>
                    <a:pt x="34" y="42"/>
                    <a:pt x="34" y="37"/>
                  </a:cubicBezTo>
                  <a:cubicBezTo>
                    <a:pt x="34" y="36"/>
                    <a:pt x="34" y="35"/>
                    <a:pt x="33" y="34"/>
                  </a:cubicBezTo>
                  <a:cubicBezTo>
                    <a:pt x="32" y="33"/>
                    <a:pt x="31" y="32"/>
                    <a:pt x="29" y="31"/>
                  </a:cubicBezTo>
                  <a:cubicBezTo>
                    <a:pt x="28" y="31"/>
                    <a:pt x="25" y="30"/>
                    <a:pt x="20" y="29"/>
                  </a:cubicBezTo>
                  <a:cubicBezTo>
                    <a:pt x="16" y="28"/>
                    <a:pt x="14" y="27"/>
                    <a:pt x="12" y="27"/>
                  </a:cubicBezTo>
                  <a:cubicBezTo>
                    <a:pt x="11" y="26"/>
                    <a:pt x="9" y="26"/>
                    <a:pt x="8" y="25"/>
                  </a:cubicBezTo>
                  <a:cubicBezTo>
                    <a:pt x="7" y="24"/>
                    <a:pt x="6" y="23"/>
                    <a:pt x="5" y="22"/>
                  </a:cubicBezTo>
                  <a:cubicBezTo>
                    <a:pt x="4" y="21"/>
                    <a:pt x="4" y="20"/>
                    <a:pt x="3" y="19"/>
                  </a:cubicBezTo>
                  <a:cubicBezTo>
                    <a:pt x="3" y="17"/>
                    <a:pt x="2" y="16"/>
                    <a:pt x="2" y="14"/>
                  </a:cubicBezTo>
                  <a:cubicBezTo>
                    <a:pt x="2" y="9"/>
                    <a:pt x="4" y="6"/>
                    <a:pt x="8" y="3"/>
                  </a:cubicBezTo>
                  <a:cubicBezTo>
                    <a:pt x="11" y="1"/>
                    <a:pt x="16" y="0"/>
                    <a:pt x="23" y="0"/>
                  </a:cubicBezTo>
                  <a:cubicBezTo>
                    <a:pt x="29" y="0"/>
                    <a:pt x="34" y="1"/>
                    <a:pt x="37" y="3"/>
                  </a:cubicBezTo>
                  <a:cubicBezTo>
                    <a:pt x="40" y="5"/>
                    <a:pt x="42" y="8"/>
                    <a:pt x="43" y="12"/>
                  </a:cubicBezTo>
                  <a:cubicBezTo>
                    <a:pt x="33" y="14"/>
                    <a:pt x="33" y="14"/>
                    <a:pt x="33" y="14"/>
                  </a:cubicBezTo>
                  <a:cubicBezTo>
                    <a:pt x="32" y="12"/>
                    <a:pt x="31" y="10"/>
                    <a:pt x="30" y="9"/>
                  </a:cubicBezTo>
                  <a:cubicBezTo>
                    <a:pt x="28" y="8"/>
                    <a:pt x="26" y="7"/>
                    <a:pt x="23" y="7"/>
                  </a:cubicBezTo>
                  <a:cubicBezTo>
                    <a:pt x="16" y="7"/>
                    <a:pt x="13" y="9"/>
                    <a:pt x="13" y="13"/>
                  </a:cubicBezTo>
                  <a:cubicBezTo>
                    <a:pt x="13" y="15"/>
                    <a:pt x="13" y="16"/>
                    <a:pt x="14" y="17"/>
                  </a:cubicBezTo>
                  <a:cubicBezTo>
                    <a:pt x="15" y="17"/>
                    <a:pt x="16" y="18"/>
                    <a:pt x="17" y="19"/>
                  </a:cubicBezTo>
                  <a:cubicBezTo>
                    <a:pt x="18" y="19"/>
                    <a:pt x="21" y="20"/>
                    <a:pt x="25" y="21"/>
                  </a:cubicBezTo>
                  <a:cubicBezTo>
                    <a:pt x="30" y="22"/>
                    <a:pt x="34" y="23"/>
                    <a:pt x="36" y="24"/>
                  </a:cubicBezTo>
                  <a:cubicBezTo>
                    <a:pt x="38" y="25"/>
                    <a:pt x="39" y="26"/>
                    <a:pt x="41" y="27"/>
                  </a:cubicBezTo>
                  <a:cubicBezTo>
                    <a:pt x="42" y="28"/>
                    <a:pt x="43" y="29"/>
                    <a:pt x="44" y="31"/>
                  </a:cubicBezTo>
                  <a:cubicBezTo>
                    <a:pt x="44" y="33"/>
                    <a:pt x="45" y="35"/>
                    <a:pt x="45" y="37"/>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99" name="Google Shape;799;p83"/>
            <p:cNvSpPr/>
            <p:nvPr/>
          </p:nvSpPr>
          <p:spPr>
            <a:xfrm>
              <a:off x="8526270" y="1768953"/>
              <a:ext cx="2648091" cy="4081700"/>
            </a:xfrm>
            <a:custGeom>
              <a:avLst/>
              <a:gdLst/>
              <a:ahLst/>
              <a:cxnLst/>
              <a:rect l="l" t="t" r="r" b="b"/>
              <a:pathLst>
                <a:path w="1293" h="2003" extrusionOk="0">
                  <a:moveTo>
                    <a:pt x="180" y="2003"/>
                  </a:moveTo>
                  <a:cubicBezTo>
                    <a:pt x="88" y="2003"/>
                    <a:pt x="88" y="2003"/>
                    <a:pt x="88" y="2003"/>
                  </a:cubicBezTo>
                  <a:cubicBezTo>
                    <a:pt x="72" y="2003"/>
                    <a:pt x="60" y="1990"/>
                    <a:pt x="60" y="1975"/>
                  </a:cubicBezTo>
                  <a:cubicBezTo>
                    <a:pt x="60" y="1771"/>
                    <a:pt x="60" y="1771"/>
                    <a:pt x="60" y="1771"/>
                  </a:cubicBezTo>
                  <a:cubicBezTo>
                    <a:pt x="60" y="1755"/>
                    <a:pt x="72" y="1743"/>
                    <a:pt x="88" y="1743"/>
                  </a:cubicBezTo>
                  <a:cubicBezTo>
                    <a:pt x="285" y="1743"/>
                    <a:pt x="285" y="1743"/>
                    <a:pt x="285" y="1743"/>
                  </a:cubicBezTo>
                  <a:cubicBezTo>
                    <a:pt x="294" y="1743"/>
                    <a:pt x="302" y="1735"/>
                    <a:pt x="302" y="1726"/>
                  </a:cubicBezTo>
                  <a:cubicBezTo>
                    <a:pt x="302" y="1668"/>
                    <a:pt x="302" y="1668"/>
                    <a:pt x="302" y="1668"/>
                  </a:cubicBezTo>
                  <a:cubicBezTo>
                    <a:pt x="302" y="1653"/>
                    <a:pt x="314" y="1641"/>
                    <a:pt x="329" y="1641"/>
                  </a:cubicBezTo>
                  <a:cubicBezTo>
                    <a:pt x="478" y="1641"/>
                    <a:pt x="478" y="1641"/>
                    <a:pt x="478" y="1641"/>
                  </a:cubicBezTo>
                  <a:cubicBezTo>
                    <a:pt x="488" y="1641"/>
                    <a:pt x="495" y="1633"/>
                    <a:pt x="495" y="1624"/>
                  </a:cubicBezTo>
                  <a:cubicBezTo>
                    <a:pt x="495" y="1578"/>
                    <a:pt x="495" y="1578"/>
                    <a:pt x="495" y="1578"/>
                  </a:cubicBezTo>
                  <a:cubicBezTo>
                    <a:pt x="495" y="1563"/>
                    <a:pt x="508" y="1551"/>
                    <a:pt x="523" y="1551"/>
                  </a:cubicBezTo>
                  <a:cubicBezTo>
                    <a:pt x="1196" y="1551"/>
                    <a:pt x="1196" y="1551"/>
                    <a:pt x="1196" y="1551"/>
                  </a:cubicBezTo>
                  <a:cubicBezTo>
                    <a:pt x="1206" y="1551"/>
                    <a:pt x="1213" y="1543"/>
                    <a:pt x="1213" y="1534"/>
                  </a:cubicBezTo>
                  <a:cubicBezTo>
                    <a:pt x="1213" y="1387"/>
                    <a:pt x="1213" y="1387"/>
                    <a:pt x="1213" y="1387"/>
                  </a:cubicBezTo>
                  <a:cubicBezTo>
                    <a:pt x="1213" y="1377"/>
                    <a:pt x="1206" y="1369"/>
                    <a:pt x="1196" y="1369"/>
                  </a:cubicBezTo>
                  <a:cubicBezTo>
                    <a:pt x="1157" y="1369"/>
                    <a:pt x="1157" y="1369"/>
                    <a:pt x="1157" y="1369"/>
                  </a:cubicBezTo>
                  <a:cubicBezTo>
                    <a:pt x="1148" y="1369"/>
                    <a:pt x="1140" y="1377"/>
                    <a:pt x="1140" y="1387"/>
                  </a:cubicBezTo>
                  <a:cubicBezTo>
                    <a:pt x="1140" y="1473"/>
                    <a:pt x="1140" y="1473"/>
                    <a:pt x="1140" y="1473"/>
                  </a:cubicBezTo>
                  <a:cubicBezTo>
                    <a:pt x="1140" y="1488"/>
                    <a:pt x="1128" y="1500"/>
                    <a:pt x="1113" y="1500"/>
                  </a:cubicBezTo>
                  <a:cubicBezTo>
                    <a:pt x="827" y="1500"/>
                    <a:pt x="827" y="1500"/>
                    <a:pt x="827" y="1500"/>
                  </a:cubicBezTo>
                  <a:cubicBezTo>
                    <a:pt x="812" y="1500"/>
                    <a:pt x="799" y="1488"/>
                    <a:pt x="799" y="1473"/>
                  </a:cubicBezTo>
                  <a:cubicBezTo>
                    <a:pt x="799" y="1409"/>
                    <a:pt x="799" y="1409"/>
                    <a:pt x="799" y="1409"/>
                  </a:cubicBezTo>
                  <a:cubicBezTo>
                    <a:pt x="799" y="1399"/>
                    <a:pt x="792" y="1391"/>
                    <a:pt x="782" y="1391"/>
                  </a:cubicBezTo>
                  <a:cubicBezTo>
                    <a:pt x="678" y="1391"/>
                    <a:pt x="678" y="1391"/>
                    <a:pt x="678" y="1391"/>
                  </a:cubicBezTo>
                  <a:cubicBezTo>
                    <a:pt x="663" y="1391"/>
                    <a:pt x="650" y="1379"/>
                    <a:pt x="650" y="1364"/>
                  </a:cubicBezTo>
                  <a:cubicBezTo>
                    <a:pt x="650" y="1100"/>
                    <a:pt x="650" y="1100"/>
                    <a:pt x="650" y="1100"/>
                  </a:cubicBezTo>
                  <a:cubicBezTo>
                    <a:pt x="650" y="1090"/>
                    <a:pt x="643" y="1083"/>
                    <a:pt x="633" y="1083"/>
                  </a:cubicBezTo>
                  <a:cubicBezTo>
                    <a:pt x="409" y="1083"/>
                    <a:pt x="409" y="1083"/>
                    <a:pt x="409" y="1083"/>
                  </a:cubicBezTo>
                  <a:cubicBezTo>
                    <a:pt x="394" y="1083"/>
                    <a:pt x="382" y="1070"/>
                    <a:pt x="382" y="1055"/>
                  </a:cubicBezTo>
                  <a:cubicBezTo>
                    <a:pt x="382" y="1009"/>
                    <a:pt x="382" y="1009"/>
                    <a:pt x="382" y="1009"/>
                  </a:cubicBezTo>
                  <a:cubicBezTo>
                    <a:pt x="382" y="1000"/>
                    <a:pt x="374" y="992"/>
                    <a:pt x="364" y="992"/>
                  </a:cubicBezTo>
                  <a:cubicBezTo>
                    <a:pt x="113" y="992"/>
                    <a:pt x="113" y="992"/>
                    <a:pt x="113" y="992"/>
                  </a:cubicBezTo>
                  <a:cubicBezTo>
                    <a:pt x="98" y="992"/>
                    <a:pt x="85" y="980"/>
                    <a:pt x="85" y="965"/>
                  </a:cubicBezTo>
                  <a:cubicBezTo>
                    <a:pt x="85" y="871"/>
                    <a:pt x="85" y="871"/>
                    <a:pt x="85" y="871"/>
                  </a:cubicBezTo>
                  <a:cubicBezTo>
                    <a:pt x="85" y="856"/>
                    <a:pt x="98" y="844"/>
                    <a:pt x="113" y="844"/>
                  </a:cubicBezTo>
                  <a:cubicBezTo>
                    <a:pt x="158" y="844"/>
                    <a:pt x="158" y="844"/>
                    <a:pt x="158" y="844"/>
                  </a:cubicBezTo>
                  <a:cubicBezTo>
                    <a:pt x="168" y="844"/>
                    <a:pt x="175" y="836"/>
                    <a:pt x="175" y="827"/>
                  </a:cubicBezTo>
                  <a:cubicBezTo>
                    <a:pt x="175" y="798"/>
                    <a:pt x="175" y="798"/>
                    <a:pt x="175" y="798"/>
                  </a:cubicBezTo>
                  <a:cubicBezTo>
                    <a:pt x="175" y="789"/>
                    <a:pt x="168" y="781"/>
                    <a:pt x="158" y="781"/>
                  </a:cubicBezTo>
                  <a:cubicBezTo>
                    <a:pt x="27" y="781"/>
                    <a:pt x="27" y="781"/>
                    <a:pt x="27" y="781"/>
                  </a:cubicBezTo>
                  <a:cubicBezTo>
                    <a:pt x="12" y="781"/>
                    <a:pt x="0" y="769"/>
                    <a:pt x="0" y="754"/>
                  </a:cubicBezTo>
                  <a:cubicBezTo>
                    <a:pt x="0" y="420"/>
                    <a:pt x="0" y="420"/>
                    <a:pt x="0" y="420"/>
                  </a:cubicBezTo>
                  <a:cubicBezTo>
                    <a:pt x="0" y="405"/>
                    <a:pt x="12" y="393"/>
                    <a:pt x="27" y="393"/>
                  </a:cubicBezTo>
                  <a:cubicBezTo>
                    <a:pt x="112" y="393"/>
                    <a:pt x="112" y="393"/>
                    <a:pt x="112" y="393"/>
                  </a:cubicBezTo>
                  <a:cubicBezTo>
                    <a:pt x="121" y="393"/>
                    <a:pt x="129" y="385"/>
                    <a:pt x="129" y="376"/>
                  </a:cubicBezTo>
                  <a:cubicBezTo>
                    <a:pt x="129" y="304"/>
                    <a:pt x="129" y="304"/>
                    <a:pt x="129" y="304"/>
                  </a:cubicBezTo>
                  <a:cubicBezTo>
                    <a:pt x="129" y="289"/>
                    <a:pt x="141" y="277"/>
                    <a:pt x="156" y="277"/>
                  </a:cubicBezTo>
                  <a:cubicBezTo>
                    <a:pt x="263" y="277"/>
                    <a:pt x="263" y="277"/>
                    <a:pt x="263" y="277"/>
                  </a:cubicBezTo>
                  <a:cubicBezTo>
                    <a:pt x="278" y="277"/>
                    <a:pt x="291" y="289"/>
                    <a:pt x="291" y="304"/>
                  </a:cubicBezTo>
                  <a:cubicBezTo>
                    <a:pt x="291" y="375"/>
                    <a:pt x="291" y="375"/>
                    <a:pt x="291" y="375"/>
                  </a:cubicBezTo>
                  <a:cubicBezTo>
                    <a:pt x="291" y="385"/>
                    <a:pt x="298" y="393"/>
                    <a:pt x="308" y="393"/>
                  </a:cubicBezTo>
                  <a:cubicBezTo>
                    <a:pt x="763" y="393"/>
                    <a:pt x="763" y="393"/>
                    <a:pt x="763" y="393"/>
                  </a:cubicBezTo>
                  <a:cubicBezTo>
                    <a:pt x="778" y="393"/>
                    <a:pt x="790" y="405"/>
                    <a:pt x="790" y="420"/>
                  </a:cubicBezTo>
                  <a:cubicBezTo>
                    <a:pt x="790" y="531"/>
                    <a:pt x="790" y="531"/>
                    <a:pt x="790" y="531"/>
                  </a:cubicBezTo>
                  <a:cubicBezTo>
                    <a:pt x="790" y="546"/>
                    <a:pt x="778" y="558"/>
                    <a:pt x="763" y="558"/>
                  </a:cubicBezTo>
                  <a:cubicBezTo>
                    <a:pt x="736" y="558"/>
                    <a:pt x="736" y="558"/>
                    <a:pt x="736" y="558"/>
                  </a:cubicBezTo>
                  <a:cubicBezTo>
                    <a:pt x="726" y="558"/>
                    <a:pt x="719" y="566"/>
                    <a:pt x="719" y="575"/>
                  </a:cubicBezTo>
                  <a:cubicBezTo>
                    <a:pt x="719" y="758"/>
                    <a:pt x="719" y="758"/>
                    <a:pt x="719" y="758"/>
                  </a:cubicBezTo>
                  <a:cubicBezTo>
                    <a:pt x="719" y="767"/>
                    <a:pt x="726" y="775"/>
                    <a:pt x="736" y="775"/>
                  </a:cubicBezTo>
                  <a:cubicBezTo>
                    <a:pt x="1266" y="775"/>
                    <a:pt x="1266" y="775"/>
                    <a:pt x="1266" y="775"/>
                  </a:cubicBezTo>
                  <a:cubicBezTo>
                    <a:pt x="1275" y="775"/>
                    <a:pt x="1283" y="767"/>
                    <a:pt x="1283" y="758"/>
                  </a:cubicBezTo>
                  <a:cubicBezTo>
                    <a:pt x="1283" y="691"/>
                    <a:pt x="1283" y="691"/>
                    <a:pt x="1283" y="691"/>
                  </a:cubicBezTo>
                  <a:cubicBezTo>
                    <a:pt x="1283" y="682"/>
                    <a:pt x="1275" y="674"/>
                    <a:pt x="1266" y="674"/>
                  </a:cubicBezTo>
                  <a:cubicBezTo>
                    <a:pt x="1218" y="674"/>
                    <a:pt x="1218" y="674"/>
                    <a:pt x="1218" y="674"/>
                  </a:cubicBezTo>
                  <a:cubicBezTo>
                    <a:pt x="1203" y="674"/>
                    <a:pt x="1190" y="662"/>
                    <a:pt x="1190" y="647"/>
                  </a:cubicBezTo>
                  <a:cubicBezTo>
                    <a:pt x="1190" y="631"/>
                    <a:pt x="1202" y="619"/>
                    <a:pt x="1217" y="619"/>
                  </a:cubicBezTo>
                  <a:cubicBezTo>
                    <a:pt x="1245" y="619"/>
                    <a:pt x="1245" y="619"/>
                    <a:pt x="1245" y="619"/>
                  </a:cubicBezTo>
                  <a:cubicBezTo>
                    <a:pt x="1255" y="619"/>
                    <a:pt x="1262" y="611"/>
                    <a:pt x="1262" y="601"/>
                  </a:cubicBezTo>
                  <a:cubicBezTo>
                    <a:pt x="1262" y="235"/>
                    <a:pt x="1262" y="235"/>
                    <a:pt x="1262" y="235"/>
                  </a:cubicBezTo>
                  <a:cubicBezTo>
                    <a:pt x="1262" y="226"/>
                    <a:pt x="1255" y="218"/>
                    <a:pt x="1245" y="218"/>
                  </a:cubicBezTo>
                  <a:cubicBezTo>
                    <a:pt x="1193" y="218"/>
                    <a:pt x="1193" y="218"/>
                    <a:pt x="1193" y="218"/>
                  </a:cubicBezTo>
                  <a:cubicBezTo>
                    <a:pt x="1178" y="218"/>
                    <a:pt x="1165" y="206"/>
                    <a:pt x="1165" y="191"/>
                  </a:cubicBezTo>
                  <a:cubicBezTo>
                    <a:pt x="1165" y="28"/>
                    <a:pt x="1165" y="28"/>
                    <a:pt x="1165" y="28"/>
                  </a:cubicBezTo>
                  <a:cubicBezTo>
                    <a:pt x="1165" y="18"/>
                    <a:pt x="1158" y="10"/>
                    <a:pt x="1148" y="10"/>
                  </a:cubicBezTo>
                  <a:cubicBezTo>
                    <a:pt x="1053" y="10"/>
                    <a:pt x="1053" y="10"/>
                    <a:pt x="1053" y="10"/>
                  </a:cubicBezTo>
                  <a:cubicBezTo>
                    <a:pt x="1053" y="0"/>
                    <a:pt x="1053" y="0"/>
                    <a:pt x="1053" y="0"/>
                  </a:cubicBezTo>
                  <a:cubicBezTo>
                    <a:pt x="1148" y="0"/>
                    <a:pt x="1148" y="0"/>
                    <a:pt x="1148" y="0"/>
                  </a:cubicBezTo>
                  <a:cubicBezTo>
                    <a:pt x="1163" y="0"/>
                    <a:pt x="1175" y="13"/>
                    <a:pt x="1175" y="28"/>
                  </a:cubicBezTo>
                  <a:cubicBezTo>
                    <a:pt x="1175" y="191"/>
                    <a:pt x="1175" y="191"/>
                    <a:pt x="1175" y="191"/>
                  </a:cubicBezTo>
                  <a:cubicBezTo>
                    <a:pt x="1175" y="200"/>
                    <a:pt x="1183" y="208"/>
                    <a:pt x="1193" y="208"/>
                  </a:cubicBezTo>
                  <a:cubicBezTo>
                    <a:pt x="1245" y="208"/>
                    <a:pt x="1245" y="208"/>
                    <a:pt x="1245" y="208"/>
                  </a:cubicBezTo>
                  <a:cubicBezTo>
                    <a:pt x="1260" y="208"/>
                    <a:pt x="1272" y="220"/>
                    <a:pt x="1272" y="235"/>
                  </a:cubicBezTo>
                  <a:cubicBezTo>
                    <a:pt x="1272" y="601"/>
                    <a:pt x="1272" y="601"/>
                    <a:pt x="1272" y="601"/>
                  </a:cubicBezTo>
                  <a:cubicBezTo>
                    <a:pt x="1272" y="616"/>
                    <a:pt x="1260" y="629"/>
                    <a:pt x="1245" y="629"/>
                  </a:cubicBezTo>
                  <a:cubicBezTo>
                    <a:pt x="1217" y="629"/>
                    <a:pt x="1217" y="629"/>
                    <a:pt x="1217" y="629"/>
                  </a:cubicBezTo>
                  <a:cubicBezTo>
                    <a:pt x="1208" y="629"/>
                    <a:pt x="1200" y="637"/>
                    <a:pt x="1200" y="646"/>
                  </a:cubicBezTo>
                  <a:cubicBezTo>
                    <a:pt x="1200" y="656"/>
                    <a:pt x="1208" y="664"/>
                    <a:pt x="1218" y="664"/>
                  </a:cubicBezTo>
                  <a:cubicBezTo>
                    <a:pt x="1266" y="664"/>
                    <a:pt x="1266" y="664"/>
                    <a:pt x="1266" y="664"/>
                  </a:cubicBezTo>
                  <a:cubicBezTo>
                    <a:pt x="1281" y="664"/>
                    <a:pt x="1293" y="676"/>
                    <a:pt x="1293" y="691"/>
                  </a:cubicBezTo>
                  <a:cubicBezTo>
                    <a:pt x="1293" y="758"/>
                    <a:pt x="1293" y="758"/>
                    <a:pt x="1293" y="758"/>
                  </a:cubicBezTo>
                  <a:cubicBezTo>
                    <a:pt x="1293" y="773"/>
                    <a:pt x="1281" y="785"/>
                    <a:pt x="1266" y="785"/>
                  </a:cubicBezTo>
                  <a:cubicBezTo>
                    <a:pt x="736" y="785"/>
                    <a:pt x="736" y="785"/>
                    <a:pt x="736" y="785"/>
                  </a:cubicBezTo>
                  <a:cubicBezTo>
                    <a:pt x="721" y="785"/>
                    <a:pt x="709" y="773"/>
                    <a:pt x="709" y="758"/>
                  </a:cubicBezTo>
                  <a:cubicBezTo>
                    <a:pt x="709" y="575"/>
                    <a:pt x="709" y="575"/>
                    <a:pt x="709" y="575"/>
                  </a:cubicBezTo>
                  <a:cubicBezTo>
                    <a:pt x="709" y="560"/>
                    <a:pt x="721" y="548"/>
                    <a:pt x="736" y="548"/>
                  </a:cubicBezTo>
                  <a:cubicBezTo>
                    <a:pt x="763" y="548"/>
                    <a:pt x="763" y="548"/>
                    <a:pt x="763" y="548"/>
                  </a:cubicBezTo>
                  <a:cubicBezTo>
                    <a:pt x="772" y="548"/>
                    <a:pt x="780" y="540"/>
                    <a:pt x="780" y="531"/>
                  </a:cubicBezTo>
                  <a:cubicBezTo>
                    <a:pt x="780" y="420"/>
                    <a:pt x="780" y="420"/>
                    <a:pt x="780" y="420"/>
                  </a:cubicBezTo>
                  <a:cubicBezTo>
                    <a:pt x="780" y="411"/>
                    <a:pt x="772" y="403"/>
                    <a:pt x="763" y="403"/>
                  </a:cubicBezTo>
                  <a:cubicBezTo>
                    <a:pt x="308" y="403"/>
                    <a:pt x="308" y="403"/>
                    <a:pt x="308" y="403"/>
                  </a:cubicBezTo>
                  <a:cubicBezTo>
                    <a:pt x="293" y="403"/>
                    <a:pt x="281" y="391"/>
                    <a:pt x="281" y="375"/>
                  </a:cubicBezTo>
                  <a:cubicBezTo>
                    <a:pt x="281" y="304"/>
                    <a:pt x="281" y="304"/>
                    <a:pt x="281" y="304"/>
                  </a:cubicBezTo>
                  <a:cubicBezTo>
                    <a:pt x="281" y="295"/>
                    <a:pt x="273" y="287"/>
                    <a:pt x="263" y="287"/>
                  </a:cubicBezTo>
                  <a:cubicBezTo>
                    <a:pt x="156" y="287"/>
                    <a:pt x="156" y="287"/>
                    <a:pt x="156" y="287"/>
                  </a:cubicBezTo>
                  <a:cubicBezTo>
                    <a:pt x="147" y="287"/>
                    <a:pt x="139" y="295"/>
                    <a:pt x="139" y="304"/>
                  </a:cubicBezTo>
                  <a:cubicBezTo>
                    <a:pt x="139" y="376"/>
                    <a:pt x="139" y="376"/>
                    <a:pt x="139" y="376"/>
                  </a:cubicBezTo>
                  <a:cubicBezTo>
                    <a:pt x="139" y="391"/>
                    <a:pt x="127" y="403"/>
                    <a:pt x="112" y="403"/>
                  </a:cubicBezTo>
                  <a:cubicBezTo>
                    <a:pt x="27" y="403"/>
                    <a:pt x="27" y="403"/>
                    <a:pt x="27" y="403"/>
                  </a:cubicBezTo>
                  <a:cubicBezTo>
                    <a:pt x="18" y="403"/>
                    <a:pt x="10" y="411"/>
                    <a:pt x="10" y="420"/>
                  </a:cubicBezTo>
                  <a:cubicBezTo>
                    <a:pt x="10" y="754"/>
                    <a:pt x="10" y="754"/>
                    <a:pt x="10" y="754"/>
                  </a:cubicBezTo>
                  <a:cubicBezTo>
                    <a:pt x="10" y="763"/>
                    <a:pt x="18" y="771"/>
                    <a:pt x="27" y="771"/>
                  </a:cubicBezTo>
                  <a:cubicBezTo>
                    <a:pt x="158" y="771"/>
                    <a:pt x="158" y="771"/>
                    <a:pt x="158" y="771"/>
                  </a:cubicBezTo>
                  <a:cubicBezTo>
                    <a:pt x="173" y="771"/>
                    <a:pt x="185" y="783"/>
                    <a:pt x="185" y="798"/>
                  </a:cubicBezTo>
                  <a:cubicBezTo>
                    <a:pt x="185" y="827"/>
                    <a:pt x="185" y="827"/>
                    <a:pt x="185" y="827"/>
                  </a:cubicBezTo>
                  <a:cubicBezTo>
                    <a:pt x="185" y="842"/>
                    <a:pt x="173" y="854"/>
                    <a:pt x="158" y="854"/>
                  </a:cubicBezTo>
                  <a:cubicBezTo>
                    <a:pt x="113" y="854"/>
                    <a:pt x="113" y="854"/>
                    <a:pt x="113" y="854"/>
                  </a:cubicBezTo>
                  <a:cubicBezTo>
                    <a:pt x="103" y="854"/>
                    <a:pt x="95" y="862"/>
                    <a:pt x="95" y="871"/>
                  </a:cubicBezTo>
                  <a:cubicBezTo>
                    <a:pt x="95" y="965"/>
                    <a:pt x="95" y="965"/>
                    <a:pt x="95" y="965"/>
                  </a:cubicBezTo>
                  <a:cubicBezTo>
                    <a:pt x="95" y="974"/>
                    <a:pt x="103" y="982"/>
                    <a:pt x="113" y="982"/>
                  </a:cubicBezTo>
                  <a:cubicBezTo>
                    <a:pt x="364" y="982"/>
                    <a:pt x="364" y="982"/>
                    <a:pt x="364" y="982"/>
                  </a:cubicBezTo>
                  <a:cubicBezTo>
                    <a:pt x="380" y="982"/>
                    <a:pt x="392" y="994"/>
                    <a:pt x="392" y="1009"/>
                  </a:cubicBezTo>
                  <a:cubicBezTo>
                    <a:pt x="392" y="1055"/>
                    <a:pt x="392" y="1055"/>
                    <a:pt x="392" y="1055"/>
                  </a:cubicBezTo>
                  <a:cubicBezTo>
                    <a:pt x="392" y="1065"/>
                    <a:pt x="400" y="1073"/>
                    <a:pt x="409" y="1073"/>
                  </a:cubicBezTo>
                  <a:cubicBezTo>
                    <a:pt x="633" y="1073"/>
                    <a:pt x="633" y="1073"/>
                    <a:pt x="633" y="1073"/>
                  </a:cubicBezTo>
                  <a:cubicBezTo>
                    <a:pt x="648" y="1073"/>
                    <a:pt x="660" y="1085"/>
                    <a:pt x="660" y="1100"/>
                  </a:cubicBezTo>
                  <a:cubicBezTo>
                    <a:pt x="660" y="1364"/>
                    <a:pt x="660" y="1364"/>
                    <a:pt x="660" y="1364"/>
                  </a:cubicBezTo>
                  <a:cubicBezTo>
                    <a:pt x="660" y="1373"/>
                    <a:pt x="668" y="1381"/>
                    <a:pt x="678" y="1381"/>
                  </a:cubicBezTo>
                  <a:cubicBezTo>
                    <a:pt x="782" y="1381"/>
                    <a:pt x="782" y="1381"/>
                    <a:pt x="782" y="1381"/>
                  </a:cubicBezTo>
                  <a:cubicBezTo>
                    <a:pt x="797" y="1381"/>
                    <a:pt x="809" y="1393"/>
                    <a:pt x="809" y="1409"/>
                  </a:cubicBezTo>
                  <a:cubicBezTo>
                    <a:pt x="809" y="1473"/>
                    <a:pt x="809" y="1473"/>
                    <a:pt x="809" y="1473"/>
                  </a:cubicBezTo>
                  <a:cubicBezTo>
                    <a:pt x="809" y="1483"/>
                    <a:pt x="817" y="1490"/>
                    <a:pt x="827" y="1490"/>
                  </a:cubicBezTo>
                  <a:cubicBezTo>
                    <a:pt x="1113" y="1490"/>
                    <a:pt x="1113" y="1490"/>
                    <a:pt x="1113" y="1490"/>
                  </a:cubicBezTo>
                  <a:cubicBezTo>
                    <a:pt x="1122" y="1490"/>
                    <a:pt x="1130" y="1483"/>
                    <a:pt x="1130" y="1473"/>
                  </a:cubicBezTo>
                  <a:cubicBezTo>
                    <a:pt x="1130" y="1387"/>
                    <a:pt x="1130" y="1387"/>
                    <a:pt x="1130" y="1387"/>
                  </a:cubicBezTo>
                  <a:cubicBezTo>
                    <a:pt x="1130" y="1371"/>
                    <a:pt x="1142" y="1359"/>
                    <a:pt x="1157" y="1359"/>
                  </a:cubicBezTo>
                  <a:cubicBezTo>
                    <a:pt x="1196" y="1359"/>
                    <a:pt x="1196" y="1359"/>
                    <a:pt x="1196" y="1359"/>
                  </a:cubicBezTo>
                  <a:cubicBezTo>
                    <a:pt x="1211" y="1359"/>
                    <a:pt x="1224" y="1371"/>
                    <a:pt x="1224" y="1387"/>
                  </a:cubicBezTo>
                  <a:cubicBezTo>
                    <a:pt x="1224" y="1534"/>
                    <a:pt x="1224" y="1534"/>
                    <a:pt x="1224" y="1534"/>
                  </a:cubicBezTo>
                  <a:cubicBezTo>
                    <a:pt x="1224" y="1549"/>
                    <a:pt x="1211" y="1561"/>
                    <a:pt x="1196" y="1561"/>
                  </a:cubicBezTo>
                  <a:cubicBezTo>
                    <a:pt x="523" y="1561"/>
                    <a:pt x="523" y="1561"/>
                    <a:pt x="523" y="1561"/>
                  </a:cubicBezTo>
                  <a:cubicBezTo>
                    <a:pt x="513" y="1561"/>
                    <a:pt x="506" y="1569"/>
                    <a:pt x="506" y="1578"/>
                  </a:cubicBezTo>
                  <a:cubicBezTo>
                    <a:pt x="506" y="1624"/>
                    <a:pt x="506" y="1624"/>
                    <a:pt x="506" y="1624"/>
                  </a:cubicBezTo>
                  <a:cubicBezTo>
                    <a:pt x="506" y="1639"/>
                    <a:pt x="493" y="1651"/>
                    <a:pt x="478" y="1651"/>
                  </a:cubicBezTo>
                  <a:cubicBezTo>
                    <a:pt x="329" y="1651"/>
                    <a:pt x="329" y="1651"/>
                    <a:pt x="329" y="1651"/>
                  </a:cubicBezTo>
                  <a:cubicBezTo>
                    <a:pt x="320" y="1651"/>
                    <a:pt x="312" y="1659"/>
                    <a:pt x="312" y="1668"/>
                  </a:cubicBezTo>
                  <a:cubicBezTo>
                    <a:pt x="312" y="1726"/>
                    <a:pt x="312" y="1726"/>
                    <a:pt x="312" y="1726"/>
                  </a:cubicBezTo>
                  <a:cubicBezTo>
                    <a:pt x="312" y="1741"/>
                    <a:pt x="300" y="1753"/>
                    <a:pt x="285" y="1753"/>
                  </a:cubicBezTo>
                  <a:cubicBezTo>
                    <a:pt x="88" y="1753"/>
                    <a:pt x="88" y="1753"/>
                    <a:pt x="88" y="1753"/>
                  </a:cubicBezTo>
                  <a:cubicBezTo>
                    <a:pt x="78" y="1753"/>
                    <a:pt x="70" y="1761"/>
                    <a:pt x="70" y="1771"/>
                  </a:cubicBezTo>
                  <a:cubicBezTo>
                    <a:pt x="70" y="1975"/>
                    <a:pt x="70" y="1975"/>
                    <a:pt x="70" y="1975"/>
                  </a:cubicBezTo>
                  <a:cubicBezTo>
                    <a:pt x="70" y="1985"/>
                    <a:pt x="78" y="1993"/>
                    <a:pt x="88" y="1993"/>
                  </a:cubicBezTo>
                  <a:cubicBezTo>
                    <a:pt x="180" y="1993"/>
                    <a:pt x="180" y="1993"/>
                    <a:pt x="180" y="1993"/>
                  </a:cubicBezTo>
                  <a:lnTo>
                    <a:pt x="180" y="2003"/>
                  </a:lnTo>
                  <a:close/>
                </a:path>
              </a:pathLst>
            </a:custGeom>
            <a:solidFill>
              <a:srgbClr val="968C6D"/>
            </a:solidFill>
            <a:ln w="9525" cap="flat" cmpd="sng">
              <a:solidFill>
                <a:srgbClr val="968C6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800" name="Google Shape;800;p83"/>
            <p:cNvSpPr/>
            <p:nvPr/>
          </p:nvSpPr>
          <p:spPr>
            <a:xfrm>
              <a:off x="8620977" y="333487"/>
              <a:ext cx="2772511" cy="6185689"/>
            </a:xfrm>
            <a:custGeom>
              <a:avLst/>
              <a:gdLst/>
              <a:ahLst/>
              <a:cxnLst/>
              <a:rect l="l" t="t" r="r" b="b"/>
              <a:pathLst>
                <a:path w="1354" h="3036" extrusionOk="0">
                  <a:moveTo>
                    <a:pt x="1326" y="2019"/>
                  </a:moveTo>
                  <a:cubicBezTo>
                    <a:pt x="1316" y="2019"/>
                    <a:pt x="1308" y="2011"/>
                    <a:pt x="1308" y="2001"/>
                  </a:cubicBezTo>
                  <a:cubicBezTo>
                    <a:pt x="1308" y="476"/>
                    <a:pt x="1308" y="476"/>
                    <a:pt x="1308" y="476"/>
                  </a:cubicBezTo>
                  <a:cubicBezTo>
                    <a:pt x="1308" y="461"/>
                    <a:pt x="1296" y="449"/>
                    <a:pt x="1281" y="449"/>
                  </a:cubicBezTo>
                  <a:cubicBezTo>
                    <a:pt x="1112" y="449"/>
                    <a:pt x="1112" y="449"/>
                    <a:pt x="1112" y="449"/>
                  </a:cubicBezTo>
                  <a:cubicBezTo>
                    <a:pt x="1102" y="449"/>
                    <a:pt x="1095" y="441"/>
                    <a:pt x="1095" y="431"/>
                  </a:cubicBezTo>
                  <a:cubicBezTo>
                    <a:pt x="1095" y="389"/>
                    <a:pt x="1095" y="389"/>
                    <a:pt x="1095" y="389"/>
                  </a:cubicBezTo>
                  <a:cubicBezTo>
                    <a:pt x="1095" y="374"/>
                    <a:pt x="1082" y="362"/>
                    <a:pt x="1067" y="362"/>
                  </a:cubicBezTo>
                  <a:cubicBezTo>
                    <a:pt x="989" y="362"/>
                    <a:pt x="989" y="362"/>
                    <a:pt x="989" y="362"/>
                  </a:cubicBezTo>
                  <a:cubicBezTo>
                    <a:pt x="979" y="362"/>
                    <a:pt x="971" y="354"/>
                    <a:pt x="971" y="344"/>
                  </a:cubicBezTo>
                  <a:cubicBezTo>
                    <a:pt x="971" y="92"/>
                    <a:pt x="971" y="92"/>
                    <a:pt x="971" y="92"/>
                  </a:cubicBezTo>
                  <a:cubicBezTo>
                    <a:pt x="971" y="77"/>
                    <a:pt x="959" y="65"/>
                    <a:pt x="944" y="65"/>
                  </a:cubicBezTo>
                  <a:cubicBezTo>
                    <a:pt x="921" y="65"/>
                    <a:pt x="921" y="65"/>
                    <a:pt x="921" y="65"/>
                  </a:cubicBezTo>
                  <a:cubicBezTo>
                    <a:pt x="911" y="65"/>
                    <a:pt x="903" y="57"/>
                    <a:pt x="903" y="47"/>
                  </a:cubicBezTo>
                  <a:cubicBezTo>
                    <a:pt x="903" y="28"/>
                    <a:pt x="903" y="28"/>
                    <a:pt x="903" y="28"/>
                  </a:cubicBezTo>
                  <a:cubicBezTo>
                    <a:pt x="903" y="13"/>
                    <a:pt x="891" y="0"/>
                    <a:pt x="876" y="0"/>
                  </a:cubicBezTo>
                  <a:cubicBezTo>
                    <a:pt x="308" y="0"/>
                    <a:pt x="308" y="0"/>
                    <a:pt x="308" y="0"/>
                  </a:cubicBezTo>
                  <a:cubicBezTo>
                    <a:pt x="293" y="0"/>
                    <a:pt x="280" y="13"/>
                    <a:pt x="280" y="28"/>
                  </a:cubicBezTo>
                  <a:cubicBezTo>
                    <a:pt x="280" y="215"/>
                    <a:pt x="280" y="215"/>
                    <a:pt x="280" y="215"/>
                  </a:cubicBezTo>
                  <a:cubicBezTo>
                    <a:pt x="280" y="230"/>
                    <a:pt x="293" y="243"/>
                    <a:pt x="308" y="243"/>
                  </a:cubicBezTo>
                  <a:cubicBezTo>
                    <a:pt x="381" y="243"/>
                    <a:pt x="381" y="243"/>
                    <a:pt x="381" y="243"/>
                  </a:cubicBezTo>
                  <a:cubicBezTo>
                    <a:pt x="390" y="243"/>
                    <a:pt x="398" y="250"/>
                    <a:pt x="398" y="260"/>
                  </a:cubicBezTo>
                  <a:cubicBezTo>
                    <a:pt x="398" y="367"/>
                    <a:pt x="398" y="367"/>
                    <a:pt x="398" y="367"/>
                  </a:cubicBezTo>
                  <a:cubicBezTo>
                    <a:pt x="398" y="377"/>
                    <a:pt x="390" y="384"/>
                    <a:pt x="381" y="384"/>
                  </a:cubicBezTo>
                  <a:cubicBezTo>
                    <a:pt x="131" y="384"/>
                    <a:pt x="131" y="384"/>
                    <a:pt x="131" y="384"/>
                  </a:cubicBezTo>
                  <a:cubicBezTo>
                    <a:pt x="116" y="384"/>
                    <a:pt x="104" y="397"/>
                    <a:pt x="104" y="412"/>
                  </a:cubicBezTo>
                  <a:cubicBezTo>
                    <a:pt x="104" y="466"/>
                    <a:pt x="104" y="466"/>
                    <a:pt x="104" y="466"/>
                  </a:cubicBezTo>
                  <a:cubicBezTo>
                    <a:pt x="104" y="481"/>
                    <a:pt x="116" y="493"/>
                    <a:pt x="131" y="493"/>
                  </a:cubicBezTo>
                  <a:cubicBezTo>
                    <a:pt x="209" y="493"/>
                    <a:pt x="209" y="493"/>
                    <a:pt x="209" y="493"/>
                  </a:cubicBezTo>
                  <a:cubicBezTo>
                    <a:pt x="218" y="493"/>
                    <a:pt x="226" y="501"/>
                    <a:pt x="226" y="511"/>
                  </a:cubicBezTo>
                  <a:cubicBezTo>
                    <a:pt x="226" y="653"/>
                    <a:pt x="226" y="653"/>
                    <a:pt x="226" y="653"/>
                  </a:cubicBezTo>
                  <a:cubicBezTo>
                    <a:pt x="226" y="662"/>
                    <a:pt x="218" y="670"/>
                    <a:pt x="209" y="670"/>
                  </a:cubicBezTo>
                  <a:cubicBezTo>
                    <a:pt x="27" y="670"/>
                    <a:pt x="27" y="670"/>
                    <a:pt x="27" y="670"/>
                  </a:cubicBezTo>
                  <a:cubicBezTo>
                    <a:pt x="12" y="670"/>
                    <a:pt x="0" y="682"/>
                    <a:pt x="0" y="697"/>
                  </a:cubicBezTo>
                  <a:cubicBezTo>
                    <a:pt x="0" y="799"/>
                    <a:pt x="0" y="799"/>
                    <a:pt x="0" y="799"/>
                  </a:cubicBezTo>
                  <a:cubicBezTo>
                    <a:pt x="0" y="814"/>
                    <a:pt x="12" y="826"/>
                    <a:pt x="27" y="826"/>
                  </a:cubicBezTo>
                  <a:cubicBezTo>
                    <a:pt x="63" y="826"/>
                    <a:pt x="63" y="826"/>
                    <a:pt x="63" y="826"/>
                  </a:cubicBezTo>
                  <a:cubicBezTo>
                    <a:pt x="78" y="826"/>
                    <a:pt x="90" y="814"/>
                    <a:pt x="90" y="799"/>
                  </a:cubicBezTo>
                  <a:cubicBezTo>
                    <a:pt x="90" y="781"/>
                    <a:pt x="90" y="781"/>
                    <a:pt x="90" y="781"/>
                  </a:cubicBezTo>
                  <a:cubicBezTo>
                    <a:pt x="90" y="772"/>
                    <a:pt x="98" y="764"/>
                    <a:pt x="108" y="764"/>
                  </a:cubicBezTo>
                  <a:cubicBezTo>
                    <a:pt x="167" y="764"/>
                    <a:pt x="167" y="764"/>
                    <a:pt x="167" y="764"/>
                  </a:cubicBezTo>
                  <a:cubicBezTo>
                    <a:pt x="177" y="764"/>
                    <a:pt x="184" y="772"/>
                    <a:pt x="184" y="781"/>
                  </a:cubicBezTo>
                  <a:cubicBezTo>
                    <a:pt x="184" y="880"/>
                    <a:pt x="184" y="880"/>
                    <a:pt x="184" y="880"/>
                  </a:cubicBezTo>
                  <a:cubicBezTo>
                    <a:pt x="184" y="895"/>
                    <a:pt x="197" y="907"/>
                    <a:pt x="212" y="907"/>
                  </a:cubicBezTo>
                  <a:cubicBezTo>
                    <a:pt x="295" y="907"/>
                    <a:pt x="295" y="907"/>
                    <a:pt x="295" y="907"/>
                  </a:cubicBezTo>
                  <a:cubicBezTo>
                    <a:pt x="295" y="897"/>
                    <a:pt x="295" y="897"/>
                    <a:pt x="295" y="897"/>
                  </a:cubicBezTo>
                  <a:cubicBezTo>
                    <a:pt x="212" y="897"/>
                    <a:pt x="212" y="897"/>
                    <a:pt x="212" y="897"/>
                  </a:cubicBezTo>
                  <a:cubicBezTo>
                    <a:pt x="202" y="897"/>
                    <a:pt x="194" y="890"/>
                    <a:pt x="194" y="880"/>
                  </a:cubicBezTo>
                  <a:cubicBezTo>
                    <a:pt x="194" y="781"/>
                    <a:pt x="194" y="781"/>
                    <a:pt x="194" y="781"/>
                  </a:cubicBezTo>
                  <a:cubicBezTo>
                    <a:pt x="194" y="766"/>
                    <a:pt x="182" y="754"/>
                    <a:pt x="167" y="754"/>
                  </a:cubicBezTo>
                  <a:cubicBezTo>
                    <a:pt x="108" y="754"/>
                    <a:pt x="108" y="754"/>
                    <a:pt x="108" y="754"/>
                  </a:cubicBezTo>
                  <a:cubicBezTo>
                    <a:pt x="93" y="754"/>
                    <a:pt x="80" y="766"/>
                    <a:pt x="80" y="781"/>
                  </a:cubicBezTo>
                  <a:cubicBezTo>
                    <a:pt x="80" y="799"/>
                    <a:pt x="80" y="799"/>
                    <a:pt x="80" y="799"/>
                  </a:cubicBezTo>
                  <a:cubicBezTo>
                    <a:pt x="80" y="808"/>
                    <a:pt x="72" y="816"/>
                    <a:pt x="63" y="816"/>
                  </a:cubicBezTo>
                  <a:cubicBezTo>
                    <a:pt x="27" y="816"/>
                    <a:pt x="27" y="816"/>
                    <a:pt x="27" y="816"/>
                  </a:cubicBezTo>
                  <a:cubicBezTo>
                    <a:pt x="18" y="816"/>
                    <a:pt x="10" y="808"/>
                    <a:pt x="10" y="799"/>
                  </a:cubicBezTo>
                  <a:cubicBezTo>
                    <a:pt x="10" y="697"/>
                    <a:pt x="10" y="697"/>
                    <a:pt x="10" y="697"/>
                  </a:cubicBezTo>
                  <a:cubicBezTo>
                    <a:pt x="10" y="688"/>
                    <a:pt x="18" y="680"/>
                    <a:pt x="27" y="680"/>
                  </a:cubicBezTo>
                  <a:cubicBezTo>
                    <a:pt x="209" y="680"/>
                    <a:pt x="209" y="680"/>
                    <a:pt x="209" y="680"/>
                  </a:cubicBezTo>
                  <a:cubicBezTo>
                    <a:pt x="224" y="680"/>
                    <a:pt x="236" y="668"/>
                    <a:pt x="236" y="653"/>
                  </a:cubicBezTo>
                  <a:cubicBezTo>
                    <a:pt x="236" y="511"/>
                    <a:pt x="236" y="511"/>
                    <a:pt x="236" y="511"/>
                  </a:cubicBezTo>
                  <a:cubicBezTo>
                    <a:pt x="236" y="496"/>
                    <a:pt x="224" y="483"/>
                    <a:pt x="209" y="483"/>
                  </a:cubicBezTo>
                  <a:cubicBezTo>
                    <a:pt x="131" y="483"/>
                    <a:pt x="131" y="483"/>
                    <a:pt x="131" y="483"/>
                  </a:cubicBezTo>
                  <a:cubicBezTo>
                    <a:pt x="122" y="483"/>
                    <a:pt x="114" y="476"/>
                    <a:pt x="114" y="466"/>
                  </a:cubicBezTo>
                  <a:cubicBezTo>
                    <a:pt x="114" y="412"/>
                    <a:pt x="114" y="412"/>
                    <a:pt x="114" y="412"/>
                  </a:cubicBezTo>
                  <a:cubicBezTo>
                    <a:pt x="114" y="402"/>
                    <a:pt x="122" y="394"/>
                    <a:pt x="131" y="394"/>
                  </a:cubicBezTo>
                  <a:cubicBezTo>
                    <a:pt x="381" y="394"/>
                    <a:pt x="381" y="394"/>
                    <a:pt x="381" y="394"/>
                  </a:cubicBezTo>
                  <a:cubicBezTo>
                    <a:pt x="396" y="394"/>
                    <a:pt x="408" y="382"/>
                    <a:pt x="408" y="367"/>
                  </a:cubicBezTo>
                  <a:cubicBezTo>
                    <a:pt x="408" y="260"/>
                    <a:pt x="408" y="260"/>
                    <a:pt x="408" y="260"/>
                  </a:cubicBezTo>
                  <a:cubicBezTo>
                    <a:pt x="408" y="245"/>
                    <a:pt x="396" y="232"/>
                    <a:pt x="381" y="232"/>
                  </a:cubicBezTo>
                  <a:cubicBezTo>
                    <a:pt x="308" y="232"/>
                    <a:pt x="308" y="232"/>
                    <a:pt x="308" y="232"/>
                  </a:cubicBezTo>
                  <a:cubicBezTo>
                    <a:pt x="298" y="232"/>
                    <a:pt x="291" y="225"/>
                    <a:pt x="291" y="215"/>
                  </a:cubicBezTo>
                  <a:cubicBezTo>
                    <a:pt x="291" y="28"/>
                    <a:pt x="291" y="28"/>
                    <a:pt x="291" y="28"/>
                  </a:cubicBezTo>
                  <a:cubicBezTo>
                    <a:pt x="291" y="18"/>
                    <a:pt x="298" y="11"/>
                    <a:pt x="308" y="11"/>
                  </a:cubicBezTo>
                  <a:cubicBezTo>
                    <a:pt x="876" y="11"/>
                    <a:pt x="876" y="11"/>
                    <a:pt x="876" y="11"/>
                  </a:cubicBezTo>
                  <a:cubicBezTo>
                    <a:pt x="886" y="11"/>
                    <a:pt x="893" y="18"/>
                    <a:pt x="893" y="28"/>
                  </a:cubicBezTo>
                  <a:cubicBezTo>
                    <a:pt x="893" y="47"/>
                    <a:pt x="893" y="47"/>
                    <a:pt x="893" y="47"/>
                  </a:cubicBezTo>
                  <a:cubicBezTo>
                    <a:pt x="893" y="62"/>
                    <a:pt x="906" y="75"/>
                    <a:pt x="921" y="75"/>
                  </a:cubicBezTo>
                  <a:cubicBezTo>
                    <a:pt x="944" y="75"/>
                    <a:pt x="944" y="75"/>
                    <a:pt x="944" y="75"/>
                  </a:cubicBezTo>
                  <a:cubicBezTo>
                    <a:pt x="954" y="75"/>
                    <a:pt x="961" y="83"/>
                    <a:pt x="961" y="92"/>
                  </a:cubicBezTo>
                  <a:cubicBezTo>
                    <a:pt x="961" y="344"/>
                    <a:pt x="961" y="344"/>
                    <a:pt x="961" y="344"/>
                  </a:cubicBezTo>
                  <a:cubicBezTo>
                    <a:pt x="961" y="359"/>
                    <a:pt x="974" y="372"/>
                    <a:pt x="989" y="372"/>
                  </a:cubicBezTo>
                  <a:cubicBezTo>
                    <a:pt x="1067" y="372"/>
                    <a:pt x="1067" y="372"/>
                    <a:pt x="1067" y="372"/>
                  </a:cubicBezTo>
                  <a:cubicBezTo>
                    <a:pt x="1077" y="372"/>
                    <a:pt x="1085" y="380"/>
                    <a:pt x="1085" y="389"/>
                  </a:cubicBezTo>
                  <a:cubicBezTo>
                    <a:pt x="1085" y="431"/>
                    <a:pt x="1085" y="431"/>
                    <a:pt x="1085" y="431"/>
                  </a:cubicBezTo>
                  <a:cubicBezTo>
                    <a:pt x="1085" y="446"/>
                    <a:pt x="1097" y="459"/>
                    <a:pt x="1112" y="459"/>
                  </a:cubicBezTo>
                  <a:cubicBezTo>
                    <a:pt x="1281" y="459"/>
                    <a:pt x="1281" y="459"/>
                    <a:pt x="1281" y="459"/>
                  </a:cubicBezTo>
                  <a:cubicBezTo>
                    <a:pt x="1291" y="459"/>
                    <a:pt x="1298" y="467"/>
                    <a:pt x="1298" y="476"/>
                  </a:cubicBezTo>
                  <a:cubicBezTo>
                    <a:pt x="1298" y="2001"/>
                    <a:pt x="1298" y="2001"/>
                    <a:pt x="1298" y="2001"/>
                  </a:cubicBezTo>
                  <a:cubicBezTo>
                    <a:pt x="1298" y="2017"/>
                    <a:pt x="1311" y="2029"/>
                    <a:pt x="1326" y="2029"/>
                  </a:cubicBezTo>
                  <a:cubicBezTo>
                    <a:pt x="1336" y="2029"/>
                    <a:pt x="1344" y="2037"/>
                    <a:pt x="1344" y="2046"/>
                  </a:cubicBezTo>
                  <a:cubicBezTo>
                    <a:pt x="1344" y="2440"/>
                    <a:pt x="1344" y="2440"/>
                    <a:pt x="1344" y="2440"/>
                  </a:cubicBezTo>
                  <a:cubicBezTo>
                    <a:pt x="1344" y="2449"/>
                    <a:pt x="1336" y="2457"/>
                    <a:pt x="1326" y="2457"/>
                  </a:cubicBezTo>
                  <a:cubicBezTo>
                    <a:pt x="1242" y="2457"/>
                    <a:pt x="1242" y="2457"/>
                    <a:pt x="1242" y="2457"/>
                  </a:cubicBezTo>
                  <a:cubicBezTo>
                    <a:pt x="1227" y="2457"/>
                    <a:pt x="1215" y="2469"/>
                    <a:pt x="1215" y="2485"/>
                  </a:cubicBezTo>
                  <a:cubicBezTo>
                    <a:pt x="1215" y="2528"/>
                    <a:pt x="1215" y="2528"/>
                    <a:pt x="1215" y="2528"/>
                  </a:cubicBezTo>
                  <a:cubicBezTo>
                    <a:pt x="1215" y="2543"/>
                    <a:pt x="1227" y="2555"/>
                    <a:pt x="1242" y="2555"/>
                  </a:cubicBezTo>
                  <a:cubicBezTo>
                    <a:pt x="1281" y="2555"/>
                    <a:pt x="1281" y="2555"/>
                    <a:pt x="1281" y="2555"/>
                  </a:cubicBezTo>
                  <a:cubicBezTo>
                    <a:pt x="1291" y="2555"/>
                    <a:pt x="1298" y="2563"/>
                    <a:pt x="1298" y="2573"/>
                  </a:cubicBezTo>
                  <a:cubicBezTo>
                    <a:pt x="1298" y="2716"/>
                    <a:pt x="1298" y="2716"/>
                    <a:pt x="1298" y="2716"/>
                  </a:cubicBezTo>
                  <a:cubicBezTo>
                    <a:pt x="1298" y="2726"/>
                    <a:pt x="1291" y="2734"/>
                    <a:pt x="1281" y="2734"/>
                  </a:cubicBezTo>
                  <a:cubicBezTo>
                    <a:pt x="1161" y="2734"/>
                    <a:pt x="1161" y="2734"/>
                    <a:pt x="1161" y="2734"/>
                  </a:cubicBezTo>
                  <a:cubicBezTo>
                    <a:pt x="1146" y="2734"/>
                    <a:pt x="1134" y="2746"/>
                    <a:pt x="1134" y="2761"/>
                  </a:cubicBezTo>
                  <a:cubicBezTo>
                    <a:pt x="1134" y="2882"/>
                    <a:pt x="1134" y="2882"/>
                    <a:pt x="1134" y="2882"/>
                  </a:cubicBezTo>
                  <a:cubicBezTo>
                    <a:pt x="1134" y="2891"/>
                    <a:pt x="1126" y="2899"/>
                    <a:pt x="1117" y="2899"/>
                  </a:cubicBezTo>
                  <a:cubicBezTo>
                    <a:pt x="1059" y="2899"/>
                    <a:pt x="1059" y="2899"/>
                    <a:pt x="1059" y="2899"/>
                  </a:cubicBezTo>
                  <a:cubicBezTo>
                    <a:pt x="1044" y="2899"/>
                    <a:pt x="1031" y="2911"/>
                    <a:pt x="1031" y="2927"/>
                  </a:cubicBezTo>
                  <a:cubicBezTo>
                    <a:pt x="1031" y="3009"/>
                    <a:pt x="1031" y="3009"/>
                    <a:pt x="1031" y="3009"/>
                  </a:cubicBezTo>
                  <a:cubicBezTo>
                    <a:pt x="1031" y="3018"/>
                    <a:pt x="1024" y="3026"/>
                    <a:pt x="1014" y="3026"/>
                  </a:cubicBezTo>
                  <a:cubicBezTo>
                    <a:pt x="612" y="3026"/>
                    <a:pt x="612" y="3026"/>
                    <a:pt x="612" y="3026"/>
                  </a:cubicBezTo>
                  <a:cubicBezTo>
                    <a:pt x="603" y="3026"/>
                    <a:pt x="595" y="3018"/>
                    <a:pt x="595" y="3009"/>
                  </a:cubicBezTo>
                  <a:cubicBezTo>
                    <a:pt x="595" y="2998"/>
                    <a:pt x="595" y="2998"/>
                    <a:pt x="595" y="2998"/>
                  </a:cubicBezTo>
                  <a:cubicBezTo>
                    <a:pt x="595" y="2983"/>
                    <a:pt x="583" y="2970"/>
                    <a:pt x="568" y="2970"/>
                  </a:cubicBezTo>
                  <a:cubicBezTo>
                    <a:pt x="451" y="2970"/>
                    <a:pt x="451" y="2970"/>
                    <a:pt x="451" y="2970"/>
                  </a:cubicBezTo>
                  <a:cubicBezTo>
                    <a:pt x="442" y="2970"/>
                    <a:pt x="434" y="2963"/>
                    <a:pt x="434" y="2953"/>
                  </a:cubicBezTo>
                  <a:cubicBezTo>
                    <a:pt x="434" y="2891"/>
                    <a:pt x="434" y="2891"/>
                    <a:pt x="434" y="2891"/>
                  </a:cubicBezTo>
                  <a:cubicBezTo>
                    <a:pt x="424" y="2891"/>
                    <a:pt x="424" y="2891"/>
                    <a:pt x="424" y="2891"/>
                  </a:cubicBezTo>
                  <a:cubicBezTo>
                    <a:pt x="424" y="2953"/>
                    <a:pt x="424" y="2953"/>
                    <a:pt x="424" y="2953"/>
                  </a:cubicBezTo>
                  <a:cubicBezTo>
                    <a:pt x="424" y="2968"/>
                    <a:pt x="436" y="2980"/>
                    <a:pt x="451" y="2980"/>
                  </a:cubicBezTo>
                  <a:cubicBezTo>
                    <a:pt x="568" y="2980"/>
                    <a:pt x="568" y="2980"/>
                    <a:pt x="568" y="2980"/>
                  </a:cubicBezTo>
                  <a:cubicBezTo>
                    <a:pt x="577" y="2980"/>
                    <a:pt x="585" y="2988"/>
                    <a:pt x="585" y="2998"/>
                  </a:cubicBezTo>
                  <a:cubicBezTo>
                    <a:pt x="585" y="3009"/>
                    <a:pt x="585" y="3009"/>
                    <a:pt x="585" y="3009"/>
                  </a:cubicBezTo>
                  <a:cubicBezTo>
                    <a:pt x="585" y="3024"/>
                    <a:pt x="597" y="3036"/>
                    <a:pt x="612" y="3036"/>
                  </a:cubicBezTo>
                  <a:cubicBezTo>
                    <a:pt x="1014" y="3036"/>
                    <a:pt x="1014" y="3036"/>
                    <a:pt x="1014" y="3036"/>
                  </a:cubicBezTo>
                  <a:cubicBezTo>
                    <a:pt x="1029" y="3036"/>
                    <a:pt x="1041" y="3024"/>
                    <a:pt x="1041" y="3009"/>
                  </a:cubicBezTo>
                  <a:cubicBezTo>
                    <a:pt x="1041" y="2927"/>
                    <a:pt x="1041" y="2927"/>
                    <a:pt x="1041" y="2927"/>
                  </a:cubicBezTo>
                  <a:cubicBezTo>
                    <a:pt x="1041" y="2917"/>
                    <a:pt x="1049" y="2909"/>
                    <a:pt x="1059" y="2909"/>
                  </a:cubicBezTo>
                  <a:cubicBezTo>
                    <a:pt x="1117" y="2909"/>
                    <a:pt x="1117" y="2909"/>
                    <a:pt x="1117" y="2909"/>
                  </a:cubicBezTo>
                  <a:cubicBezTo>
                    <a:pt x="1132" y="2909"/>
                    <a:pt x="1144" y="2897"/>
                    <a:pt x="1144" y="2882"/>
                  </a:cubicBezTo>
                  <a:cubicBezTo>
                    <a:pt x="1144" y="2761"/>
                    <a:pt x="1144" y="2761"/>
                    <a:pt x="1144" y="2761"/>
                  </a:cubicBezTo>
                  <a:cubicBezTo>
                    <a:pt x="1144" y="2752"/>
                    <a:pt x="1152" y="2744"/>
                    <a:pt x="1161" y="2744"/>
                  </a:cubicBezTo>
                  <a:cubicBezTo>
                    <a:pt x="1281" y="2744"/>
                    <a:pt x="1281" y="2744"/>
                    <a:pt x="1281" y="2744"/>
                  </a:cubicBezTo>
                  <a:cubicBezTo>
                    <a:pt x="1296" y="2744"/>
                    <a:pt x="1308" y="2731"/>
                    <a:pt x="1308" y="2716"/>
                  </a:cubicBezTo>
                  <a:cubicBezTo>
                    <a:pt x="1308" y="2573"/>
                    <a:pt x="1308" y="2573"/>
                    <a:pt x="1308" y="2573"/>
                  </a:cubicBezTo>
                  <a:cubicBezTo>
                    <a:pt x="1308" y="2558"/>
                    <a:pt x="1296" y="2545"/>
                    <a:pt x="1281" y="2545"/>
                  </a:cubicBezTo>
                  <a:cubicBezTo>
                    <a:pt x="1242" y="2545"/>
                    <a:pt x="1242" y="2545"/>
                    <a:pt x="1242" y="2545"/>
                  </a:cubicBezTo>
                  <a:cubicBezTo>
                    <a:pt x="1233" y="2545"/>
                    <a:pt x="1225" y="2537"/>
                    <a:pt x="1225" y="2528"/>
                  </a:cubicBezTo>
                  <a:cubicBezTo>
                    <a:pt x="1225" y="2485"/>
                    <a:pt x="1225" y="2485"/>
                    <a:pt x="1225" y="2485"/>
                  </a:cubicBezTo>
                  <a:cubicBezTo>
                    <a:pt x="1225" y="2475"/>
                    <a:pt x="1233" y="2467"/>
                    <a:pt x="1242" y="2467"/>
                  </a:cubicBezTo>
                  <a:cubicBezTo>
                    <a:pt x="1326" y="2467"/>
                    <a:pt x="1326" y="2467"/>
                    <a:pt x="1326" y="2467"/>
                  </a:cubicBezTo>
                  <a:cubicBezTo>
                    <a:pt x="1341" y="2467"/>
                    <a:pt x="1354" y="2455"/>
                    <a:pt x="1354" y="2440"/>
                  </a:cubicBezTo>
                  <a:cubicBezTo>
                    <a:pt x="1354" y="2046"/>
                    <a:pt x="1354" y="2046"/>
                    <a:pt x="1354" y="2046"/>
                  </a:cubicBezTo>
                  <a:cubicBezTo>
                    <a:pt x="1354" y="2031"/>
                    <a:pt x="1341" y="2019"/>
                    <a:pt x="1326" y="2019"/>
                  </a:cubicBezTo>
                  <a:close/>
                </a:path>
              </a:pathLst>
            </a:custGeom>
            <a:solidFill>
              <a:srgbClr val="968C6D"/>
            </a:solidFill>
            <a:ln w="9525" cap="flat" cmpd="sng">
              <a:solidFill>
                <a:srgbClr val="968C6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sp>
        <p:nvSpPr>
          <p:cNvPr id="2" name="TextBox 1">
            <a:extLst>
              <a:ext uri="{FF2B5EF4-FFF2-40B4-BE49-F238E27FC236}">
                <a16:creationId xmlns:a16="http://schemas.microsoft.com/office/drawing/2014/main" id="{6C9EAC86-FD4E-470A-8704-273A39246864}"/>
              </a:ext>
            </a:extLst>
          </p:cNvPr>
          <p:cNvSpPr txBox="1"/>
          <p:nvPr/>
        </p:nvSpPr>
        <p:spPr>
          <a:xfrm>
            <a:off x="224852" y="6210899"/>
            <a:ext cx="2218535" cy="307777"/>
          </a:xfrm>
          <a:prstGeom prst="rect">
            <a:avLst/>
          </a:prstGeom>
          <a:noFill/>
        </p:spPr>
        <p:txBody>
          <a:bodyPr wrap="square" rtlCol="0">
            <a:spAutoFit/>
          </a:bodyPr>
          <a:lstStyle/>
          <a:p>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9C9C351-B0ED-4AE4-95BA-DF1F62D42764}"/>
              </a:ext>
            </a:extLst>
          </p:cNvPr>
          <p:cNvSpPr/>
          <p:nvPr/>
        </p:nvSpPr>
        <p:spPr>
          <a:xfrm>
            <a:off x="-165256" y="1069318"/>
            <a:ext cx="12357256" cy="3544886"/>
          </a:xfrm>
          <a:prstGeom prst="rect">
            <a:avLst/>
          </a:prstGeom>
          <a:solidFill>
            <a:schemeClr val="tx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1BEB54E6-E6B3-461A-BF3C-65E986017919}"/>
              </a:ext>
            </a:extLst>
          </p:cNvPr>
          <p:cNvSpPr>
            <a:spLocks noGrp="1"/>
          </p:cNvSpPr>
          <p:nvPr>
            <p:ph type="title"/>
          </p:nvPr>
        </p:nvSpPr>
        <p:spPr/>
        <p:txBody>
          <a:bodyPr/>
          <a:lstStyle/>
          <a:p>
            <a:r>
              <a:rPr lang="en-US" dirty="0"/>
              <a:t>Table of Contents</a:t>
            </a:r>
          </a:p>
        </p:txBody>
      </p:sp>
      <p:grpSp>
        <p:nvGrpSpPr>
          <p:cNvPr id="25" name="Group 24">
            <a:extLst>
              <a:ext uri="{FF2B5EF4-FFF2-40B4-BE49-F238E27FC236}">
                <a16:creationId xmlns:a16="http://schemas.microsoft.com/office/drawing/2014/main" id="{09D30AF2-8B60-4080-BF71-341517DB08D6}"/>
              </a:ext>
            </a:extLst>
          </p:cNvPr>
          <p:cNvGrpSpPr/>
          <p:nvPr/>
        </p:nvGrpSpPr>
        <p:grpSpPr>
          <a:xfrm>
            <a:off x="8108513" y="1069317"/>
            <a:ext cx="2920558" cy="3628783"/>
            <a:chOff x="7537242" y="804255"/>
            <a:chExt cx="3548977" cy="5375895"/>
          </a:xfrm>
        </p:grpSpPr>
        <p:grpSp>
          <p:nvGrpSpPr>
            <p:cNvPr id="26" name="Group 25">
              <a:extLst>
                <a:ext uri="{FF2B5EF4-FFF2-40B4-BE49-F238E27FC236}">
                  <a16:creationId xmlns:a16="http://schemas.microsoft.com/office/drawing/2014/main" id="{8A2C4CB4-D27C-4F7C-9095-11F59E22FD2F}"/>
                </a:ext>
              </a:extLst>
            </p:cNvPr>
            <p:cNvGrpSpPr/>
            <p:nvPr/>
          </p:nvGrpSpPr>
          <p:grpSpPr>
            <a:xfrm>
              <a:off x="7537242" y="804255"/>
              <a:ext cx="3548977" cy="5375895"/>
              <a:chOff x="6408911" y="683989"/>
              <a:chExt cx="3017693" cy="4572000"/>
            </a:xfrm>
          </p:grpSpPr>
          <p:pic>
            <p:nvPicPr>
              <p:cNvPr id="40" name="Picture 4" descr="C:\Users\900917\Desktop\digital1.png">
                <a:extLst>
                  <a:ext uri="{FF2B5EF4-FFF2-40B4-BE49-F238E27FC236}">
                    <a16:creationId xmlns:a16="http://schemas.microsoft.com/office/drawing/2014/main" id="{726932BC-98DB-4404-9D68-4D8F70218F6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08911" y="683989"/>
                <a:ext cx="3017693" cy="4572000"/>
              </a:xfrm>
              <a:prstGeom prst="rect">
                <a:avLst/>
              </a:prstGeom>
              <a:noFill/>
              <a:extLst>
                <a:ext uri="{909E8E84-426E-40DD-AFC4-6F175D3DCCD1}">
                  <a14:hiddenFill xmlns:a14="http://schemas.microsoft.com/office/drawing/2010/main">
                    <a:solidFill>
                      <a:srgbClr val="FFFFFF"/>
                    </a:solidFill>
                  </a14:hiddenFill>
                </a:ext>
              </a:extLst>
            </p:spPr>
          </p:pic>
          <p:sp>
            <p:nvSpPr>
              <p:cNvPr id="41" name="Oval 40">
                <a:extLst>
                  <a:ext uri="{FF2B5EF4-FFF2-40B4-BE49-F238E27FC236}">
                    <a16:creationId xmlns:a16="http://schemas.microsoft.com/office/drawing/2014/main" id="{F5BA03A3-DDAA-48A3-A4B8-C6C01CA22EBC}"/>
                  </a:ext>
                </a:extLst>
              </p:cNvPr>
              <p:cNvSpPr/>
              <p:nvPr/>
            </p:nvSpPr>
            <p:spPr bwMode="auto">
              <a:xfrm>
                <a:off x="6768951" y="1548085"/>
                <a:ext cx="396000" cy="3240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1074720" rtl="0" eaLnBrk="1" fontAlgn="base" latinLnBrk="0" hangingPunct="1">
                  <a:lnSpc>
                    <a:spcPct val="100000"/>
                  </a:lnSpc>
                  <a:spcBef>
                    <a:spcPct val="0"/>
                  </a:spcBef>
                  <a:spcAft>
                    <a:spcPct val="0"/>
                  </a:spcAft>
                  <a:buClrTx/>
                  <a:buSzTx/>
                  <a:buFontTx/>
                  <a:buNone/>
                  <a:tabLst/>
                  <a:defRPr/>
                </a:pPr>
                <a:endParaRPr kumimoji="0" lang="en-GB" sz="26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a:ea typeface="Segoe UI" pitchFamily="34" charset="0"/>
                  <a:cs typeface="Segoe UI" pitchFamily="34" charset="0"/>
                  <a:sym typeface="Arial"/>
                </a:endParaRPr>
              </a:p>
            </p:txBody>
          </p:sp>
          <p:sp>
            <p:nvSpPr>
              <p:cNvPr id="42" name="Oval 41">
                <a:extLst>
                  <a:ext uri="{FF2B5EF4-FFF2-40B4-BE49-F238E27FC236}">
                    <a16:creationId xmlns:a16="http://schemas.microsoft.com/office/drawing/2014/main" id="{6378F3F8-34FE-4718-B803-96FC027A7199}"/>
                  </a:ext>
                </a:extLst>
              </p:cNvPr>
              <p:cNvSpPr/>
              <p:nvPr/>
            </p:nvSpPr>
            <p:spPr bwMode="auto">
              <a:xfrm>
                <a:off x="7205202" y="1172120"/>
                <a:ext cx="396000" cy="3600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1074720" rtl="0" eaLnBrk="1" fontAlgn="base" latinLnBrk="0" hangingPunct="1">
                  <a:lnSpc>
                    <a:spcPct val="100000"/>
                  </a:lnSpc>
                  <a:spcBef>
                    <a:spcPct val="0"/>
                  </a:spcBef>
                  <a:spcAft>
                    <a:spcPct val="0"/>
                  </a:spcAft>
                  <a:buClrTx/>
                  <a:buSzTx/>
                  <a:buFontTx/>
                  <a:buNone/>
                  <a:tabLst/>
                  <a:defRPr/>
                </a:pPr>
                <a:endParaRPr kumimoji="0" lang="en-GB" sz="26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a:ea typeface="Segoe UI" pitchFamily="34" charset="0"/>
                  <a:cs typeface="Segoe UI" pitchFamily="34" charset="0"/>
                  <a:sym typeface="Arial"/>
                </a:endParaRPr>
              </a:p>
            </p:txBody>
          </p:sp>
          <p:sp>
            <p:nvSpPr>
              <p:cNvPr id="43" name="Oval 42">
                <a:extLst>
                  <a:ext uri="{FF2B5EF4-FFF2-40B4-BE49-F238E27FC236}">
                    <a16:creationId xmlns:a16="http://schemas.microsoft.com/office/drawing/2014/main" id="{900A04E2-0333-415E-A35C-5ACC7A6F5EA8}"/>
                  </a:ext>
                </a:extLst>
              </p:cNvPr>
              <p:cNvSpPr/>
              <p:nvPr/>
            </p:nvSpPr>
            <p:spPr bwMode="auto">
              <a:xfrm>
                <a:off x="7753602" y="908133"/>
                <a:ext cx="396000" cy="4320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1074720" rtl="0" eaLnBrk="1" fontAlgn="base" latinLnBrk="0" hangingPunct="1">
                  <a:lnSpc>
                    <a:spcPct val="100000"/>
                  </a:lnSpc>
                  <a:spcBef>
                    <a:spcPct val="0"/>
                  </a:spcBef>
                  <a:spcAft>
                    <a:spcPct val="0"/>
                  </a:spcAft>
                  <a:buClrTx/>
                  <a:buSzTx/>
                  <a:buFontTx/>
                  <a:buNone/>
                  <a:tabLst/>
                  <a:defRPr/>
                </a:pPr>
                <a:endParaRPr kumimoji="0" lang="en-GB" sz="26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a:ea typeface="Segoe UI" pitchFamily="34" charset="0"/>
                  <a:cs typeface="Segoe UI" pitchFamily="34" charset="0"/>
                  <a:sym typeface="Arial"/>
                </a:endParaRPr>
              </a:p>
            </p:txBody>
          </p:sp>
          <p:sp>
            <p:nvSpPr>
              <p:cNvPr id="44" name="Oval 43">
                <a:extLst>
                  <a:ext uri="{FF2B5EF4-FFF2-40B4-BE49-F238E27FC236}">
                    <a16:creationId xmlns:a16="http://schemas.microsoft.com/office/drawing/2014/main" id="{4081E6B4-EA81-45C8-8BE6-9D001A7999C5}"/>
                  </a:ext>
                </a:extLst>
              </p:cNvPr>
              <p:cNvSpPr/>
              <p:nvPr/>
            </p:nvSpPr>
            <p:spPr bwMode="auto">
              <a:xfrm>
                <a:off x="8349627" y="1100120"/>
                <a:ext cx="360000" cy="3960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1074720" rtl="0" eaLnBrk="1" fontAlgn="base" latinLnBrk="0" hangingPunct="1">
                  <a:lnSpc>
                    <a:spcPct val="100000"/>
                  </a:lnSpc>
                  <a:spcBef>
                    <a:spcPct val="0"/>
                  </a:spcBef>
                  <a:spcAft>
                    <a:spcPct val="0"/>
                  </a:spcAft>
                  <a:buClrTx/>
                  <a:buSzTx/>
                  <a:buFontTx/>
                  <a:buNone/>
                  <a:tabLst/>
                  <a:defRPr/>
                </a:pPr>
                <a:endParaRPr kumimoji="0" lang="en-GB" sz="26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a:ea typeface="Segoe UI" pitchFamily="34" charset="0"/>
                  <a:cs typeface="Segoe UI" pitchFamily="34" charset="0"/>
                  <a:sym typeface="Arial"/>
                </a:endParaRPr>
              </a:p>
            </p:txBody>
          </p:sp>
          <p:sp>
            <p:nvSpPr>
              <p:cNvPr id="45" name="Oval 44">
                <a:extLst>
                  <a:ext uri="{FF2B5EF4-FFF2-40B4-BE49-F238E27FC236}">
                    <a16:creationId xmlns:a16="http://schemas.microsoft.com/office/drawing/2014/main" id="{0FE55F78-58D7-4CDB-9039-D3670B1C839A}"/>
                  </a:ext>
                </a:extLst>
              </p:cNvPr>
              <p:cNvSpPr/>
              <p:nvPr/>
            </p:nvSpPr>
            <p:spPr bwMode="auto">
              <a:xfrm>
                <a:off x="8662977" y="1604414"/>
                <a:ext cx="360000" cy="3960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1074720" rtl="0" eaLnBrk="1" fontAlgn="base" latinLnBrk="0" hangingPunct="1">
                  <a:lnSpc>
                    <a:spcPct val="100000"/>
                  </a:lnSpc>
                  <a:spcBef>
                    <a:spcPct val="0"/>
                  </a:spcBef>
                  <a:spcAft>
                    <a:spcPct val="0"/>
                  </a:spcAft>
                  <a:buClrTx/>
                  <a:buSzTx/>
                  <a:buFontTx/>
                  <a:buNone/>
                  <a:tabLst/>
                  <a:defRPr/>
                </a:pPr>
                <a:endParaRPr kumimoji="0" lang="en-GB" sz="26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a:ea typeface="Segoe UI" pitchFamily="34" charset="0"/>
                  <a:cs typeface="Segoe UI" pitchFamily="34" charset="0"/>
                  <a:sym typeface="Arial"/>
                </a:endParaRPr>
              </a:p>
            </p:txBody>
          </p:sp>
          <p:sp>
            <p:nvSpPr>
              <p:cNvPr id="46" name="Oval 45">
                <a:extLst>
                  <a:ext uri="{FF2B5EF4-FFF2-40B4-BE49-F238E27FC236}">
                    <a16:creationId xmlns:a16="http://schemas.microsoft.com/office/drawing/2014/main" id="{2EE88C03-BB96-4552-A261-D2F1CF3301EA}"/>
                  </a:ext>
                </a:extLst>
              </p:cNvPr>
              <p:cNvSpPr/>
              <p:nvPr/>
            </p:nvSpPr>
            <p:spPr bwMode="auto">
              <a:xfrm>
                <a:off x="6961602" y="2108929"/>
                <a:ext cx="396000" cy="3600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1074720" rtl="0" eaLnBrk="1" fontAlgn="base" latinLnBrk="0" hangingPunct="1">
                  <a:lnSpc>
                    <a:spcPct val="100000"/>
                  </a:lnSpc>
                  <a:spcBef>
                    <a:spcPct val="0"/>
                  </a:spcBef>
                  <a:spcAft>
                    <a:spcPct val="0"/>
                  </a:spcAft>
                  <a:buClrTx/>
                  <a:buSzTx/>
                  <a:buFontTx/>
                  <a:buNone/>
                  <a:tabLst/>
                  <a:defRPr/>
                </a:pPr>
                <a:endParaRPr kumimoji="0" lang="en-GB" sz="26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a:ea typeface="Segoe UI" pitchFamily="34" charset="0"/>
                  <a:cs typeface="Segoe UI" pitchFamily="34" charset="0"/>
                  <a:sym typeface="Arial"/>
                </a:endParaRPr>
              </a:p>
            </p:txBody>
          </p:sp>
          <p:sp>
            <p:nvSpPr>
              <p:cNvPr id="47" name="Oval 46">
                <a:extLst>
                  <a:ext uri="{FF2B5EF4-FFF2-40B4-BE49-F238E27FC236}">
                    <a16:creationId xmlns:a16="http://schemas.microsoft.com/office/drawing/2014/main" id="{B42546AD-7BAA-4245-A3D8-6A9E83883184}"/>
                  </a:ext>
                </a:extLst>
              </p:cNvPr>
              <p:cNvSpPr/>
              <p:nvPr/>
            </p:nvSpPr>
            <p:spPr bwMode="auto">
              <a:xfrm>
                <a:off x="7507954" y="1604414"/>
                <a:ext cx="288000" cy="3240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1074720" rtl="0" eaLnBrk="1" fontAlgn="base" latinLnBrk="0" hangingPunct="1">
                  <a:lnSpc>
                    <a:spcPct val="100000"/>
                  </a:lnSpc>
                  <a:spcBef>
                    <a:spcPct val="0"/>
                  </a:spcBef>
                  <a:spcAft>
                    <a:spcPct val="0"/>
                  </a:spcAft>
                  <a:buClrTx/>
                  <a:buSzTx/>
                  <a:buFontTx/>
                  <a:buNone/>
                  <a:tabLst/>
                  <a:defRPr/>
                </a:pPr>
                <a:endParaRPr kumimoji="0" lang="en-GB" sz="26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a:ea typeface="Segoe UI" pitchFamily="34" charset="0"/>
                  <a:cs typeface="Segoe UI" pitchFamily="34" charset="0"/>
                  <a:sym typeface="Arial"/>
                </a:endParaRPr>
              </a:p>
            </p:txBody>
          </p:sp>
          <p:sp>
            <p:nvSpPr>
              <p:cNvPr id="48" name="Oval 47">
                <a:extLst>
                  <a:ext uri="{FF2B5EF4-FFF2-40B4-BE49-F238E27FC236}">
                    <a16:creationId xmlns:a16="http://schemas.microsoft.com/office/drawing/2014/main" id="{58FDF642-A5F9-46D0-ADE0-8F34609D5663}"/>
                  </a:ext>
                </a:extLst>
              </p:cNvPr>
              <p:cNvSpPr/>
              <p:nvPr/>
            </p:nvSpPr>
            <p:spPr bwMode="auto">
              <a:xfrm>
                <a:off x="8055481" y="1442414"/>
                <a:ext cx="288000" cy="3240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1074720" rtl="0" eaLnBrk="1" fontAlgn="base" latinLnBrk="0" hangingPunct="1">
                  <a:lnSpc>
                    <a:spcPct val="100000"/>
                  </a:lnSpc>
                  <a:spcBef>
                    <a:spcPct val="0"/>
                  </a:spcBef>
                  <a:spcAft>
                    <a:spcPct val="0"/>
                  </a:spcAft>
                  <a:buClrTx/>
                  <a:buSzTx/>
                  <a:buFontTx/>
                  <a:buNone/>
                  <a:tabLst/>
                  <a:defRPr/>
                </a:pPr>
                <a:endParaRPr kumimoji="0" lang="en-GB" sz="26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a:ea typeface="Segoe UI" pitchFamily="34" charset="0"/>
                  <a:cs typeface="Segoe UI" pitchFamily="34" charset="0"/>
                  <a:sym typeface="Arial"/>
                </a:endParaRPr>
              </a:p>
            </p:txBody>
          </p:sp>
          <p:sp>
            <p:nvSpPr>
              <p:cNvPr id="49" name="Oval 48">
                <a:extLst>
                  <a:ext uri="{FF2B5EF4-FFF2-40B4-BE49-F238E27FC236}">
                    <a16:creationId xmlns:a16="http://schemas.microsoft.com/office/drawing/2014/main" id="{86C42206-C1A7-44A6-93C9-CC12D3B411D4}"/>
                  </a:ext>
                </a:extLst>
              </p:cNvPr>
              <p:cNvSpPr/>
              <p:nvPr/>
            </p:nvSpPr>
            <p:spPr bwMode="auto">
              <a:xfrm>
                <a:off x="8236908" y="1883799"/>
                <a:ext cx="288000" cy="3240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1074720" rtl="0" eaLnBrk="1" fontAlgn="base" latinLnBrk="0" hangingPunct="1">
                  <a:lnSpc>
                    <a:spcPct val="100000"/>
                  </a:lnSpc>
                  <a:spcBef>
                    <a:spcPct val="0"/>
                  </a:spcBef>
                  <a:spcAft>
                    <a:spcPct val="0"/>
                  </a:spcAft>
                  <a:buClrTx/>
                  <a:buSzTx/>
                  <a:buFontTx/>
                  <a:buNone/>
                  <a:tabLst/>
                  <a:defRPr/>
                </a:pPr>
                <a:endParaRPr kumimoji="0" lang="en-GB" sz="26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a:ea typeface="Segoe UI" pitchFamily="34" charset="0"/>
                  <a:cs typeface="Segoe UI" pitchFamily="34" charset="0"/>
                  <a:sym typeface="Arial"/>
                </a:endParaRPr>
              </a:p>
            </p:txBody>
          </p:sp>
          <p:sp>
            <p:nvSpPr>
              <p:cNvPr id="50" name="Oval 49">
                <a:extLst>
                  <a:ext uri="{FF2B5EF4-FFF2-40B4-BE49-F238E27FC236}">
                    <a16:creationId xmlns:a16="http://schemas.microsoft.com/office/drawing/2014/main" id="{8FA7E067-B743-4F24-A92C-633922E224B9}"/>
                  </a:ext>
                </a:extLst>
              </p:cNvPr>
              <p:cNvSpPr/>
              <p:nvPr/>
            </p:nvSpPr>
            <p:spPr bwMode="auto">
              <a:xfrm>
                <a:off x="6728395" y="2677504"/>
                <a:ext cx="288000" cy="2880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1074720" rtl="0" eaLnBrk="1" fontAlgn="base" latinLnBrk="0" hangingPunct="1">
                  <a:lnSpc>
                    <a:spcPct val="100000"/>
                  </a:lnSpc>
                  <a:spcBef>
                    <a:spcPct val="0"/>
                  </a:spcBef>
                  <a:spcAft>
                    <a:spcPct val="0"/>
                  </a:spcAft>
                  <a:buClrTx/>
                  <a:buSzTx/>
                  <a:buFontTx/>
                  <a:buNone/>
                  <a:tabLst/>
                  <a:defRPr/>
                </a:pPr>
                <a:endParaRPr kumimoji="0" lang="en-GB" sz="26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a:ea typeface="Segoe UI" pitchFamily="34" charset="0"/>
                  <a:cs typeface="Segoe UI" pitchFamily="34" charset="0"/>
                  <a:sym typeface="Arial"/>
                </a:endParaRPr>
              </a:p>
            </p:txBody>
          </p:sp>
          <p:sp>
            <p:nvSpPr>
              <p:cNvPr id="51" name="Oval 50">
                <a:extLst>
                  <a:ext uri="{FF2B5EF4-FFF2-40B4-BE49-F238E27FC236}">
                    <a16:creationId xmlns:a16="http://schemas.microsoft.com/office/drawing/2014/main" id="{63929CBE-E6C1-45CC-9D11-3AFBE848266A}"/>
                  </a:ext>
                </a:extLst>
              </p:cNvPr>
              <p:cNvSpPr/>
              <p:nvPr/>
            </p:nvSpPr>
            <p:spPr bwMode="auto">
              <a:xfrm>
                <a:off x="8243258" y="2665043"/>
                <a:ext cx="360000" cy="3600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1074720" rtl="0" eaLnBrk="1" fontAlgn="base" latinLnBrk="0" hangingPunct="1">
                  <a:lnSpc>
                    <a:spcPct val="100000"/>
                  </a:lnSpc>
                  <a:spcBef>
                    <a:spcPct val="0"/>
                  </a:spcBef>
                  <a:spcAft>
                    <a:spcPct val="0"/>
                  </a:spcAft>
                  <a:buClrTx/>
                  <a:buSzTx/>
                  <a:buFontTx/>
                  <a:buNone/>
                  <a:tabLst/>
                  <a:defRPr/>
                </a:pPr>
                <a:endParaRPr kumimoji="0" lang="en-GB" sz="26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a:ea typeface="Segoe UI" pitchFamily="34" charset="0"/>
                  <a:cs typeface="Segoe UI" pitchFamily="34" charset="0"/>
                  <a:sym typeface="Arial"/>
                </a:endParaRPr>
              </a:p>
            </p:txBody>
          </p:sp>
          <p:sp>
            <p:nvSpPr>
              <p:cNvPr id="52" name="Oval 51">
                <a:extLst>
                  <a:ext uri="{FF2B5EF4-FFF2-40B4-BE49-F238E27FC236}">
                    <a16:creationId xmlns:a16="http://schemas.microsoft.com/office/drawing/2014/main" id="{F4EB2BFD-FC6D-4206-B7C9-A0703CF6FAD4}"/>
                  </a:ext>
                </a:extLst>
              </p:cNvPr>
              <p:cNvSpPr/>
              <p:nvPr/>
            </p:nvSpPr>
            <p:spPr bwMode="auto">
              <a:xfrm>
                <a:off x="8031002" y="2258599"/>
                <a:ext cx="216000" cy="2520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1074720" rtl="0" eaLnBrk="1" fontAlgn="base" latinLnBrk="0" hangingPunct="1">
                  <a:lnSpc>
                    <a:spcPct val="100000"/>
                  </a:lnSpc>
                  <a:spcBef>
                    <a:spcPct val="0"/>
                  </a:spcBef>
                  <a:spcAft>
                    <a:spcPct val="0"/>
                  </a:spcAft>
                  <a:buClrTx/>
                  <a:buSzTx/>
                  <a:buFontTx/>
                  <a:buNone/>
                  <a:tabLst/>
                  <a:defRPr/>
                </a:pPr>
                <a:endParaRPr kumimoji="0" lang="en-GB" sz="26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a:ea typeface="Segoe UI" pitchFamily="34" charset="0"/>
                  <a:cs typeface="Segoe UI" pitchFamily="34" charset="0"/>
                  <a:sym typeface="Arial"/>
                </a:endParaRPr>
              </a:p>
            </p:txBody>
          </p:sp>
          <p:sp>
            <p:nvSpPr>
              <p:cNvPr id="53" name="Oval 52">
                <a:extLst>
                  <a:ext uri="{FF2B5EF4-FFF2-40B4-BE49-F238E27FC236}">
                    <a16:creationId xmlns:a16="http://schemas.microsoft.com/office/drawing/2014/main" id="{31BAC523-5042-4418-AC47-5DFD7D6A23A8}"/>
                  </a:ext>
                </a:extLst>
              </p:cNvPr>
              <p:cNvSpPr/>
              <p:nvPr/>
            </p:nvSpPr>
            <p:spPr bwMode="auto">
              <a:xfrm>
                <a:off x="7585899" y="3046442"/>
                <a:ext cx="216000" cy="21600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1074720" rtl="0" eaLnBrk="1" fontAlgn="base" latinLnBrk="0" hangingPunct="1">
                  <a:lnSpc>
                    <a:spcPct val="100000"/>
                  </a:lnSpc>
                  <a:spcBef>
                    <a:spcPct val="0"/>
                  </a:spcBef>
                  <a:spcAft>
                    <a:spcPct val="0"/>
                  </a:spcAft>
                  <a:buClrTx/>
                  <a:buSzTx/>
                  <a:buFontTx/>
                  <a:buNone/>
                  <a:tabLst/>
                  <a:defRPr/>
                </a:pPr>
                <a:endParaRPr kumimoji="0" lang="en-GB" sz="26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a:ea typeface="Segoe UI" pitchFamily="34" charset="0"/>
                  <a:cs typeface="Segoe UI" pitchFamily="34" charset="0"/>
                  <a:sym typeface="Arial"/>
                </a:endParaRPr>
              </a:p>
            </p:txBody>
          </p:sp>
        </p:grpSp>
        <p:pic>
          <p:nvPicPr>
            <p:cNvPr id="27" name="Picture 15" descr="toolbox">
              <a:extLst>
                <a:ext uri="{FF2B5EF4-FFF2-40B4-BE49-F238E27FC236}">
                  <a16:creationId xmlns:a16="http://schemas.microsoft.com/office/drawing/2014/main" id="{FF26224C-26CF-4660-977C-7D21B580AB77}"/>
                </a:ext>
              </a:extLst>
            </p:cNvPr>
            <p:cNvPicPr>
              <a:picLocks noChangeAspect="1" noChangeArrowheads="1"/>
            </p:cNvPicPr>
            <p:nvPr/>
          </p:nvPicPr>
          <p:blipFill>
            <a:blip r:embed="rId3"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481167" y="1350114"/>
              <a:ext cx="423380" cy="423299"/>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C:\USERS\901223\APPDATA\LOCAL\TEMP\wz38c4\verification5.png">
              <a:extLst>
                <a:ext uri="{FF2B5EF4-FFF2-40B4-BE49-F238E27FC236}">
                  <a16:creationId xmlns:a16="http://schemas.microsoft.com/office/drawing/2014/main" id="{F3BC39C1-734D-40DC-A209-13C5DD0E43A9}"/>
                </a:ext>
              </a:extLst>
            </p:cNvPr>
            <p:cNvPicPr>
              <a:picLocks noChangeAspect="1" noChangeArrowheads="1"/>
            </p:cNvPicPr>
            <p:nvPr/>
          </p:nvPicPr>
          <p:blipFill>
            <a:blip r:embed="rId4" cstate="print">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772275" y="3198851"/>
              <a:ext cx="304870" cy="304812"/>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Binoculars silhouette front view">
              <a:extLst>
                <a:ext uri="{FF2B5EF4-FFF2-40B4-BE49-F238E27FC236}">
                  <a16:creationId xmlns:a16="http://schemas.microsoft.com/office/drawing/2014/main" id="{07619A9B-D17D-4FD3-B33C-BAB2B345F2F4}"/>
                </a:ext>
              </a:extLst>
            </p:cNvPr>
            <p:cNvPicPr>
              <a:picLocks noChangeAspect="1" noChangeArrowheads="1"/>
            </p:cNvPicPr>
            <p:nvPr/>
          </p:nvPicPr>
          <p:blipFill>
            <a:blip r:embed="rId5" cstate="print">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36994" y="3214708"/>
              <a:ext cx="288512" cy="210558"/>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30" name="Picture 8" descr="C:\USERS\901223\APPDATA\LOCAL\TEMP\wz7c49\lightbulb29.png">
              <a:extLst>
                <a:ext uri="{FF2B5EF4-FFF2-40B4-BE49-F238E27FC236}">
                  <a16:creationId xmlns:a16="http://schemas.microsoft.com/office/drawing/2014/main" id="{F2EBB946-53A8-43E4-ABC5-57AF9B80B09E}"/>
                </a:ext>
              </a:extLst>
            </p:cNvPr>
            <p:cNvPicPr>
              <a:picLocks noChangeAspect="1" noChangeArrowheads="1"/>
            </p:cNvPicPr>
            <p:nvPr/>
          </p:nvPicPr>
          <p:blipFill>
            <a:blip r:embed="rId6"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005426" y="1836543"/>
              <a:ext cx="363623" cy="363553"/>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5" descr="C:\USERS\901223\APPDATA\LOCAL\TEMP\wz24f6\seo7.png">
              <a:extLst>
                <a:ext uri="{FF2B5EF4-FFF2-40B4-BE49-F238E27FC236}">
                  <a16:creationId xmlns:a16="http://schemas.microsoft.com/office/drawing/2014/main" id="{FB8082A7-796C-4E2B-B69B-B3E9FF3C1EFF}"/>
                </a:ext>
              </a:extLst>
            </p:cNvPr>
            <p:cNvPicPr>
              <a:picLocks noChangeAspect="1" noChangeArrowheads="1"/>
            </p:cNvPicPr>
            <p:nvPr/>
          </p:nvPicPr>
          <p:blipFill>
            <a:blip r:embed="rId7" cstate="print">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252816" y="1966311"/>
              <a:ext cx="294046" cy="306046"/>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6" descr="C:\USERS\901223\APPDATA\LOCAL\TEMP\wz6b29\businessman52.png">
              <a:extLst>
                <a:ext uri="{FF2B5EF4-FFF2-40B4-BE49-F238E27FC236}">
                  <a16:creationId xmlns:a16="http://schemas.microsoft.com/office/drawing/2014/main" id="{2DE5617E-3C6A-40BC-A3D1-45F6EACC1C32}"/>
                </a:ext>
              </a:extLst>
            </p:cNvPr>
            <p:cNvPicPr>
              <a:picLocks noChangeAspect="1" noChangeArrowheads="1"/>
            </p:cNvPicPr>
            <p:nvPr/>
          </p:nvPicPr>
          <p:blipFill>
            <a:blip r:embed="rId8"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074519" y="2330061"/>
              <a:ext cx="688775" cy="688643"/>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9" descr="C:\USERS\901223\APPDATA\LOCAL\TEMP\wzce10\cogs3.png">
              <a:extLst>
                <a:ext uri="{FF2B5EF4-FFF2-40B4-BE49-F238E27FC236}">
                  <a16:creationId xmlns:a16="http://schemas.microsoft.com/office/drawing/2014/main" id="{0CF6AC44-A152-4E72-AEB2-4248D0E78067}"/>
                </a:ext>
              </a:extLst>
            </p:cNvPr>
            <p:cNvPicPr>
              <a:picLocks noChangeAspect="1" noChangeArrowheads="1"/>
            </p:cNvPicPr>
            <p:nvPr/>
          </p:nvPicPr>
          <p:blipFill>
            <a:blip r:embed="rId9" cstate="print">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42283" y="2257378"/>
              <a:ext cx="389090" cy="262889"/>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13" descr="Balance scale of justice">
              <a:extLst>
                <a:ext uri="{FF2B5EF4-FFF2-40B4-BE49-F238E27FC236}">
                  <a16:creationId xmlns:a16="http://schemas.microsoft.com/office/drawing/2014/main" id="{8FAFC723-CAC4-40CE-9608-FC91A369CE53}"/>
                </a:ext>
              </a:extLst>
            </p:cNvPr>
            <p:cNvPicPr>
              <a:picLocks noChangeAspect="1" noChangeArrowheads="1"/>
            </p:cNvPicPr>
            <p:nvPr/>
          </p:nvPicPr>
          <p:blipFill>
            <a:blip r:embed="rId10"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473316" y="2709179"/>
              <a:ext cx="197218" cy="186396"/>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7" descr="C:\USERS\901223\APPDATA\LOCAL\TEMP\wza970\time5.png">
              <a:extLst>
                <a:ext uri="{FF2B5EF4-FFF2-40B4-BE49-F238E27FC236}">
                  <a16:creationId xmlns:a16="http://schemas.microsoft.com/office/drawing/2014/main" id="{0C0D8C97-BD93-4CBC-B3D8-B6FB47BE7A97}"/>
                </a:ext>
              </a:extLst>
            </p:cNvPr>
            <p:cNvPicPr>
              <a:picLocks noChangeAspect="1" noChangeArrowheads="1"/>
            </p:cNvPicPr>
            <p:nvPr/>
          </p:nvPicPr>
          <p:blipFill>
            <a:blip r:embed="rId11"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977592" y="3639142"/>
              <a:ext cx="169352" cy="15047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14" descr="C:\Users\900917\Desktop\an.png">
              <a:extLst>
                <a:ext uri="{FF2B5EF4-FFF2-40B4-BE49-F238E27FC236}">
                  <a16:creationId xmlns:a16="http://schemas.microsoft.com/office/drawing/2014/main" id="{6BA28AA4-4BE9-4D3A-9485-E9D5A22441EA}"/>
                </a:ext>
              </a:extLst>
            </p:cNvPr>
            <p:cNvPicPr>
              <a:picLocks noChangeAspect="1" noChangeArrowheads="1"/>
            </p:cNvPicPr>
            <p:nvPr/>
          </p:nvPicPr>
          <p:blipFill>
            <a:blip r:embed="rId12" cstate="print">
              <a:duotone>
                <a:prstClr val="black"/>
                <a:schemeClr val="accent6">
                  <a:tint val="45000"/>
                  <a:satMod val="400000"/>
                </a:schemeClr>
              </a:duotone>
              <a:extLst>
                <a:ext uri="{BEBA8EAE-BF5A-486C-A8C5-ECC9F3942E4B}">
                  <a14:imgProps xmlns:a14="http://schemas.microsoft.com/office/drawing/2010/main">
                    <a14:imgLayer r:embed="rId13">
                      <a14:imgEffect>
                        <a14:sharpenSoften amount="100000"/>
                      </a14:imgEffect>
                      <a14:imgEffect>
                        <a14:colorTemperature colorTemp="6000"/>
                      </a14:imgEffect>
                      <a14:imgEffect>
                        <a14:saturation sat="0"/>
                      </a14:imgEffect>
                      <a14:imgEffect>
                        <a14:brightnessContrast bright="-59000" contrast="-40000"/>
                      </a14:imgEffect>
                    </a14:imgLayer>
                  </a14:imgProps>
                </a:ext>
                <a:ext uri="{28A0092B-C50C-407E-A947-70E740481C1C}">
                  <a14:useLocalDpi xmlns:a14="http://schemas.microsoft.com/office/drawing/2010/main" val="0"/>
                </a:ext>
              </a:extLst>
            </a:blip>
            <a:srcRect/>
            <a:stretch>
              <a:fillRect/>
            </a:stretch>
          </p:blipFill>
          <p:spPr bwMode="auto">
            <a:xfrm>
              <a:off x="8870753" y="1954885"/>
              <a:ext cx="267031" cy="266979"/>
            </a:xfrm>
            <a:prstGeom prst="rect">
              <a:avLst/>
            </a:prstGeom>
            <a:solidFill>
              <a:schemeClr val="bg1"/>
            </a:solidFill>
          </p:spPr>
        </p:pic>
        <p:sp>
          <p:nvSpPr>
            <p:cNvPr id="37" name="Freeform 4902">
              <a:extLst>
                <a:ext uri="{FF2B5EF4-FFF2-40B4-BE49-F238E27FC236}">
                  <a16:creationId xmlns:a16="http://schemas.microsoft.com/office/drawing/2014/main" id="{425575A8-6397-4C2C-9193-A939A467E237}"/>
                </a:ext>
              </a:extLst>
            </p:cNvPr>
            <p:cNvSpPr>
              <a:spLocks noEditPoints="1"/>
            </p:cNvSpPr>
            <p:nvPr/>
          </p:nvSpPr>
          <p:spPr bwMode="auto">
            <a:xfrm>
              <a:off x="9921910" y="1390372"/>
              <a:ext cx="211690" cy="253979"/>
            </a:xfrm>
            <a:custGeom>
              <a:avLst/>
              <a:gdLst>
                <a:gd name="T0" fmla="*/ 196 w 262"/>
                <a:gd name="T1" fmla="*/ 16 h 308"/>
                <a:gd name="T2" fmla="*/ 48 w 262"/>
                <a:gd name="T3" fmla="*/ 0 h 308"/>
                <a:gd name="T4" fmla="*/ 42 w 262"/>
                <a:gd name="T5" fmla="*/ 2 h 308"/>
                <a:gd name="T6" fmla="*/ 34 w 262"/>
                <a:gd name="T7" fmla="*/ 10 h 308"/>
                <a:gd name="T8" fmla="*/ 32 w 262"/>
                <a:gd name="T9" fmla="*/ 62 h 308"/>
                <a:gd name="T10" fmla="*/ 42 w 262"/>
                <a:gd name="T11" fmla="*/ 64 h 308"/>
                <a:gd name="T12" fmla="*/ 176 w 262"/>
                <a:gd name="T13" fmla="*/ 196 h 308"/>
                <a:gd name="T14" fmla="*/ 118 w 262"/>
                <a:gd name="T15" fmla="*/ 254 h 308"/>
                <a:gd name="T16" fmla="*/ 32 w 262"/>
                <a:gd name="T17" fmla="*/ 292 h 308"/>
                <a:gd name="T18" fmla="*/ 34 w 262"/>
                <a:gd name="T19" fmla="*/ 300 h 308"/>
                <a:gd name="T20" fmla="*/ 42 w 262"/>
                <a:gd name="T21" fmla="*/ 308 h 308"/>
                <a:gd name="T22" fmla="*/ 246 w 262"/>
                <a:gd name="T23" fmla="*/ 308 h 308"/>
                <a:gd name="T24" fmla="*/ 252 w 262"/>
                <a:gd name="T25" fmla="*/ 308 h 308"/>
                <a:gd name="T26" fmla="*/ 262 w 262"/>
                <a:gd name="T27" fmla="*/ 300 h 308"/>
                <a:gd name="T28" fmla="*/ 262 w 262"/>
                <a:gd name="T29" fmla="*/ 82 h 308"/>
                <a:gd name="T30" fmla="*/ 178 w 262"/>
                <a:gd name="T31" fmla="*/ 84 h 308"/>
                <a:gd name="T32" fmla="*/ 196 w 262"/>
                <a:gd name="T33" fmla="*/ 42 h 308"/>
                <a:gd name="T34" fmla="*/ 220 w 262"/>
                <a:gd name="T35" fmla="*/ 66 h 308"/>
                <a:gd name="T36" fmla="*/ 178 w 262"/>
                <a:gd name="T37" fmla="*/ 84 h 308"/>
                <a:gd name="T38" fmla="*/ 124 w 262"/>
                <a:gd name="T39" fmla="*/ 214 h 308"/>
                <a:gd name="T40" fmla="*/ 116 w 262"/>
                <a:gd name="T41" fmla="*/ 226 h 308"/>
                <a:gd name="T42" fmla="*/ 4 w 262"/>
                <a:gd name="T43" fmla="*/ 114 h 308"/>
                <a:gd name="T44" fmla="*/ 0 w 262"/>
                <a:gd name="T45" fmla="*/ 110 h 308"/>
                <a:gd name="T46" fmla="*/ 14 w 262"/>
                <a:gd name="T47" fmla="*/ 104 h 308"/>
                <a:gd name="T48" fmla="*/ 36 w 262"/>
                <a:gd name="T49" fmla="*/ 82 h 308"/>
                <a:gd name="T50" fmla="*/ 32 w 262"/>
                <a:gd name="T51" fmla="*/ 78 h 308"/>
                <a:gd name="T52" fmla="*/ 26 w 262"/>
                <a:gd name="T53" fmla="*/ 92 h 308"/>
                <a:gd name="T54" fmla="*/ 136 w 262"/>
                <a:gd name="T55" fmla="*/ 202 h 308"/>
                <a:gd name="T56" fmla="*/ 148 w 262"/>
                <a:gd name="T57" fmla="*/ 194 h 308"/>
                <a:gd name="T58" fmla="*/ 36 w 262"/>
                <a:gd name="T59" fmla="*/ 82 h 308"/>
                <a:gd name="T60" fmla="*/ 172 w 262"/>
                <a:gd name="T61" fmla="*/ 228 h 308"/>
                <a:gd name="T62" fmla="*/ 158 w 262"/>
                <a:gd name="T63" fmla="*/ 236 h 308"/>
                <a:gd name="T64" fmla="*/ 152 w 262"/>
                <a:gd name="T65" fmla="*/ 244 h 308"/>
                <a:gd name="T66" fmla="*/ 182 w 262"/>
                <a:gd name="T67" fmla="*/ 260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2" h="308">
                  <a:moveTo>
                    <a:pt x="246" y="66"/>
                  </a:moveTo>
                  <a:lnTo>
                    <a:pt x="196" y="16"/>
                  </a:lnTo>
                  <a:lnTo>
                    <a:pt x="180" y="0"/>
                  </a:lnTo>
                  <a:lnTo>
                    <a:pt x="48" y="0"/>
                  </a:lnTo>
                  <a:lnTo>
                    <a:pt x="48" y="0"/>
                  </a:lnTo>
                  <a:lnTo>
                    <a:pt x="42" y="2"/>
                  </a:lnTo>
                  <a:lnTo>
                    <a:pt x="38" y="4"/>
                  </a:lnTo>
                  <a:lnTo>
                    <a:pt x="34" y="10"/>
                  </a:lnTo>
                  <a:lnTo>
                    <a:pt x="32" y="16"/>
                  </a:lnTo>
                  <a:lnTo>
                    <a:pt x="32" y="62"/>
                  </a:lnTo>
                  <a:lnTo>
                    <a:pt x="32" y="62"/>
                  </a:lnTo>
                  <a:lnTo>
                    <a:pt x="42" y="64"/>
                  </a:lnTo>
                  <a:lnTo>
                    <a:pt x="50" y="70"/>
                  </a:lnTo>
                  <a:lnTo>
                    <a:pt x="176" y="196"/>
                  </a:lnTo>
                  <a:lnTo>
                    <a:pt x="198" y="276"/>
                  </a:lnTo>
                  <a:lnTo>
                    <a:pt x="118" y="254"/>
                  </a:lnTo>
                  <a:lnTo>
                    <a:pt x="32" y="168"/>
                  </a:lnTo>
                  <a:lnTo>
                    <a:pt x="32" y="292"/>
                  </a:lnTo>
                  <a:lnTo>
                    <a:pt x="32" y="292"/>
                  </a:lnTo>
                  <a:lnTo>
                    <a:pt x="34" y="300"/>
                  </a:lnTo>
                  <a:lnTo>
                    <a:pt x="38" y="304"/>
                  </a:lnTo>
                  <a:lnTo>
                    <a:pt x="42" y="308"/>
                  </a:lnTo>
                  <a:lnTo>
                    <a:pt x="48" y="308"/>
                  </a:lnTo>
                  <a:lnTo>
                    <a:pt x="246" y="308"/>
                  </a:lnTo>
                  <a:lnTo>
                    <a:pt x="246" y="308"/>
                  </a:lnTo>
                  <a:lnTo>
                    <a:pt x="252" y="308"/>
                  </a:lnTo>
                  <a:lnTo>
                    <a:pt x="258" y="304"/>
                  </a:lnTo>
                  <a:lnTo>
                    <a:pt x="262" y="300"/>
                  </a:lnTo>
                  <a:lnTo>
                    <a:pt x="262" y="292"/>
                  </a:lnTo>
                  <a:lnTo>
                    <a:pt x="262" y="82"/>
                  </a:lnTo>
                  <a:lnTo>
                    <a:pt x="246" y="66"/>
                  </a:lnTo>
                  <a:close/>
                  <a:moveTo>
                    <a:pt x="178" y="84"/>
                  </a:moveTo>
                  <a:lnTo>
                    <a:pt x="178" y="24"/>
                  </a:lnTo>
                  <a:lnTo>
                    <a:pt x="196" y="42"/>
                  </a:lnTo>
                  <a:lnTo>
                    <a:pt x="196" y="66"/>
                  </a:lnTo>
                  <a:lnTo>
                    <a:pt x="220" y="66"/>
                  </a:lnTo>
                  <a:lnTo>
                    <a:pt x="238" y="84"/>
                  </a:lnTo>
                  <a:lnTo>
                    <a:pt x="178" y="84"/>
                  </a:lnTo>
                  <a:close/>
                  <a:moveTo>
                    <a:pt x="36" y="126"/>
                  </a:moveTo>
                  <a:lnTo>
                    <a:pt x="124" y="214"/>
                  </a:lnTo>
                  <a:lnTo>
                    <a:pt x="124" y="214"/>
                  </a:lnTo>
                  <a:lnTo>
                    <a:pt x="116" y="226"/>
                  </a:lnTo>
                  <a:lnTo>
                    <a:pt x="22" y="132"/>
                  </a:lnTo>
                  <a:lnTo>
                    <a:pt x="4" y="114"/>
                  </a:lnTo>
                  <a:lnTo>
                    <a:pt x="0" y="110"/>
                  </a:lnTo>
                  <a:lnTo>
                    <a:pt x="0" y="110"/>
                  </a:lnTo>
                  <a:lnTo>
                    <a:pt x="8" y="98"/>
                  </a:lnTo>
                  <a:lnTo>
                    <a:pt x="14" y="104"/>
                  </a:lnTo>
                  <a:lnTo>
                    <a:pt x="36" y="126"/>
                  </a:lnTo>
                  <a:close/>
                  <a:moveTo>
                    <a:pt x="36" y="82"/>
                  </a:moveTo>
                  <a:lnTo>
                    <a:pt x="32" y="78"/>
                  </a:lnTo>
                  <a:lnTo>
                    <a:pt x="32" y="78"/>
                  </a:lnTo>
                  <a:lnTo>
                    <a:pt x="20" y="86"/>
                  </a:lnTo>
                  <a:lnTo>
                    <a:pt x="26" y="92"/>
                  </a:lnTo>
                  <a:lnTo>
                    <a:pt x="48" y="114"/>
                  </a:lnTo>
                  <a:lnTo>
                    <a:pt x="136" y="202"/>
                  </a:lnTo>
                  <a:lnTo>
                    <a:pt x="136" y="202"/>
                  </a:lnTo>
                  <a:lnTo>
                    <a:pt x="148" y="194"/>
                  </a:lnTo>
                  <a:lnTo>
                    <a:pt x="54" y="100"/>
                  </a:lnTo>
                  <a:lnTo>
                    <a:pt x="36" y="82"/>
                  </a:lnTo>
                  <a:close/>
                  <a:moveTo>
                    <a:pt x="172" y="228"/>
                  </a:moveTo>
                  <a:lnTo>
                    <a:pt x="172" y="228"/>
                  </a:lnTo>
                  <a:lnTo>
                    <a:pt x="166" y="230"/>
                  </a:lnTo>
                  <a:lnTo>
                    <a:pt x="158" y="236"/>
                  </a:lnTo>
                  <a:lnTo>
                    <a:pt x="158" y="236"/>
                  </a:lnTo>
                  <a:lnTo>
                    <a:pt x="152" y="244"/>
                  </a:lnTo>
                  <a:lnTo>
                    <a:pt x="150" y="250"/>
                  </a:lnTo>
                  <a:lnTo>
                    <a:pt x="182" y="260"/>
                  </a:lnTo>
                  <a:lnTo>
                    <a:pt x="172" y="228"/>
                  </a:lnTo>
                  <a:close/>
                </a:path>
              </a:pathLst>
            </a:custGeom>
            <a:solidFill>
              <a:schemeClr val="tx2"/>
            </a:solidFill>
            <a:ln>
              <a:noFill/>
            </a:ln>
          </p:spPr>
          <p:txBody>
            <a:bodyPr vert="horz" wrap="square" lIns="107511" tIns="53755" rIns="107511" bIns="53755" numCol="1" anchor="t" anchorCtr="0" compatLnSpc="1">
              <a:prstTxWarp prst="textNoShape">
                <a:avLst/>
              </a:prstTxWarp>
            </a:bodyPr>
            <a:lstStyle/>
            <a:p>
              <a:pPr marL="0" marR="0" lvl="0" indent="0" algn="l" defTabSz="806205"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black"/>
                </a:solidFill>
                <a:effectLst/>
                <a:uLnTx/>
                <a:uFillTx/>
                <a:latin typeface="Arial"/>
                <a:ea typeface="+mn-ea"/>
                <a:cs typeface="Arial"/>
                <a:sym typeface="Arial"/>
              </a:endParaRPr>
            </a:p>
          </p:txBody>
        </p:sp>
        <p:pic>
          <p:nvPicPr>
            <p:cNvPr id="38" name="Picture 2" descr="C:\Users\900917\Desktop\dart13.png">
              <a:extLst>
                <a:ext uri="{FF2B5EF4-FFF2-40B4-BE49-F238E27FC236}">
                  <a16:creationId xmlns:a16="http://schemas.microsoft.com/office/drawing/2014/main" id="{140059A4-C005-4678-9B87-555E54392A72}"/>
                </a:ext>
              </a:extLst>
            </p:cNvPr>
            <p:cNvPicPr>
              <a:picLocks noChangeAspect="1" noChangeArrowheads="1"/>
            </p:cNvPicPr>
            <p:nvPr/>
          </p:nvPicPr>
          <p:blipFill>
            <a:blip r:embed="rId14" cstate="print">
              <a:extLst>
                <a:ext uri="{BEBA8EAE-BF5A-486C-A8C5-ECC9F3942E4B}">
                  <a14:imgProps xmlns:a14="http://schemas.microsoft.com/office/drawing/2010/main">
                    <a14:imgLayer r:embed="rId15">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9468099" y="1741297"/>
              <a:ext cx="307299" cy="307240"/>
            </a:xfrm>
            <a:prstGeom prst="rect">
              <a:avLst/>
            </a:prstGeom>
            <a:noFill/>
            <a:extLst>
              <a:ext uri="{909E8E84-426E-40DD-AFC4-6F175D3DCCD1}">
                <a14:hiddenFill xmlns:a14="http://schemas.microsoft.com/office/drawing/2010/main">
                  <a:solidFill>
                    <a:srgbClr val="FFFFFF"/>
                  </a:solidFill>
                </a14:hiddenFill>
              </a:ext>
            </a:extLst>
          </p:spPr>
        </p:pic>
        <p:sp>
          <p:nvSpPr>
            <p:cNvPr id="39" name="Freeform 19">
              <a:extLst>
                <a:ext uri="{FF2B5EF4-FFF2-40B4-BE49-F238E27FC236}">
                  <a16:creationId xmlns:a16="http://schemas.microsoft.com/office/drawing/2014/main" id="{42690250-BB16-41B2-A4CC-1A25A8372BD3}"/>
                </a:ext>
              </a:extLst>
            </p:cNvPr>
            <p:cNvSpPr>
              <a:spLocks noEditPoints="1"/>
            </p:cNvSpPr>
            <p:nvPr/>
          </p:nvSpPr>
          <p:spPr bwMode="auto">
            <a:xfrm>
              <a:off x="9094360" y="1219200"/>
              <a:ext cx="495662" cy="269084"/>
            </a:xfrm>
            <a:custGeom>
              <a:avLst/>
              <a:gdLst>
                <a:gd name="T0" fmla="*/ 2114 w 2892"/>
                <a:gd name="T1" fmla="*/ 1186 h 1570"/>
                <a:gd name="T2" fmla="*/ 2044 w 2892"/>
                <a:gd name="T3" fmla="*/ 1276 h 1570"/>
                <a:gd name="T4" fmla="*/ 1926 w 2892"/>
                <a:gd name="T5" fmla="*/ 1320 h 1570"/>
                <a:gd name="T6" fmla="*/ 1806 w 2892"/>
                <a:gd name="T7" fmla="*/ 1224 h 1570"/>
                <a:gd name="T8" fmla="*/ 1742 w 2892"/>
                <a:gd name="T9" fmla="*/ 1336 h 1570"/>
                <a:gd name="T10" fmla="*/ 1642 w 2892"/>
                <a:gd name="T11" fmla="*/ 1356 h 1570"/>
                <a:gd name="T12" fmla="*/ 1590 w 2892"/>
                <a:gd name="T13" fmla="*/ 1294 h 1570"/>
                <a:gd name="T14" fmla="*/ 1502 w 2892"/>
                <a:gd name="T15" fmla="*/ 1154 h 1570"/>
                <a:gd name="T16" fmla="*/ 1360 w 2892"/>
                <a:gd name="T17" fmla="*/ 1114 h 1570"/>
                <a:gd name="T18" fmla="*/ 1220 w 2892"/>
                <a:gd name="T19" fmla="*/ 998 h 1570"/>
                <a:gd name="T20" fmla="*/ 1088 w 2892"/>
                <a:gd name="T21" fmla="*/ 916 h 1570"/>
                <a:gd name="T22" fmla="*/ 924 w 2892"/>
                <a:gd name="T23" fmla="*/ 870 h 1570"/>
                <a:gd name="T24" fmla="*/ 576 w 2892"/>
                <a:gd name="T25" fmla="*/ 954 h 1570"/>
                <a:gd name="T26" fmla="*/ 522 w 2892"/>
                <a:gd name="T27" fmla="*/ 826 h 1570"/>
                <a:gd name="T28" fmla="*/ 744 w 2892"/>
                <a:gd name="T29" fmla="*/ 262 h 1570"/>
                <a:gd name="T30" fmla="*/ 946 w 2892"/>
                <a:gd name="T31" fmla="*/ 406 h 1570"/>
                <a:gd name="T32" fmla="*/ 1016 w 2892"/>
                <a:gd name="T33" fmla="*/ 588 h 1570"/>
                <a:gd name="T34" fmla="*/ 1202 w 2892"/>
                <a:gd name="T35" fmla="*/ 670 h 1570"/>
                <a:gd name="T36" fmla="*/ 1516 w 2892"/>
                <a:gd name="T37" fmla="*/ 382 h 1570"/>
                <a:gd name="T38" fmla="*/ 2110 w 2892"/>
                <a:gd name="T39" fmla="*/ 720 h 1570"/>
                <a:gd name="T40" fmla="*/ 2292 w 2892"/>
                <a:gd name="T41" fmla="*/ 1062 h 1570"/>
                <a:gd name="T42" fmla="*/ 2238 w 2892"/>
                <a:gd name="T43" fmla="*/ 1164 h 1570"/>
                <a:gd name="T44" fmla="*/ 872 w 2892"/>
                <a:gd name="T45" fmla="*/ 982 h 1570"/>
                <a:gd name="T46" fmla="*/ 704 w 2892"/>
                <a:gd name="T47" fmla="*/ 1272 h 1570"/>
                <a:gd name="T48" fmla="*/ 738 w 2892"/>
                <a:gd name="T49" fmla="*/ 1378 h 1570"/>
                <a:gd name="T50" fmla="*/ 836 w 2892"/>
                <a:gd name="T51" fmla="*/ 1422 h 1570"/>
                <a:gd name="T52" fmla="*/ 928 w 2892"/>
                <a:gd name="T53" fmla="*/ 1470 h 1570"/>
                <a:gd name="T54" fmla="*/ 1048 w 2892"/>
                <a:gd name="T55" fmla="*/ 1544 h 1570"/>
                <a:gd name="T56" fmla="*/ 1162 w 2892"/>
                <a:gd name="T57" fmla="*/ 1476 h 1570"/>
                <a:gd name="T58" fmla="*/ 1234 w 2892"/>
                <a:gd name="T59" fmla="*/ 1542 h 1570"/>
                <a:gd name="T60" fmla="*/ 1348 w 2892"/>
                <a:gd name="T61" fmla="*/ 1566 h 1570"/>
                <a:gd name="T62" fmla="*/ 1496 w 2892"/>
                <a:gd name="T63" fmla="*/ 1386 h 1570"/>
                <a:gd name="T64" fmla="*/ 1494 w 2892"/>
                <a:gd name="T65" fmla="*/ 1274 h 1570"/>
                <a:gd name="T66" fmla="*/ 1408 w 2892"/>
                <a:gd name="T67" fmla="*/ 1204 h 1570"/>
                <a:gd name="T68" fmla="*/ 1296 w 2892"/>
                <a:gd name="T69" fmla="*/ 1206 h 1570"/>
                <a:gd name="T70" fmla="*/ 1214 w 2892"/>
                <a:gd name="T71" fmla="*/ 1086 h 1570"/>
                <a:gd name="T72" fmla="*/ 1084 w 2892"/>
                <a:gd name="T73" fmla="*/ 1104 h 1570"/>
                <a:gd name="T74" fmla="*/ 1018 w 2892"/>
                <a:gd name="T75" fmla="*/ 972 h 1570"/>
                <a:gd name="T76" fmla="*/ 2764 w 2892"/>
                <a:gd name="T77" fmla="*/ 1290 h 1570"/>
                <a:gd name="T78" fmla="*/ 2892 w 2892"/>
                <a:gd name="T79" fmla="*/ 696 h 1570"/>
                <a:gd name="T80" fmla="*/ 2834 w 2892"/>
                <a:gd name="T81" fmla="*/ 288 h 1570"/>
                <a:gd name="T82" fmla="*/ 178 w 2892"/>
                <a:gd name="T83" fmla="*/ 0 h 1570"/>
                <a:gd name="T84" fmla="*/ 46 w 2892"/>
                <a:gd name="T85" fmla="*/ 330 h 1570"/>
                <a:gd name="T86" fmla="*/ 0 w 2892"/>
                <a:gd name="T87" fmla="*/ 696 h 1570"/>
                <a:gd name="T88" fmla="*/ 276 w 2892"/>
                <a:gd name="T89" fmla="*/ 1334 h 1570"/>
                <a:gd name="T90" fmla="*/ 480 w 2892"/>
                <a:gd name="T91" fmla="*/ 1030 h 1570"/>
                <a:gd name="T92" fmla="*/ 466 w 2892"/>
                <a:gd name="T93" fmla="*/ 1140 h 1570"/>
                <a:gd name="T94" fmla="*/ 534 w 2892"/>
                <a:gd name="T95" fmla="*/ 1226 h 1570"/>
                <a:gd name="T96" fmla="*/ 632 w 2892"/>
                <a:gd name="T97" fmla="*/ 1212 h 1570"/>
                <a:gd name="T98" fmla="*/ 2170 w 2892"/>
                <a:gd name="T99" fmla="*/ 202 h 1570"/>
                <a:gd name="T100" fmla="*/ 1382 w 2892"/>
                <a:gd name="T101" fmla="*/ 14 h 1570"/>
                <a:gd name="T102" fmla="*/ 1356 w 2892"/>
                <a:gd name="T103" fmla="*/ 12 h 1570"/>
                <a:gd name="T104" fmla="*/ 1204 w 2892"/>
                <a:gd name="T105" fmla="*/ 74 h 1570"/>
                <a:gd name="T106" fmla="*/ 1034 w 2892"/>
                <a:gd name="T107" fmla="*/ 426 h 1570"/>
                <a:gd name="T108" fmla="*/ 1104 w 2892"/>
                <a:gd name="T109" fmla="*/ 552 h 1570"/>
                <a:gd name="T110" fmla="*/ 1246 w 2892"/>
                <a:gd name="T111" fmla="*/ 578 h 1570"/>
                <a:gd name="T112" fmla="*/ 2098 w 2892"/>
                <a:gd name="T113" fmla="*/ 590 h 1570"/>
                <a:gd name="T114" fmla="*/ 2314 w 2892"/>
                <a:gd name="T115" fmla="*/ 890 h 1570"/>
                <a:gd name="T116" fmla="*/ 2356 w 2892"/>
                <a:gd name="T117" fmla="*/ 762 h 15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92" h="1570">
                  <a:moveTo>
                    <a:pt x="2226" y="1172"/>
                  </a:moveTo>
                  <a:lnTo>
                    <a:pt x="2226" y="1172"/>
                  </a:lnTo>
                  <a:lnTo>
                    <a:pt x="2210" y="1180"/>
                  </a:lnTo>
                  <a:lnTo>
                    <a:pt x="2192" y="1186"/>
                  </a:lnTo>
                  <a:lnTo>
                    <a:pt x="2174" y="1190"/>
                  </a:lnTo>
                  <a:lnTo>
                    <a:pt x="2156" y="1192"/>
                  </a:lnTo>
                  <a:lnTo>
                    <a:pt x="2156" y="1192"/>
                  </a:lnTo>
                  <a:lnTo>
                    <a:pt x="2134" y="1190"/>
                  </a:lnTo>
                  <a:lnTo>
                    <a:pt x="2114" y="1186"/>
                  </a:lnTo>
                  <a:lnTo>
                    <a:pt x="2096" y="1178"/>
                  </a:lnTo>
                  <a:lnTo>
                    <a:pt x="2078" y="1166"/>
                  </a:lnTo>
                  <a:lnTo>
                    <a:pt x="2078" y="1166"/>
                  </a:lnTo>
                  <a:lnTo>
                    <a:pt x="2078" y="1186"/>
                  </a:lnTo>
                  <a:lnTo>
                    <a:pt x="2076" y="1206"/>
                  </a:lnTo>
                  <a:lnTo>
                    <a:pt x="2072" y="1224"/>
                  </a:lnTo>
                  <a:lnTo>
                    <a:pt x="2066" y="1242"/>
                  </a:lnTo>
                  <a:lnTo>
                    <a:pt x="2056" y="1260"/>
                  </a:lnTo>
                  <a:lnTo>
                    <a:pt x="2044" y="1276"/>
                  </a:lnTo>
                  <a:lnTo>
                    <a:pt x="2030" y="1290"/>
                  </a:lnTo>
                  <a:lnTo>
                    <a:pt x="2014" y="1302"/>
                  </a:lnTo>
                  <a:lnTo>
                    <a:pt x="2014" y="1302"/>
                  </a:lnTo>
                  <a:lnTo>
                    <a:pt x="1996" y="1310"/>
                  </a:lnTo>
                  <a:lnTo>
                    <a:pt x="1978" y="1316"/>
                  </a:lnTo>
                  <a:lnTo>
                    <a:pt x="1960" y="1320"/>
                  </a:lnTo>
                  <a:lnTo>
                    <a:pt x="1942" y="1322"/>
                  </a:lnTo>
                  <a:lnTo>
                    <a:pt x="1942" y="1322"/>
                  </a:lnTo>
                  <a:lnTo>
                    <a:pt x="1926" y="1320"/>
                  </a:lnTo>
                  <a:lnTo>
                    <a:pt x="1908" y="1318"/>
                  </a:lnTo>
                  <a:lnTo>
                    <a:pt x="1892" y="1312"/>
                  </a:lnTo>
                  <a:lnTo>
                    <a:pt x="1878" y="1306"/>
                  </a:lnTo>
                  <a:lnTo>
                    <a:pt x="1862" y="1296"/>
                  </a:lnTo>
                  <a:lnTo>
                    <a:pt x="1850" y="1284"/>
                  </a:lnTo>
                  <a:lnTo>
                    <a:pt x="1838" y="1272"/>
                  </a:lnTo>
                  <a:lnTo>
                    <a:pt x="1826" y="1256"/>
                  </a:lnTo>
                  <a:lnTo>
                    <a:pt x="1806" y="1224"/>
                  </a:lnTo>
                  <a:lnTo>
                    <a:pt x="1806" y="1224"/>
                  </a:lnTo>
                  <a:lnTo>
                    <a:pt x="1806" y="1240"/>
                  </a:lnTo>
                  <a:lnTo>
                    <a:pt x="1802" y="1256"/>
                  </a:lnTo>
                  <a:lnTo>
                    <a:pt x="1796" y="1272"/>
                  </a:lnTo>
                  <a:lnTo>
                    <a:pt x="1788" y="1288"/>
                  </a:lnTo>
                  <a:lnTo>
                    <a:pt x="1780" y="1302"/>
                  </a:lnTo>
                  <a:lnTo>
                    <a:pt x="1768" y="1314"/>
                  </a:lnTo>
                  <a:lnTo>
                    <a:pt x="1756" y="1326"/>
                  </a:lnTo>
                  <a:lnTo>
                    <a:pt x="1742" y="1336"/>
                  </a:lnTo>
                  <a:lnTo>
                    <a:pt x="1742" y="1336"/>
                  </a:lnTo>
                  <a:lnTo>
                    <a:pt x="1726" y="1344"/>
                  </a:lnTo>
                  <a:lnTo>
                    <a:pt x="1708" y="1350"/>
                  </a:lnTo>
                  <a:lnTo>
                    <a:pt x="1690" y="1354"/>
                  </a:lnTo>
                  <a:lnTo>
                    <a:pt x="1672" y="1356"/>
                  </a:lnTo>
                  <a:lnTo>
                    <a:pt x="1672" y="1356"/>
                  </a:lnTo>
                  <a:lnTo>
                    <a:pt x="1654" y="1354"/>
                  </a:lnTo>
                  <a:lnTo>
                    <a:pt x="1654" y="1354"/>
                  </a:lnTo>
                  <a:lnTo>
                    <a:pt x="1642" y="1356"/>
                  </a:lnTo>
                  <a:lnTo>
                    <a:pt x="1642" y="1356"/>
                  </a:lnTo>
                  <a:lnTo>
                    <a:pt x="1638" y="1356"/>
                  </a:lnTo>
                  <a:lnTo>
                    <a:pt x="1638" y="1356"/>
                  </a:lnTo>
                  <a:lnTo>
                    <a:pt x="1626" y="1356"/>
                  </a:lnTo>
                  <a:lnTo>
                    <a:pt x="1614" y="1354"/>
                  </a:lnTo>
                  <a:lnTo>
                    <a:pt x="1592" y="1348"/>
                  </a:lnTo>
                  <a:lnTo>
                    <a:pt x="1592" y="1348"/>
                  </a:lnTo>
                  <a:lnTo>
                    <a:pt x="1594" y="1330"/>
                  </a:lnTo>
                  <a:lnTo>
                    <a:pt x="1592" y="1312"/>
                  </a:lnTo>
                  <a:lnTo>
                    <a:pt x="1590" y="1294"/>
                  </a:lnTo>
                  <a:lnTo>
                    <a:pt x="1586" y="1276"/>
                  </a:lnTo>
                  <a:lnTo>
                    <a:pt x="1586" y="1276"/>
                  </a:lnTo>
                  <a:lnTo>
                    <a:pt x="1580" y="1254"/>
                  </a:lnTo>
                  <a:lnTo>
                    <a:pt x="1572" y="1234"/>
                  </a:lnTo>
                  <a:lnTo>
                    <a:pt x="1560" y="1216"/>
                  </a:lnTo>
                  <a:lnTo>
                    <a:pt x="1548" y="1198"/>
                  </a:lnTo>
                  <a:lnTo>
                    <a:pt x="1534" y="1182"/>
                  </a:lnTo>
                  <a:lnTo>
                    <a:pt x="1520" y="1168"/>
                  </a:lnTo>
                  <a:lnTo>
                    <a:pt x="1502" y="1154"/>
                  </a:lnTo>
                  <a:lnTo>
                    <a:pt x="1484" y="1142"/>
                  </a:lnTo>
                  <a:lnTo>
                    <a:pt x="1484" y="1142"/>
                  </a:lnTo>
                  <a:lnTo>
                    <a:pt x="1458" y="1130"/>
                  </a:lnTo>
                  <a:lnTo>
                    <a:pt x="1432" y="1120"/>
                  </a:lnTo>
                  <a:lnTo>
                    <a:pt x="1404" y="1114"/>
                  </a:lnTo>
                  <a:lnTo>
                    <a:pt x="1376" y="1112"/>
                  </a:lnTo>
                  <a:lnTo>
                    <a:pt x="1376" y="1112"/>
                  </a:lnTo>
                  <a:lnTo>
                    <a:pt x="1360" y="1114"/>
                  </a:lnTo>
                  <a:lnTo>
                    <a:pt x="1360" y="1114"/>
                  </a:lnTo>
                  <a:lnTo>
                    <a:pt x="1344" y="1086"/>
                  </a:lnTo>
                  <a:lnTo>
                    <a:pt x="1324" y="1060"/>
                  </a:lnTo>
                  <a:lnTo>
                    <a:pt x="1312" y="1050"/>
                  </a:lnTo>
                  <a:lnTo>
                    <a:pt x="1300" y="1038"/>
                  </a:lnTo>
                  <a:lnTo>
                    <a:pt x="1288" y="1030"/>
                  </a:lnTo>
                  <a:lnTo>
                    <a:pt x="1274" y="1020"/>
                  </a:lnTo>
                  <a:lnTo>
                    <a:pt x="1274" y="1020"/>
                  </a:lnTo>
                  <a:lnTo>
                    <a:pt x="1248" y="1008"/>
                  </a:lnTo>
                  <a:lnTo>
                    <a:pt x="1220" y="998"/>
                  </a:lnTo>
                  <a:lnTo>
                    <a:pt x="1192" y="992"/>
                  </a:lnTo>
                  <a:lnTo>
                    <a:pt x="1164" y="990"/>
                  </a:lnTo>
                  <a:lnTo>
                    <a:pt x="1164" y="990"/>
                  </a:lnTo>
                  <a:lnTo>
                    <a:pt x="1148" y="992"/>
                  </a:lnTo>
                  <a:lnTo>
                    <a:pt x="1148" y="992"/>
                  </a:lnTo>
                  <a:lnTo>
                    <a:pt x="1132" y="964"/>
                  </a:lnTo>
                  <a:lnTo>
                    <a:pt x="1112" y="938"/>
                  </a:lnTo>
                  <a:lnTo>
                    <a:pt x="1102" y="928"/>
                  </a:lnTo>
                  <a:lnTo>
                    <a:pt x="1088" y="916"/>
                  </a:lnTo>
                  <a:lnTo>
                    <a:pt x="1076" y="908"/>
                  </a:lnTo>
                  <a:lnTo>
                    <a:pt x="1062" y="898"/>
                  </a:lnTo>
                  <a:lnTo>
                    <a:pt x="1062" y="898"/>
                  </a:lnTo>
                  <a:lnTo>
                    <a:pt x="1036" y="886"/>
                  </a:lnTo>
                  <a:lnTo>
                    <a:pt x="1010" y="876"/>
                  </a:lnTo>
                  <a:lnTo>
                    <a:pt x="982" y="870"/>
                  </a:lnTo>
                  <a:lnTo>
                    <a:pt x="952" y="868"/>
                  </a:lnTo>
                  <a:lnTo>
                    <a:pt x="952" y="868"/>
                  </a:lnTo>
                  <a:lnTo>
                    <a:pt x="924" y="870"/>
                  </a:lnTo>
                  <a:lnTo>
                    <a:pt x="896" y="876"/>
                  </a:lnTo>
                  <a:lnTo>
                    <a:pt x="868" y="886"/>
                  </a:lnTo>
                  <a:lnTo>
                    <a:pt x="842" y="898"/>
                  </a:lnTo>
                  <a:lnTo>
                    <a:pt x="820" y="914"/>
                  </a:lnTo>
                  <a:lnTo>
                    <a:pt x="798" y="932"/>
                  </a:lnTo>
                  <a:lnTo>
                    <a:pt x="778" y="954"/>
                  </a:lnTo>
                  <a:lnTo>
                    <a:pt x="762" y="978"/>
                  </a:lnTo>
                  <a:lnTo>
                    <a:pt x="726" y="1042"/>
                  </a:lnTo>
                  <a:lnTo>
                    <a:pt x="576" y="954"/>
                  </a:lnTo>
                  <a:lnTo>
                    <a:pt x="576" y="954"/>
                  </a:lnTo>
                  <a:lnTo>
                    <a:pt x="560" y="944"/>
                  </a:lnTo>
                  <a:lnTo>
                    <a:pt x="546" y="930"/>
                  </a:lnTo>
                  <a:lnTo>
                    <a:pt x="536" y="916"/>
                  </a:lnTo>
                  <a:lnTo>
                    <a:pt x="526" y="900"/>
                  </a:lnTo>
                  <a:lnTo>
                    <a:pt x="522" y="882"/>
                  </a:lnTo>
                  <a:lnTo>
                    <a:pt x="518" y="864"/>
                  </a:lnTo>
                  <a:lnTo>
                    <a:pt x="518" y="846"/>
                  </a:lnTo>
                  <a:lnTo>
                    <a:pt x="522" y="826"/>
                  </a:lnTo>
                  <a:lnTo>
                    <a:pt x="660" y="340"/>
                  </a:lnTo>
                  <a:lnTo>
                    <a:pt x="660" y="340"/>
                  </a:lnTo>
                  <a:lnTo>
                    <a:pt x="666" y="324"/>
                  </a:lnTo>
                  <a:lnTo>
                    <a:pt x="674" y="308"/>
                  </a:lnTo>
                  <a:lnTo>
                    <a:pt x="686" y="296"/>
                  </a:lnTo>
                  <a:lnTo>
                    <a:pt x="698" y="284"/>
                  </a:lnTo>
                  <a:lnTo>
                    <a:pt x="712" y="274"/>
                  </a:lnTo>
                  <a:lnTo>
                    <a:pt x="728" y="266"/>
                  </a:lnTo>
                  <a:lnTo>
                    <a:pt x="744" y="262"/>
                  </a:lnTo>
                  <a:lnTo>
                    <a:pt x="762" y="258"/>
                  </a:lnTo>
                  <a:lnTo>
                    <a:pt x="1004" y="246"/>
                  </a:lnTo>
                  <a:lnTo>
                    <a:pt x="982" y="286"/>
                  </a:lnTo>
                  <a:lnTo>
                    <a:pt x="982" y="286"/>
                  </a:lnTo>
                  <a:lnTo>
                    <a:pt x="970" y="308"/>
                  </a:lnTo>
                  <a:lnTo>
                    <a:pt x="960" y="332"/>
                  </a:lnTo>
                  <a:lnTo>
                    <a:pt x="954" y="356"/>
                  </a:lnTo>
                  <a:lnTo>
                    <a:pt x="948" y="380"/>
                  </a:lnTo>
                  <a:lnTo>
                    <a:pt x="946" y="406"/>
                  </a:lnTo>
                  <a:lnTo>
                    <a:pt x="948" y="430"/>
                  </a:lnTo>
                  <a:lnTo>
                    <a:pt x="950" y="456"/>
                  </a:lnTo>
                  <a:lnTo>
                    <a:pt x="956" y="480"/>
                  </a:lnTo>
                  <a:lnTo>
                    <a:pt x="956" y="480"/>
                  </a:lnTo>
                  <a:lnTo>
                    <a:pt x="964" y="504"/>
                  </a:lnTo>
                  <a:lnTo>
                    <a:pt x="974" y="528"/>
                  </a:lnTo>
                  <a:lnTo>
                    <a:pt x="986" y="550"/>
                  </a:lnTo>
                  <a:lnTo>
                    <a:pt x="1000" y="570"/>
                  </a:lnTo>
                  <a:lnTo>
                    <a:pt x="1016" y="588"/>
                  </a:lnTo>
                  <a:lnTo>
                    <a:pt x="1034" y="606"/>
                  </a:lnTo>
                  <a:lnTo>
                    <a:pt x="1054" y="622"/>
                  </a:lnTo>
                  <a:lnTo>
                    <a:pt x="1074" y="636"/>
                  </a:lnTo>
                  <a:lnTo>
                    <a:pt x="1074" y="636"/>
                  </a:lnTo>
                  <a:lnTo>
                    <a:pt x="1104" y="650"/>
                  </a:lnTo>
                  <a:lnTo>
                    <a:pt x="1136" y="660"/>
                  </a:lnTo>
                  <a:lnTo>
                    <a:pt x="1170" y="668"/>
                  </a:lnTo>
                  <a:lnTo>
                    <a:pt x="1202" y="670"/>
                  </a:lnTo>
                  <a:lnTo>
                    <a:pt x="1202" y="670"/>
                  </a:lnTo>
                  <a:lnTo>
                    <a:pt x="1236" y="668"/>
                  </a:lnTo>
                  <a:lnTo>
                    <a:pt x="1270" y="660"/>
                  </a:lnTo>
                  <a:lnTo>
                    <a:pt x="1300" y="650"/>
                  </a:lnTo>
                  <a:lnTo>
                    <a:pt x="1330" y="636"/>
                  </a:lnTo>
                  <a:lnTo>
                    <a:pt x="1358" y="616"/>
                  </a:lnTo>
                  <a:lnTo>
                    <a:pt x="1382" y="594"/>
                  </a:lnTo>
                  <a:lnTo>
                    <a:pt x="1406" y="570"/>
                  </a:lnTo>
                  <a:lnTo>
                    <a:pt x="1424" y="542"/>
                  </a:lnTo>
                  <a:lnTo>
                    <a:pt x="1516" y="382"/>
                  </a:lnTo>
                  <a:lnTo>
                    <a:pt x="2058" y="666"/>
                  </a:lnTo>
                  <a:lnTo>
                    <a:pt x="2058" y="666"/>
                  </a:lnTo>
                  <a:lnTo>
                    <a:pt x="2070" y="674"/>
                  </a:lnTo>
                  <a:lnTo>
                    <a:pt x="2082" y="684"/>
                  </a:lnTo>
                  <a:lnTo>
                    <a:pt x="2092" y="694"/>
                  </a:lnTo>
                  <a:lnTo>
                    <a:pt x="2100" y="708"/>
                  </a:lnTo>
                  <a:lnTo>
                    <a:pt x="2100" y="708"/>
                  </a:lnTo>
                  <a:lnTo>
                    <a:pt x="2110" y="720"/>
                  </a:lnTo>
                  <a:lnTo>
                    <a:pt x="2110" y="720"/>
                  </a:lnTo>
                  <a:lnTo>
                    <a:pt x="2114" y="728"/>
                  </a:lnTo>
                  <a:lnTo>
                    <a:pt x="2272" y="984"/>
                  </a:lnTo>
                  <a:lnTo>
                    <a:pt x="2272" y="984"/>
                  </a:lnTo>
                  <a:lnTo>
                    <a:pt x="2278" y="996"/>
                  </a:lnTo>
                  <a:lnTo>
                    <a:pt x="2284" y="1010"/>
                  </a:lnTo>
                  <a:lnTo>
                    <a:pt x="2288" y="1022"/>
                  </a:lnTo>
                  <a:lnTo>
                    <a:pt x="2290" y="1036"/>
                  </a:lnTo>
                  <a:lnTo>
                    <a:pt x="2292" y="1048"/>
                  </a:lnTo>
                  <a:lnTo>
                    <a:pt x="2292" y="1062"/>
                  </a:lnTo>
                  <a:lnTo>
                    <a:pt x="2290" y="1074"/>
                  </a:lnTo>
                  <a:lnTo>
                    <a:pt x="2288" y="1088"/>
                  </a:lnTo>
                  <a:lnTo>
                    <a:pt x="2284" y="1100"/>
                  </a:lnTo>
                  <a:lnTo>
                    <a:pt x="2280" y="1112"/>
                  </a:lnTo>
                  <a:lnTo>
                    <a:pt x="2274" y="1124"/>
                  </a:lnTo>
                  <a:lnTo>
                    <a:pt x="2266" y="1134"/>
                  </a:lnTo>
                  <a:lnTo>
                    <a:pt x="2258" y="1146"/>
                  </a:lnTo>
                  <a:lnTo>
                    <a:pt x="2248" y="1154"/>
                  </a:lnTo>
                  <a:lnTo>
                    <a:pt x="2238" y="1164"/>
                  </a:lnTo>
                  <a:lnTo>
                    <a:pt x="2226" y="1172"/>
                  </a:lnTo>
                  <a:lnTo>
                    <a:pt x="2226" y="1172"/>
                  </a:lnTo>
                  <a:close/>
                  <a:moveTo>
                    <a:pt x="952" y="954"/>
                  </a:moveTo>
                  <a:lnTo>
                    <a:pt x="952" y="954"/>
                  </a:lnTo>
                  <a:lnTo>
                    <a:pt x="936" y="956"/>
                  </a:lnTo>
                  <a:lnTo>
                    <a:pt x="918" y="960"/>
                  </a:lnTo>
                  <a:lnTo>
                    <a:pt x="902" y="964"/>
                  </a:lnTo>
                  <a:lnTo>
                    <a:pt x="886" y="972"/>
                  </a:lnTo>
                  <a:lnTo>
                    <a:pt x="872" y="982"/>
                  </a:lnTo>
                  <a:lnTo>
                    <a:pt x="860" y="994"/>
                  </a:lnTo>
                  <a:lnTo>
                    <a:pt x="848" y="1006"/>
                  </a:lnTo>
                  <a:lnTo>
                    <a:pt x="838" y="1022"/>
                  </a:lnTo>
                  <a:lnTo>
                    <a:pt x="722" y="1222"/>
                  </a:lnTo>
                  <a:lnTo>
                    <a:pt x="722" y="1222"/>
                  </a:lnTo>
                  <a:lnTo>
                    <a:pt x="716" y="1234"/>
                  </a:lnTo>
                  <a:lnTo>
                    <a:pt x="710" y="1246"/>
                  </a:lnTo>
                  <a:lnTo>
                    <a:pt x="706" y="1260"/>
                  </a:lnTo>
                  <a:lnTo>
                    <a:pt x="704" y="1272"/>
                  </a:lnTo>
                  <a:lnTo>
                    <a:pt x="704" y="1284"/>
                  </a:lnTo>
                  <a:lnTo>
                    <a:pt x="704" y="1298"/>
                  </a:lnTo>
                  <a:lnTo>
                    <a:pt x="706" y="1310"/>
                  </a:lnTo>
                  <a:lnTo>
                    <a:pt x="708" y="1322"/>
                  </a:lnTo>
                  <a:lnTo>
                    <a:pt x="712" y="1336"/>
                  </a:lnTo>
                  <a:lnTo>
                    <a:pt x="718" y="1346"/>
                  </a:lnTo>
                  <a:lnTo>
                    <a:pt x="724" y="1358"/>
                  </a:lnTo>
                  <a:lnTo>
                    <a:pt x="730" y="1368"/>
                  </a:lnTo>
                  <a:lnTo>
                    <a:pt x="738" y="1378"/>
                  </a:lnTo>
                  <a:lnTo>
                    <a:pt x="748" y="1388"/>
                  </a:lnTo>
                  <a:lnTo>
                    <a:pt x="758" y="1396"/>
                  </a:lnTo>
                  <a:lnTo>
                    <a:pt x="770" y="1404"/>
                  </a:lnTo>
                  <a:lnTo>
                    <a:pt x="770" y="1404"/>
                  </a:lnTo>
                  <a:lnTo>
                    <a:pt x="786" y="1412"/>
                  </a:lnTo>
                  <a:lnTo>
                    <a:pt x="802" y="1416"/>
                  </a:lnTo>
                  <a:lnTo>
                    <a:pt x="820" y="1420"/>
                  </a:lnTo>
                  <a:lnTo>
                    <a:pt x="836" y="1422"/>
                  </a:lnTo>
                  <a:lnTo>
                    <a:pt x="836" y="1422"/>
                  </a:lnTo>
                  <a:lnTo>
                    <a:pt x="858" y="1420"/>
                  </a:lnTo>
                  <a:lnTo>
                    <a:pt x="878" y="1414"/>
                  </a:lnTo>
                  <a:lnTo>
                    <a:pt x="898" y="1406"/>
                  </a:lnTo>
                  <a:lnTo>
                    <a:pt x="916" y="1396"/>
                  </a:lnTo>
                  <a:lnTo>
                    <a:pt x="916" y="1396"/>
                  </a:lnTo>
                  <a:lnTo>
                    <a:pt x="916" y="1414"/>
                  </a:lnTo>
                  <a:lnTo>
                    <a:pt x="916" y="1434"/>
                  </a:lnTo>
                  <a:lnTo>
                    <a:pt x="922" y="1452"/>
                  </a:lnTo>
                  <a:lnTo>
                    <a:pt x="928" y="1470"/>
                  </a:lnTo>
                  <a:lnTo>
                    <a:pt x="938" y="1486"/>
                  </a:lnTo>
                  <a:lnTo>
                    <a:pt x="950" y="1500"/>
                  </a:lnTo>
                  <a:lnTo>
                    <a:pt x="964" y="1514"/>
                  </a:lnTo>
                  <a:lnTo>
                    <a:pt x="982" y="1526"/>
                  </a:lnTo>
                  <a:lnTo>
                    <a:pt x="982" y="1526"/>
                  </a:lnTo>
                  <a:lnTo>
                    <a:pt x="998" y="1534"/>
                  </a:lnTo>
                  <a:lnTo>
                    <a:pt x="1014" y="1540"/>
                  </a:lnTo>
                  <a:lnTo>
                    <a:pt x="1030" y="1542"/>
                  </a:lnTo>
                  <a:lnTo>
                    <a:pt x="1048" y="1544"/>
                  </a:lnTo>
                  <a:lnTo>
                    <a:pt x="1048" y="1544"/>
                  </a:lnTo>
                  <a:lnTo>
                    <a:pt x="1064" y="1542"/>
                  </a:lnTo>
                  <a:lnTo>
                    <a:pt x="1082" y="1538"/>
                  </a:lnTo>
                  <a:lnTo>
                    <a:pt x="1098" y="1534"/>
                  </a:lnTo>
                  <a:lnTo>
                    <a:pt x="1114" y="1526"/>
                  </a:lnTo>
                  <a:lnTo>
                    <a:pt x="1128" y="1516"/>
                  </a:lnTo>
                  <a:lnTo>
                    <a:pt x="1142" y="1506"/>
                  </a:lnTo>
                  <a:lnTo>
                    <a:pt x="1152" y="1492"/>
                  </a:lnTo>
                  <a:lnTo>
                    <a:pt x="1162" y="1476"/>
                  </a:lnTo>
                  <a:lnTo>
                    <a:pt x="1182" y="1444"/>
                  </a:lnTo>
                  <a:lnTo>
                    <a:pt x="1182" y="1444"/>
                  </a:lnTo>
                  <a:lnTo>
                    <a:pt x="1184" y="1460"/>
                  </a:lnTo>
                  <a:lnTo>
                    <a:pt x="1188" y="1476"/>
                  </a:lnTo>
                  <a:lnTo>
                    <a:pt x="1192" y="1492"/>
                  </a:lnTo>
                  <a:lnTo>
                    <a:pt x="1200" y="1506"/>
                  </a:lnTo>
                  <a:lnTo>
                    <a:pt x="1210" y="1520"/>
                  </a:lnTo>
                  <a:lnTo>
                    <a:pt x="1220" y="1532"/>
                  </a:lnTo>
                  <a:lnTo>
                    <a:pt x="1234" y="1542"/>
                  </a:lnTo>
                  <a:lnTo>
                    <a:pt x="1248" y="1552"/>
                  </a:lnTo>
                  <a:lnTo>
                    <a:pt x="1248" y="1552"/>
                  </a:lnTo>
                  <a:lnTo>
                    <a:pt x="1264" y="1560"/>
                  </a:lnTo>
                  <a:lnTo>
                    <a:pt x="1280" y="1566"/>
                  </a:lnTo>
                  <a:lnTo>
                    <a:pt x="1296" y="1570"/>
                  </a:lnTo>
                  <a:lnTo>
                    <a:pt x="1314" y="1570"/>
                  </a:lnTo>
                  <a:lnTo>
                    <a:pt x="1314" y="1570"/>
                  </a:lnTo>
                  <a:lnTo>
                    <a:pt x="1332" y="1570"/>
                  </a:lnTo>
                  <a:lnTo>
                    <a:pt x="1348" y="1566"/>
                  </a:lnTo>
                  <a:lnTo>
                    <a:pt x="1364" y="1560"/>
                  </a:lnTo>
                  <a:lnTo>
                    <a:pt x="1380" y="1552"/>
                  </a:lnTo>
                  <a:lnTo>
                    <a:pt x="1394" y="1544"/>
                  </a:lnTo>
                  <a:lnTo>
                    <a:pt x="1408" y="1532"/>
                  </a:lnTo>
                  <a:lnTo>
                    <a:pt x="1418" y="1518"/>
                  </a:lnTo>
                  <a:lnTo>
                    <a:pt x="1430" y="1504"/>
                  </a:lnTo>
                  <a:lnTo>
                    <a:pt x="1490" y="1398"/>
                  </a:lnTo>
                  <a:lnTo>
                    <a:pt x="1490" y="1398"/>
                  </a:lnTo>
                  <a:lnTo>
                    <a:pt x="1496" y="1386"/>
                  </a:lnTo>
                  <a:lnTo>
                    <a:pt x="1502" y="1374"/>
                  </a:lnTo>
                  <a:lnTo>
                    <a:pt x="1504" y="1362"/>
                  </a:lnTo>
                  <a:lnTo>
                    <a:pt x="1506" y="1348"/>
                  </a:lnTo>
                  <a:lnTo>
                    <a:pt x="1508" y="1336"/>
                  </a:lnTo>
                  <a:lnTo>
                    <a:pt x="1508" y="1322"/>
                  </a:lnTo>
                  <a:lnTo>
                    <a:pt x="1506" y="1310"/>
                  </a:lnTo>
                  <a:lnTo>
                    <a:pt x="1504" y="1298"/>
                  </a:lnTo>
                  <a:lnTo>
                    <a:pt x="1500" y="1286"/>
                  </a:lnTo>
                  <a:lnTo>
                    <a:pt x="1494" y="1274"/>
                  </a:lnTo>
                  <a:lnTo>
                    <a:pt x="1488" y="1262"/>
                  </a:lnTo>
                  <a:lnTo>
                    <a:pt x="1480" y="1252"/>
                  </a:lnTo>
                  <a:lnTo>
                    <a:pt x="1472" y="1242"/>
                  </a:lnTo>
                  <a:lnTo>
                    <a:pt x="1464" y="1232"/>
                  </a:lnTo>
                  <a:lnTo>
                    <a:pt x="1452" y="1224"/>
                  </a:lnTo>
                  <a:lnTo>
                    <a:pt x="1442" y="1216"/>
                  </a:lnTo>
                  <a:lnTo>
                    <a:pt x="1442" y="1216"/>
                  </a:lnTo>
                  <a:lnTo>
                    <a:pt x="1426" y="1208"/>
                  </a:lnTo>
                  <a:lnTo>
                    <a:pt x="1408" y="1204"/>
                  </a:lnTo>
                  <a:lnTo>
                    <a:pt x="1392" y="1200"/>
                  </a:lnTo>
                  <a:lnTo>
                    <a:pt x="1376" y="1200"/>
                  </a:lnTo>
                  <a:lnTo>
                    <a:pt x="1376" y="1200"/>
                  </a:lnTo>
                  <a:lnTo>
                    <a:pt x="1354" y="1200"/>
                  </a:lnTo>
                  <a:lnTo>
                    <a:pt x="1334" y="1206"/>
                  </a:lnTo>
                  <a:lnTo>
                    <a:pt x="1314" y="1214"/>
                  </a:lnTo>
                  <a:lnTo>
                    <a:pt x="1296" y="1226"/>
                  </a:lnTo>
                  <a:lnTo>
                    <a:pt x="1296" y="1226"/>
                  </a:lnTo>
                  <a:lnTo>
                    <a:pt x="1296" y="1206"/>
                  </a:lnTo>
                  <a:lnTo>
                    <a:pt x="1294" y="1188"/>
                  </a:lnTo>
                  <a:lnTo>
                    <a:pt x="1290" y="1168"/>
                  </a:lnTo>
                  <a:lnTo>
                    <a:pt x="1282" y="1152"/>
                  </a:lnTo>
                  <a:lnTo>
                    <a:pt x="1274" y="1134"/>
                  </a:lnTo>
                  <a:lnTo>
                    <a:pt x="1262" y="1120"/>
                  </a:lnTo>
                  <a:lnTo>
                    <a:pt x="1246" y="1106"/>
                  </a:lnTo>
                  <a:lnTo>
                    <a:pt x="1230" y="1094"/>
                  </a:lnTo>
                  <a:lnTo>
                    <a:pt x="1230" y="1094"/>
                  </a:lnTo>
                  <a:lnTo>
                    <a:pt x="1214" y="1086"/>
                  </a:lnTo>
                  <a:lnTo>
                    <a:pt x="1198" y="1082"/>
                  </a:lnTo>
                  <a:lnTo>
                    <a:pt x="1180" y="1078"/>
                  </a:lnTo>
                  <a:lnTo>
                    <a:pt x="1164" y="1078"/>
                  </a:lnTo>
                  <a:lnTo>
                    <a:pt x="1164" y="1078"/>
                  </a:lnTo>
                  <a:lnTo>
                    <a:pt x="1142" y="1078"/>
                  </a:lnTo>
                  <a:lnTo>
                    <a:pt x="1122" y="1084"/>
                  </a:lnTo>
                  <a:lnTo>
                    <a:pt x="1102" y="1092"/>
                  </a:lnTo>
                  <a:lnTo>
                    <a:pt x="1084" y="1104"/>
                  </a:lnTo>
                  <a:lnTo>
                    <a:pt x="1084" y="1104"/>
                  </a:lnTo>
                  <a:lnTo>
                    <a:pt x="1086" y="1084"/>
                  </a:lnTo>
                  <a:lnTo>
                    <a:pt x="1084" y="1066"/>
                  </a:lnTo>
                  <a:lnTo>
                    <a:pt x="1078" y="1046"/>
                  </a:lnTo>
                  <a:lnTo>
                    <a:pt x="1072" y="1030"/>
                  </a:lnTo>
                  <a:lnTo>
                    <a:pt x="1062" y="1012"/>
                  </a:lnTo>
                  <a:lnTo>
                    <a:pt x="1050" y="998"/>
                  </a:lnTo>
                  <a:lnTo>
                    <a:pt x="1036" y="984"/>
                  </a:lnTo>
                  <a:lnTo>
                    <a:pt x="1018" y="972"/>
                  </a:lnTo>
                  <a:lnTo>
                    <a:pt x="1018" y="972"/>
                  </a:lnTo>
                  <a:lnTo>
                    <a:pt x="1002" y="964"/>
                  </a:lnTo>
                  <a:lnTo>
                    <a:pt x="986" y="960"/>
                  </a:lnTo>
                  <a:lnTo>
                    <a:pt x="970" y="956"/>
                  </a:lnTo>
                  <a:lnTo>
                    <a:pt x="952" y="954"/>
                  </a:lnTo>
                  <a:close/>
                  <a:moveTo>
                    <a:pt x="2714" y="0"/>
                  </a:moveTo>
                  <a:lnTo>
                    <a:pt x="2260" y="136"/>
                  </a:lnTo>
                  <a:lnTo>
                    <a:pt x="2616" y="1334"/>
                  </a:lnTo>
                  <a:lnTo>
                    <a:pt x="2764" y="1290"/>
                  </a:lnTo>
                  <a:lnTo>
                    <a:pt x="2764" y="1290"/>
                  </a:lnTo>
                  <a:lnTo>
                    <a:pt x="2792" y="1220"/>
                  </a:lnTo>
                  <a:lnTo>
                    <a:pt x="2818" y="1150"/>
                  </a:lnTo>
                  <a:lnTo>
                    <a:pt x="2840" y="1078"/>
                  </a:lnTo>
                  <a:lnTo>
                    <a:pt x="2858" y="1004"/>
                  </a:lnTo>
                  <a:lnTo>
                    <a:pt x="2872" y="928"/>
                  </a:lnTo>
                  <a:lnTo>
                    <a:pt x="2884" y="852"/>
                  </a:lnTo>
                  <a:lnTo>
                    <a:pt x="2890" y="774"/>
                  </a:lnTo>
                  <a:lnTo>
                    <a:pt x="2892" y="696"/>
                  </a:lnTo>
                  <a:lnTo>
                    <a:pt x="2892" y="696"/>
                  </a:lnTo>
                  <a:lnTo>
                    <a:pt x="2890" y="648"/>
                  </a:lnTo>
                  <a:lnTo>
                    <a:pt x="2888" y="602"/>
                  </a:lnTo>
                  <a:lnTo>
                    <a:pt x="2884" y="556"/>
                  </a:lnTo>
                  <a:lnTo>
                    <a:pt x="2880" y="510"/>
                  </a:lnTo>
                  <a:lnTo>
                    <a:pt x="2874" y="464"/>
                  </a:lnTo>
                  <a:lnTo>
                    <a:pt x="2866" y="420"/>
                  </a:lnTo>
                  <a:lnTo>
                    <a:pt x="2856" y="374"/>
                  </a:lnTo>
                  <a:lnTo>
                    <a:pt x="2846" y="332"/>
                  </a:lnTo>
                  <a:lnTo>
                    <a:pt x="2834" y="288"/>
                  </a:lnTo>
                  <a:lnTo>
                    <a:pt x="2820" y="244"/>
                  </a:lnTo>
                  <a:lnTo>
                    <a:pt x="2806" y="202"/>
                  </a:lnTo>
                  <a:lnTo>
                    <a:pt x="2790" y="162"/>
                  </a:lnTo>
                  <a:lnTo>
                    <a:pt x="2772" y="120"/>
                  </a:lnTo>
                  <a:lnTo>
                    <a:pt x="2754" y="80"/>
                  </a:lnTo>
                  <a:lnTo>
                    <a:pt x="2734" y="40"/>
                  </a:lnTo>
                  <a:lnTo>
                    <a:pt x="2714" y="0"/>
                  </a:lnTo>
                  <a:lnTo>
                    <a:pt x="2714" y="0"/>
                  </a:lnTo>
                  <a:close/>
                  <a:moveTo>
                    <a:pt x="178" y="0"/>
                  </a:moveTo>
                  <a:lnTo>
                    <a:pt x="178" y="0"/>
                  </a:lnTo>
                  <a:lnTo>
                    <a:pt x="156" y="40"/>
                  </a:lnTo>
                  <a:lnTo>
                    <a:pt x="138" y="80"/>
                  </a:lnTo>
                  <a:lnTo>
                    <a:pt x="118" y="120"/>
                  </a:lnTo>
                  <a:lnTo>
                    <a:pt x="102" y="160"/>
                  </a:lnTo>
                  <a:lnTo>
                    <a:pt x="86" y="202"/>
                  </a:lnTo>
                  <a:lnTo>
                    <a:pt x="72" y="244"/>
                  </a:lnTo>
                  <a:lnTo>
                    <a:pt x="58" y="288"/>
                  </a:lnTo>
                  <a:lnTo>
                    <a:pt x="46" y="330"/>
                  </a:lnTo>
                  <a:lnTo>
                    <a:pt x="36" y="374"/>
                  </a:lnTo>
                  <a:lnTo>
                    <a:pt x="26" y="420"/>
                  </a:lnTo>
                  <a:lnTo>
                    <a:pt x="18" y="464"/>
                  </a:lnTo>
                  <a:lnTo>
                    <a:pt x="12" y="510"/>
                  </a:lnTo>
                  <a:lnTo>
                    <a:pt x="6" y="556"/>
                  </a:lnTo>
                  <a:lnTo>
                    <a:pt x="2" y="602"/>
                  </a:lnTo>
                  <a:lnTo>
                    <a:pt x="0" y="648"/>
                  </a:lnTo>
                  <a:lnTo>
                    <a:pt x="0" y="696"/>
                  </a:lnTo>
                  <a:lnTo>
                    <a:pt x="0" y="696"/>
                  </a:lnTo>
                  <a:lnTo>
                    <a:pt x="2" y="774"/>
                  </a:lnTo>
                  <a:lnTo>
                    <a:pt x="8" y="852"/>
                  </a:lnTo>
                  <a:lnTo>
                    <a:pt x="18" y="928"/>
                  </a:lnTo>
                  <a:lnTo>
                    <a:pt x="32" y="1004"/>
                  </a:lnTo>
                  <a:lnTo>
                    <a:pt x="52" y="1078"/>
                  </a:lnTo>
                  <a:lnTo>
                    <a:pt x="74" y="1150"/>
                  </a:lnTo>
                  <a:lnTo>
                    <a:pt x="98" y="1220"/>
                  </a:lnTo>
                  <a:lnTo>
                    <a:pt x="128" y="1290"/>
                  </a:lnTo>
                  <a:lnTo>
                    <a:pt x="276" y="1334"/>
                  </a:lnTo>
                  <a:lnTo>
                    <a:pt x="632" y="136"/>
                  </a:lnTo>
                  <a:lnTo>
                    <a:pt x="178" y="0"/>
                  </a:lnTo>
                  <a:close/>
                  <a:moveTo>
                    <a:pt x="646" y="1178"/>
                  </a:moveTo>
                  <a:lnTo>
                    <a:pt x="684" y="1116"/>
                  </a:lnTo>
                  <a:lnTo>
                    <a:pt x="532" y="1030"/>
                  </a:lnTo>
                  <a:lnTo>
                    <a:pt x="532" y="1030"/>
                  </a:lnTo>
                  <a:lnTo>
                    <a:pt x="514" y="1016"/>
                  </a:lnTo>
                  <a:lnTo>
                    <a:pt x="496" y="1002"/>
                  </a:lnTo>
                  <a:lnTo>
                    <a:pt x="480" y="1030"/>
                  </a:lnTo>
                  <a:lnTo>
                    <a:pt x="480" y="1030"/>
                  </a:lnTo>
                  <a:lnTo>
                    <a:pt x="474" y="1044"/>
                  </a:lnTo>
                  <a:lnTo>
                    <a:pt x="468" y="1056"/>
                  </a:lnTo>
                  <a:lnTo>
                    <a:pt x="464" y="1070"/>
                  </a:lnTo>
                  <a:lnTo>
                    <a:pt x="462" y="1084"/>
                  </a:lnTo>
                  <a:lnTo>
                    <a:pt x="462" y="1098"/>
                  </a:lnTo>
                  <a:lnTo>
                    <a:pt x="462" y="1112"/>
                  </a:lnTo>
                  <a:lnTo>
                    <a:pt x="464" y="1126"/>
                  </a:lnTo>
                  <a:lnTo>
                    <a:pt x="466" y="1140"/>
                  </a:lnTo>
                  <a:lnTo>
                    <a:pt x="470" y="1152"/>
                  </a:lnTo>
                  <a:lnTo>
                    <a:pt x="476" y="1166"/>
                  </a:lnTo>
                  <a:lnTo>
                    <a:pt x="482" y="1178"/>
                  </a:lnTo>
                  <a:lnTo>
                    <a:pt x="490" y="1190"/>
                  </a:lnTo>
                  <a:lnTo>
                    <a:pt x="500" y="1200"/>
                  </a:lnTo>
                  <a:lnTo>
                    <a:pt x="510" y="1210"/>
                  </a:lnTo>
                  <a:lnTo>
                    <a:pt x="520" y="1218"/>
                  </a:lnTo>
                  <a:lnTo>
                    <a:pt x="534" y="1226"/>
                  </a:lnTo>
                  <a:lnTo>
                    <a:pt x="534" y="1226"/>
                  </a:lnTo>
                  <a:lnTo>
                    <a:pt x="550" y="1236"/>
                  </a:lnTo>
                  <a:lnTo>
                    <a:pt x="568" y="1242"/>
                  </a:lnTo>
                  <a:lnTo>
                    <a:pt x="586" y="1246"/>
                  </a:lnTo>
                  <a:lnTo>
                    <a:pt x="606" y="1246"/>
                  </a:lnTo>
                  <a:lnTo>
                    <a:pt x="606" y="1246"/>
                  </a:lnTo>
                  <a:lnTo>
                    <a:pt x="622" y="1244"/>
                  </a:lnTo>
                  <a:lnTo>
                    <a:pt x="622" y="1244"/>
                  </a:lnTo>
                  <a:lnTo>
                    <a:pt x="626" y="1228"/>
                  </a:lnTo>
                  <a:lnTo>
                    <a:pt x="632" y="1212"/>
                  </a:lnTo>
                  <a:lnTo>
                    <a:pt x="638" y="1194"/>
                  </a:lnTo>
                  <a:lnTo>
                    <a:pt x="646" y="1178"/>
                  </a:lnTo>
                  <a:lnTo>
                    <a:pt x="646" y="1178"/>
                  </a:lnTo>
                  <a:close/>
                  <a:moveTo>
                    <a:pt x="2356" y="762"/>
                  </a:moveTo>
                  <a:lnTo>
                    <a:pt x="2198" y="250"/>
                  </a:lnTo>
                  <a:lnTo>
                    <a:pt x="2198" y="250"/>
                  </a:lnTo>
                  <a:lnTo>
                    <a:pt x="2190" y="232"/>
                  </a:lnTo>
                  <a:lnTo>
                    <a:pt x="2180" y="216"/>
                  </a:lnTo>
                  <a:lnTo>
                    <a:pt x="2170" y="202"/>
                  </a:lnTo>
                  <a:lnTo>
                    <a:pt x="2156" y="190"/>
                  </a:lnTo>
                  <a:lnTo>
                    <a:pt x="2140" y="180"/>
                  </a:lnTo>
                  <a:lnTo>
                    <a:pt x="2124" y="174"/>
                  </a:lnTo>
                  <a:lnTo>
                    <a:pt x="2106" y="168"/>
                  </a:lnTo>
                  <a:lnTo>
                    <a:pt x="2088" y="166"/>
                  </a:lnTo>
                  <a:lnTo>
                    <a:pt x="1644" y="72"/>
                  </a:lnTo>
                  <a:lnTo>
                    <a:pt x="1644" y="72"/>
                  </a:lnTo>
                  <a:lnTo>
                    <a:pt x="1644" y="70"/>
                  </a:lnTo>
                  <a:lnTo>
                    <a:pt x="1382" y="14"/>
                  </a:lnTo>
                  <a:lnTo>
                    <a:pt x="1382" y="14"/>
                  </a:lnTo>
                  <a:lnTo>
                    <a:pt x="1378" y="14"/>
                  </a:lnTo>
                  <a:lnTo>
                    <a:pt x="1378" y="14"/>
                  </a:lnTo>
                  <a:lnTo>
                    <a:pt x="1376" y="14"/>
                  </a:lnTo>
                  <a:lnTo>
                    <a:pt x="1376" y="14"/>
                  </a:lnTo>
                  <a:lnTo>
                    <a:pt x="1370" y="14"/>
                  </a:lnTo>
                  <a:lnTo>
                    <a:pt x="1354" y="10"/>
                  </a:lnTo>
                  <a:lnTo>
                    <a:pt x="1356" y="12"/>
                  </a:lnTo>
                  <a:lnTo>
                    <a:pt x="1356" y="12"/>
                  </a:lnTo>
                  <a:lnTo>
                    <a:pt x="1338" y="10"/>
                  </a:lnTo>
                  <a:lnTo>
                    <a:pt x="1338" y="10"/>
                  </a:lnTo>
                  <a:lnTo>
                    <a:pt x="1316" y="10"/>
                  </a:lnTo>
                  <a:lnTo>
                    <a:pt x="1296" y="14"/>
                  </a:lnTo>
                  <a:lnTo>
                    <a:pt x="1274" y="22"/>
                  </a:lnTo>
                  <a:lnTo>
                    <a:pt x="1254" y="32"/>
                  </a:lnTo>
                  <a:lnTo>
                    <a:pt x="1236" y="44"/>
                  </a:lnTo>
                  <a:lnTo>
                    <a:pt x="1220" y="58"/>
                  </a:lnTo>
                  <a:lnTo>
                    <a:pt x="1204" y="74"/>
                  </a:lnTo>
                  <a:lnTo>
                    <a:pt x="1192" y="94"/>
                  </a:lnTo>
                  <a:lnTo>
                    <a:pt x="1056" y="330"/>
                  </a:lnTo>
                  <a:lnTo>
                    <a:pt x="1056" y="330"/>
                  </a:lnTo>
                  <a:lnTo>
                    <a:pt x="1048" y="344"/>
                  </a:lnTo>
                  <a:lnTo>
                    <a:pt x="1042" y="360"/>
                  </a:lnTo>
                  <a:lnTo>
                    <a:pt x="1038" y="376"/>
                  </a:lnTo>
                  <a:lnTo>
                    <a:pt x="1034" y="392"/>
                  </a:lnTo>
                  <a:lnTo>
                    <a:pt x="1034" y="410"/>
                  </a:lnTo>
                  <a:lnTo>
                    <a:pt x="1034" y="426"/>
                  </a:lnTo>
                  <a:lnTo>
                    <a:pt x="1036" y="442"/>
                  </a:lnTo>
                  <a:lnTo>
                    <a:pt x="1038" y="458"/>
                  </a:lnTo>
                  <a:lnTo>
                    <a:pt x="1044" y="474"/>
                  </a:lnTo>
                  <a:lnTo>
                    <a:pt x="1050" y="488"/>
                  </a:lnTo>
                  <a:lnTo>
                    <a:pt x="1058" y="502"/>
                  </a:lnTo>
                  <a:lnTo>
                    <a:pt x="1068" y="516"/>
                  </a:lnTo>
                  <a:lnTo>
                    <a:pt x="1078" y="528"/>
                  </a:lnTo>
                  <a:lnTo>
                    <a:pt x="1090" y="540"/>
                  </a:lnTo>
                  <a:lnTo>
                    <a:pt x="1104" y="552"/>
                  </a:lnTo>
                  <a:lnTo>
                    <a:pt x="1118" y="560"/>
                  </a:lnTo>
                  <a:lnTo>
                    <a:pt x="1118" y="560"/>
                  </a:lnTo>
                  <a:lnTo>
                    <a:pt x="1138" y="570"/>
                  </a:lnTo>
                  <a:lnTo>
                    <a:pt x="1160" y="578"/>
                  </a:lnTo>
                  <a:lnTo>
                    <a:pt x="1180" y="582"/>
                  </a:lnTo>
                  <a:lnTo>
                    <a:pt x="1202" y="584"/>
                  </a:lnTo>
                  <a:lnTo>
                    <a:pt x="1202" y="584"/>
                  </a:lnTo>
                  <a:lnTo>
                    <a:pt x="1224" y="582"/>
                  </a:lnTo>
                  <a:lnTo>
                    <a:pt x="1246" y="578"/>
                  </a:lnTo>
                  <a:lnTo>
                    <a:pt x="1266" y="570"/>
                  </a:lnTo>
                  <a:lnTo>
                    <a:pt x="1286" y="562"/>
                  </a:lnTo>
                  <a:lnTo>
                    <a:pt x="1304" y="550"/>
                  </a:lnTo>
                  <a:lnTo>
                    <a:pt x="1322" y="534"/>
                  </a:lnTo>
                  <a:lnTo>
                    <a:pt x="1336" y="518"/>
                  </a:lnTo>
                  <a:lnTo>
                    <a:pt x="1350" y="498"/>
                  </a:lnTo>
                  <a:lnTo>
                    <a:pt x="1484" y="266"/>
                  </a:lnTo>
                  <a:lnTo>
                    <a:pt x="2098" y="590"/>
                  </a:lnTo>
                  <a:lnTo>
                    <a:pt x="2098" y="590"/>
                  </a:lnTo>
                  <a:lnTo>
                    <a:pt x="2118" y="602"/>
                  </a:lnTo>
                  <a:lnTo>
                    <a:pt x="2138" y="618"/>
                  </a:lnTo>
                  <a:lnTo>
                    <a:pt x="2156" y="636"/>
                  </a:lnTo>
                  <a:lnTo>
                    <a:pt x="2170" y="656"/>
                  </a:lnTo>
                  <a:lnTo>
                    <a:pt x="2170" y="656"/>
                  </a:lnTo>
                  <a:lnTo>
                    <a:pt x="2184" y="676"/>
                  </a:lnTo>
                  <a:lnTo>
                    <a:pt x="2184" y="676"/>
                  </a:lnTo>
                  <a:lnTo>
                    <a:pt x="2190" y="686"/>
                  </a:lnTo>
                  <a:lnTo>
                    <a:pt x="2314" y="890"/>
                  </a:lnTo>
                  <a:lnTo>
                    <a:pt x="2314" y="890"/>
                  </a:lnTo>
                  <a:lnTo>
                    <a:pt x="2328" y="878"/>
                  </a:lnTo>
                  <a:lnTo>
                    <a:pt x="2340" y="864"/>
                  </a:lnTo>
                  <a:lnTo>
                    <a:pt x="2348" y="850"/>
                  </a:lnTo>
                  <a:lnTo>
                    <a:pt x="2356" y="832"/>
                  </a:lnTo>
                  <a:lnTo>
                    <a:pt x="2360" y="816"/>
                  </a:lnTo>
                  <a:lnTo>
                    <a:pt x="2362" y="798"/>
                  </a:lnTo>
                  <a:lnTo>
                    <a:pt x="2360" y="780"/>
                  </a:lnTo>
                  <a:lnTo>
                    <a:pt x="2356" y="762"/>
                  </a:lnTo>
                  <a:lnTo>
                    <a:pt x="2356" y="762"/>
                  </a:lnTo>
                  <a:close/>
                </a:path>
              </a:pathLst>
            </a:custGeom>
            <a:solidFill>
              <a:srgbClr val="B82718"/>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Arial"/>
                <a:ea typeface="+mn-ea"/>
                <a:cs typeface="Arial"/>
                <a:sym typeface="Arial"/>
              </a:endParaRPr>
            </a:p>
          </p:txBody>
        </p:sp>
      </p:grpSp>
      <p:grpSp>
        <p:nvGrpSpPr>
          <p:cNvPr id="54" name="Group 53">
            <a:extLst>
              <a:ext uri="{FF2B5EF4-FFF2-40B4-BE49-F238E27FC236}">
                <a16:creationId xmlns:a16="http://schemas.microsoft.com/office/drawing/2014/main" id="{FCDF2E4B-1F3D-4FE0-8D98-2893D4A85853}"/>
              </a:ext>
            </a:extLst>
          </p:cNvPr>
          <p:cNvGrpSpPr/>
          <p:nvPr/>
        </p:nvGrpSpPr>
        <p:grpSpPr>
          <a:xfrm>
            <a:off x="-165257" y="741277"/>
            <a:ext cx="8434092" cy="5476986"/>
            <a:chOff x="647700" y="839408"/>
            <a:chExt cx="7320465" cy="5476986"/>
          </a:xfrm>
          <a:noFill/>
        </p:grpSpPr>
        <p:sp>
          <p:nvSpPr>
            <p:cNvPr id="55" name="Rectangle 54">
              <a:extLst>
                <a:ext uri="{FF2B5EF4-FFF2-40B4-BE49-F238E27FC236}">
                  <a16:creationId xmlns:a16="http://schemas.microsoft.com/office/drawing/2014/main" id="{A155453A-4B90-42C3-AFDE-3B8E71C8BBF7}"/>
                </a:ext>
              </a:extLst>
            </p:cNvPr>
            <p:cNvSpPr/>
            <p:nvPr/>
          </p:nvSpPr>
          <p:spPr>
            <a:xfrm>
              <a:off x="647700" y="839408"/>
              <a:ext cx="5384800" cy="547698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solidFill>
                  <a:schemeClr val="tx1"/>
                </a:solidFill>
                <a:latin typeface="+mj-lt"/>
              </a:endParaRPr>
            </a:p>
          </p:txBody>
        </p:sp>
        <p:sp>
          <p:nvSpPr>
            <p:cNvPr id="56" name="Google Shape;78;p9">
              <a:extLst>
                <a:ext uri="{FF2B5EF4-FFF2-40B4-BE49-F238E27FC236}">
                  <a16:creationId xmlns:a16="http://schemas.microsoft.com/office/drawing/2014/main" id="{86B7E41E-63BC-4FB5-BC46-5C0BC4A9A628}"/>
                </a:ext>
              </a:extLst>
            </p:cNvPr>
            <p:cNvSpPr txBox="1"/>
            <p:nvPr/>
          </p:nvSpPr>
          <p:spPr>
            <a:xfrm>
              <a:off x="1433071" y="1898614"/>
              <a:ext cx="375750" cy="503100"/>
            </a:xfrm>
            <a:prstGeom prst="rect">
              <a:avLst/>
            </a:prstGeom>
            <a:grpFill/>
            <a:ln>
              <a:noFill/>
            </a:ln>
          </p:spPr>
          <p:txBody>
            <a:bodyPr spcFirstLastPara="1" wrap="square" lIns="0" tIns="0" rIns="0" bIns="0" anchor="t" anchorCtr="0">
              <a:noAutofit/>
            </a:bodyPr>
            <a:lstStyle/>
            <a:p>
              <a:pPr marL="0" marR="0" lvl="0" indent="0" algn="l" rtl="0">
                <a:spcBef>
                  <a:spcPts val="0"/>
                </a:spcBef>
                <a:spcAft>
                  <a:spcPts val="0"/>
                </a:spcAft>
                <a:buNone/>
              </a:pPr>
              <a:r>
                <a:rPr lang="en-US" sz="2600" b="1" i="1" dirty="0">
                  <a:solidFill>
                    <a:schemeClr val="tx1"/>
                  </a:solidFill>
                  <a:latin typeface="+mj-lt"/>
                  <a:ea typeface="Georgia"/>
                  <a:cs typeface="Georgia"/>
                  <a:sym typeface="Georgia"/>
                </a:rPr>
                <a:t>01</a:t>
              </a:r>
              <a:endParaRPr sz="2600" dirty="0">
                <a:solidFill>
                  <a:schemeClr val="tx1"/>
                </a:solidFill>
                <a:latin typeface="+mj-lt"/>
              </a:endParaRPr>
            </a:p>
          </p:txBody>
        </p:sp>
        <p:sp>
          <p:nvSpPr>
            <p:cNvPr id="57" name="Google Shape;79;p9">
              <a:extLst>
                <a:ext uri="{FF2B5EF4-FFF2-40B4-BE49-F238E27FC236}">
                  <a16:creationId xmlns:a16="http://schemas.microsoft.com/office/drawing/2014/main" id="{152B4B74-83FA-4FD5-820E-D251A6418D28}"/>
                </a:ext>
              </a:extLst>
            </p:cNvPr>
            <p:cNvSpPr txBox="1"/>
            <p:nvPr/>
          </p:nvSpPr>
          <p:spPr>
            <a:xfrm>
              <a:off x="1391420" y="2565734"/>
              <a:ext cx="375750" cy="503100"/>
            </a:xfrm>
            <a:prstGeom prst="rect">
              <a:avLst/>
            </a:prstGeom>
            <a:grpFill/>
            <a:ln>
              <a:noFill/>
            </a:ln>
          </p:spPr>
          <p:txBody>
            <a:bodyPr spcFirstLastPara="1" wrap="square" lIns="0" tIns="0" rIns="0" bIns="0" anchor="t" anchorCtr="0">
              <a:noAutofit/>
            </a:bodyPr>
            <a:lstStyle/>
            <a:p>
              <a:pPr marL="0" marR="0" lvl="0" indent="0" algn="l" rtl="0">
                <a:spcBef>
                  <a:spcPts val="0"/>
                </a:spcBef>
                <a:spcAft>
                  <a:spcPts val="0"/>
                </a:spcAft>
                <a:buNone/>
              </a:pPr>
              <a:r>
                <a:rPr lang="en-US" sz="2600" b="1" i="1" dirty="0">
                  <a:solidFill>
                    <a:schemeClr val="tx1"/>
                  </a:solidFill>
                  <a:latin typeface="+mj-lt"/>
                  <a:ea typeface="Georgia"/>
                  <a:cs typeface="Georgia"/>
                  <a:sym typeface="Georgia"/>
                </a:rPr>
                <a:t>02</a:t>
              </a:r>
              <a:endParaRPr sz="2600" dirty="0">
                <a:solidFill>
                  <a:schemeClr val="tx1"/>
                </a:solidFill>
                <a:latin typeface="+mj-lt"/>
              </a:endParaRPr>
            </a:p>
          </p:txBody>
        </p:sp>
        <p:sp>
          <p:nvSpPr>
            <p:cNvPr id="59" name="Google Shape;83;p9">
              <a:extLst>
                <a:ext uri="{FF2B5EF4-FFF2-40B4-BE49-F238E27FC236}">
                  <a16:creationId xmlns:a16="http://schemas.microsoft.com/office/drawing/2014/main" id="{B333BA9D-DAA8-4A90-A63B-F83895455C15}"/>
                </a:ext>
              </a:extLst>
            </p:cNvPr>
            <p:cNvSpPr txBox="1"/>
            <p:nvPr/>
          </p:nvSpPr>
          <p:spPr>
            <a:xfrm>
              <a:off x="1385915" y="4025018"/>
              <a:ext cx="375750" cy="503100"/>
            </a:xfrm>
            <a:prstGeom prst="rect">
              <a:avLst/>
            </a:prstGeom>
            <a:grpFill/>
            <a:ln>
              <a:noFill/>
            </a:ln>
          </p:spPr>
          <p:txBody>
            <a:bodyPr spcFirstLastPara="1" wrap="square" lIns="0" tIns="0" rIns="0" bIns="0" anchor="t" anchorCtr="0">
              <a:noAutofit/>
            </a:bodyPr>
            <a:lstStyle/>
            <a:p>
              <a:pPr marL="0" marR="0" lvl="0" indent="0" algn="l" rtl="0">
                <a:spcBef>
                  <a:spcPts val="0"/>
                </a:spcBef>
                <a:spcAft>
                  <a:spcPts val="0"/>
                </a:spcAft>
                <a:buNone/>
              </a:pPr>
              <a:r>
                <a:rPr lang="en-US" sz="2400" b="1" i="1" dirty="0">
                  <a:solidFill>
                    <a:schemeClr val="tx1"/>
                  </a:solidFill>
                  <a:latin typeface="+mj-lt"/>
                  <a:ea typeface="Georgia"/>
                  <a:cs typeface="Georgia"/>
                  <a:sym typeface="Georgia"/>
                </a:rPr>
                <a:t>03</a:t>
              </a:r>
              <a:endParaRPr sz="2400" b="1" i="1" dirty="0">
                <a:solidFill>
                  <a:schemeClr val="tx1"/>
                </a:solidFill>
                <a:latin typeface="+mj-lt"/>
                <a:ea typeface="Georgia"/>
                <a:cs typeface="Georgia"/>
                <a:sym typeface="Georgia"/>
              </a:endParaRPr>
            </a:p>
          </p:txBody>
        </p:sp>
        <p:sp>
          <p:nvSpPr>
            <p:cNvPr id="60" name="TextBox 59">
              <a:extLst>
                <a:ext uri="{FF2B5EF4-FFF2-40B4-BE49-F238E27FC236}">
                  <a16:creationId xmlns:a16="http://schemas.microsoft.com/office/drawing/2014/main" id="{DAB37072-B95E-4373-9FC3-268E80E35A87}"/>
                </a:ext>
              </a:extLst>
            </p:cNvPr>
            <p:cNvSpPr txBox="1"/>
            <p:nvPr/>
          </p:nvSpPr>
          <p:spPr>
            <a:xfrm>
              <a:off x="1881082" y="1904555"/>
              <a:ext cx="3437642" cy="400110"/>
            </a:xfrm>
            <a:prstGeom prst="rect">
              <a:avLst/>
            </a:prstGeom>
            <a:grpFill/>
          </p:spPr>
          <p:txBody>
            <a:bodyPr wrap="square" rtlCol="0">
              <a:spAutoFit/>
            </a:bodyPr>
            <a:lstStyle/>
            <a:p>
              <a:r>
                <a:rPr lang="en-GB" sz="2000" dirty="0">
                  <a:solidFill>
                    <a:schemeClr val="tx1"/>
                  </a:solidFill>
                  <a:latin typeface="+mj-lt"/>
                </a:rPr>
                <a:t>About FoSCoS</a:t>
              </a:r>
            </a:p>
          </p:txBody>
        </p:sp>
        <p:sp>
          <p:nvSpPr>
            <p:cNvPr id="63" name="TextBox 62">
              <a:extLst>
                <a:ext uri="{FF2B5EF4-FFF2-40B4-BE49-F238E27FC236}">
                  <a16:creationId xmlns:a16="http://schemas.microsoft.com/office/drawing/2014/main" id="{A1A0B4D9-A77D-4057-B7B7-4343998089DC}"/>
                </a:ext>
              </a:extLst>
            </p:cNvPr>
            <p:cNvSpPr txBox="1"/>
            <p:nvPr/>
          </p:nvSpPr>
          <p:spPr>
            <a:xfrm>
              <a:off x="1901604" y="2516262"/>
              <a:ext cx="6066561" cy="1631216"/>
            </a:xfrm>
            <a:prstGeom prst="rect">
              <a:avLst/>
            </a:prstGeom>
            <a:grpFill/>
          </p:spPr>
          <p:txBody>
            <a:bodyPr wrap="square" rtlCol="0">
              <a:spAutoFit/>
            </a:bodyPr>
            <a:lstStyle/>
            <a:p>
              <a:r>
                <a:rPr lang="en-GB" sz="2000" dirty="0">
                  <a:solidFill>
                    <a:schemeClr val="tx1"/>
                  </a:solidFill>
                  <a:latin typeface="+mj-lt"/>
                </a:rPr>
                <a:t>Guidance Notes for:</a:t>
              </a:r>
            </a:p>
            <a:p>
              <a:pPr marL="514350" indent="-447675">
                <a:buFont typeface="Arial" panose="020B0604020202020204" pitchFamily="34" charset="0"/>
                <a:buChar char="•"/>
              </a:pPr>
              <a:r>
                <a:rPr lang="en-GB" sz="2000" dirty="0">
                  <a:solidFill>
                    <a:schemeClr val="tx1"/>
                  </a:solidFill>
                  <a:latin typeface="+mj-lt"/>
                </a:rPr>
                <a:t>Food Business Operators (FBO)</a:t>
              </a:r>
            </a:p>
            <a:p>
              <a:pPr marL="514350" indent="-447675">
                <a:buFont typeface="Arial" panose="020B0604020202020204" pitchFamily="34" charset="0"/>
                <a:buChar char="•"/>
              </a:pPr>
              <a:r>
                <a:rPr lang="en-GB" sz="2000" dirty="0">
                  <a:solidFill>
                    <a:schemeClr val="tx1"/>
                  </a:solidFill>
                  <a:latin typeface="+mj-lt"/>
                </a:rPr>
                <a:t>Designated Officers (DO) / Registering Authorities (RA)</a:t>
              </a:r>
            </a:p>
            <a:p>
              <a:pPr marL="514350" indent="-447675">
                <a:buFont typeface="Arial" panose="020B0604020202020204" pitchFamily="34" charset="0"/>
                <a:buChar char="•"/>
              </a:pPr>
              <a:r>
                <a:rPr lang="en-GB" sz="2000" dirty="0">
                  <a:solidFill>
                    <a:schemeClr val="tx1"/>
                  </a:solidFill>
                  <a:latin typeface="+mj-lt"/>
                </a:rPr>
                <a:t>Food Safety Officers (FSO)</a:t>
              </a:r>
            </a:p>
            <a:p>
              <a:endParaRPr lang="en-GB" sz="2000" dirty="0">
                <a:solidFill>
                  <a:schemeClr val="tx1"/>
                </a:solidFill>
                <a:latin typeface="+mj-lt"/>
              </a:endParaRPr>
            </a:p>
          </p:txBody>
        </p:sp>
        <p:sp>
          <p:nvSpPr>
            <p:cNvPr id="65" name="TextBox 64">
              <a:extLst>
                <a:ext uri="{FF2B5EF4-FFF2-40B4-BE49-F238E27FC236}">
                  <a16:creationId xmlns:a16="http://schemas.microsoft.com/office/drawing/2014/main" id="{AC3DE19C-3B35-45E9-9BE6-9B38FBE878A5}"/>
                </a:ext>
              </a:extLst>
            </p:cNvPr>
            <p:cNvSpPr txBox="1"/>
            <p:nvPr/>
          </p:nvSpPr>
          <p:spPr>
            <a:xfrm>
              <a:off x="1901604" y="4011714"/>
              <a:ext cx="3437642" cy="400110"/>
            </a:xfrm>
            <a:prstGeom prst="rect">
              <a:avLst/>
            </a:prstGeom>
            <a:grpFill/>
          </p:spPr>
          <p:txBody>
            <a:bodyPr wrap="square" rtlCol="0">
              <a:spAutoFit/>
            </a:bodyPr>
            <a:lstStyle/>
            <a:p>
              <a:r>
                <a:rPr lang="en-GB" sz="2000" dirty="0">
                  <a:solidFill>
                    <a:schemeClr val="tx1"/>
                  </a:solidFill>
                  <a:latin typeface="+mj-lt"/>
                </a:rPr>
                <a:t>Support from FSSAI</a:t>
              </a:r>
            </a:p>
          </p:txBody>
        </p:sp>
      </p:grpSp>
      <p:sp>
        <p:nvSpPr>
          <p:cNvPr id="68" name="Rectangle 67">
            <a:extLst>
              <a:ext uri="{FF2B5EF4-FFF2-40B4-BE49-F238E27FC236}">
                <a16:creationId xmlns:a16="http://schemas.microsoft.com/office/drawing/2014/main" id="{CAD01088-C42B-4A5F-B604-E16883460939}"/>
              </a:ext>
            </a:extLst>
          </p:cNvPr>
          <p:cNvSpPr/>
          <p:nvPr/>
        </p:nvSpPr>
        <p:spPr>
          <a:xfrm>
            <a:off x="766428" y="4833646"/>
            <a:ext cx="10881146" cy="2099742"/>
          </a:xfrm>
          <a:prstGeom prst="rect">
            <a:avLst/>
          </a:prstGeom>
        </p:spPr>
        <p:txBody>
          <a:bodyPr wrap="square">
            <a:spAutoFit/>
          </a:bodyPr>
          <a:lstStyle/>
          <a:p>
            <a:pPr>
              <a:lnSpc>
                <a:spcPct val="150000"/>
              </a:lnSpc>
              <a:spcAft>
                <a:spcPts val="800"/>
              </a:spcAft>
            </a:pPr>
            <a:r>
              <a:rPr lang="en-US" sz="1200" b="1" dirty="0">
                <a:latin typeface="+mj-lt"/>
                <a:ea typeface="Georgia" panose="02040502050405020303" pitchFamily="18" charset="0"/>
                <a:cs typeface="Arial" panose="020B0604020202020204" pitchFamily="34" charset="0"/>
              </a:rPr>
              <a:t>Disclaimer: </a:t>
            </a:r>
            <a:r>
              <a:rPr lang="en-US" sz="1200" dirty="0">
                <a:latin typeface="+mj-lt"/>
                <a:ea typeface="Georgia" panose="02040502050405020303" pitchFamily="18" charset="0"/>
                <a:cs typeface="Arial" panose="020B0604020202020204" pitchFamily="34" charset="0"/>
              </a:rPr>
              <a:t>The guidance document is intended for the use of officers of FSSAI, food safety department of States/ UTs and Food Business Operators who shall be using the FoSCoS application. This document provides an overview of the application functions and features along with policy or regulatory aspects. This document, however, does not supersede any direction, official orders or regulations as issued by FSSAI. Furthermore, the guidance document shall not be considered valid for any legal redressal or as evidence in any legal proceeding. This document is only for guiding users on FoSCoS application by providing general information that may be helpful in using the application.  This document is expected to be updated from time to time, please check the latest version before use. In case any error or omission is noted, please bring it to the notice of FoSCoS team on  </a:t>
            </a:r>
            <a:r>
              <a:rPr lang="en-US" sz="1200" b="1" dirty="0">
                <a:latin typeface="+mj-lt"/>
                <a:ea typeface="Georgia" panose="02040502050405020303" pitchFamily="18" charset="0"/>
                <a:cs typeface="Arial" panose="020B0604020202020204" pitchFamily="34" charset="0"/>
              </a:rPr>
              <a:t>helpdesk-foscos@fssai.gov.in</a:t>
            </a:r>
            <a:r>
              <a:rPr lang="en-US" sz="1200" dirty="0">
                <a:latin typeface="+mj-lt"/>
                <a:ea typeface="Georgia" panose="02040502050405020303" pitchFamily="18" charset="0"/>
                <a:cs typeface="Arial" panose="020B0604020202020204" pitchFamily="34" charset="0"/>
              </a:rPr>
              <a:t> for rectification. </a:t>
            </a:r>
          </a:p>
          <a:p>
            <a:pPr>
              <a:lnSpc>
                <a:spcPct val="150000"/>
              </a:lnSpc>
              <a:spcAft>
                <a:spcPts val="800"/>
              </a:spcAft>
            </a:pPr>
            <a:endParaRPr lang="en-US" sz="1200" dirty="0">
              <a:effectLst/>
              <a:latin typeface="+mj-lt"/>
              <a:ea typeface="Georgia" panose="02040502050405020303" pitchFamily="18" charset="0"/>
              <a:cs typeface="Times New Roman" panose="02020603050405020304" pitchFamily="18" charset="0"/>
            </a:endParaRPr>
          </a:p>
        </p:txBody>
      </p:sp>
    </p:spTree>
    <p:extLst>
      <p:ext uri="{BB962C8B-B14F-4D97-AF65-F5344CB8AC3E}">
        <p14:creationId xmlns:p14="http://schemas.microsoft.com/office/powerpoint/2010/main" val="58601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pic>
        <p:nvPicPr>
          <p:cNvPr id="445" name="Google Shape;445;p51"/>
          <p:cNvPicPr preferRelativeResize="0"/>
          <p:nvPr/>
        </p:nvPicPr>
        <p:blipFill rotWithShape="1">
          <a:blip r:embed="rId3">
            <a:alphaModFix/>
          </a:blip>
          <a:srcRect t="9181" b="6430"/>
          <a:stretch/>
        </p:blipFill>
        <p:spPr>
          <a:xfrm>
            <a:off x="0" y="0"/>
            <a:ext cx="12191997" cy="6858003"/>
          </a:xfrm>
          <a:prstGeom prst="rect">
            <a:avLst/>
          </a:prstGeom>
          <a:noFill/>
          <a:ln>
            <a:noFill/>
          </a:ln>
        </p:spPr>
      </p:pic>
      <p:sp>
        <p:nvSpPr>
          <p:cNvPr id="446" name="Google Shape;446;p51"/>
          <p:cNvSpPr/>
          <p:nvPr/>
        </p:nvSpPr>
        <p:spPr>
          <a:xfrm rot="-5400000" flipH="1">
            <a:off x="7933537" y="1422400"/>
            <a:ext cx="1524000" cy="7010400"/>
          </a:xfrm>
          <a:prstGeom prst="round2SameRect">
            <a:avLst>
              <a:gd name="adj1" fmla="val 7727"/>
              <a:gd name="adj2" fmla="val 0"/>
            </a:avLst>
          </a:prstGeom>
          <a:solidFill>
            <a:srgbClr val="DB536A">
              <a:alpha val="73460"/>
            </a:srgbClr>
          </a:solidFill>
          <a:ln>
            <a:noFill/>
          </a:ln>
        </p:spPr>
        <p:txBody>
          <a:bodyPr spcFirstLastPara="1" wrap="square" lIns="240000" tIns="60933" rIns="240000" bIns="60933" anchor="ctr" anchorCtr="0">
            <a:noAutofit/>
          </a:bodyPr>
          <a:lstStyle/>
          <a:p>
            <a:pPr algn="r">
              <a:buSzPts val="1600"/>
            </a:pPr>
            <a:endParaRPr sz="2133" b="1" i="1">
              <a:solidFill>
                <a:srgbClr val="FFFFFF"/>
              </a:solidFill>
              <a:latin typeface="Georgia"/>
              <a:ea typeface="Georgia"/>
              <a:cs typeface="Georgia"/>
              <a:sym typeface="Georgia"/>
            </a:endParaRPr>
          </a:p>
        </p:txBody>
      </p:sp>
      <p:sp>
        <p:nvSpPr>
          <p:cNvPr id="447" name="Google Shape;447;p51"/>
          <p:cNvSpPr txBox="1"/>
          <p:nvPr/>
        </p:nvSpPr>
        <p:spPr>
          <a:xfrm>
            <a:off x="5682339" y="4579851"/>
            <a:ext cx="6010400" cy="574400"/>
          </a:xfrm>
          <a:prstGeom prst="rect">
            <a:avLst/>
          </a:prstGeom>
          <a:noFill/>
          <a:ln>
            <a:noFill/>
          </a:ln>
        </p:spPr>
        <p:txBody>
          <a:bodyPr spcFirstLastPara="1" wrap="square" lIns="0" tIns="0" rIns="0" bIns="0" anchor="t" anchorCtr="0">
            <a:noAutofit/>
          </a:bodyPr>
          <a:lstStyle/>
          <a:p>
            <a:pPr>
              <a:buClr>
                <a:srgbClr val="FFFFFF"/>
              </a:buClr>
              <a:buSzPts val="2800"/>
            </a:pPr>
            <a:r>
              <a:rPr lang="en-US" sz="3200" b="1" i="1" dirty="0">
                <a:solidFill>
                  <a:srgbClr val="FFFFFF"/>
                </a:solidFill>
                <a:latin typeface="Georgia"/>
                <a:ea typeface="Georgia"/>
                <a:cs typeface="Georgia"/>
                <a:sym typeface="Georgia"/>
              </a:rPr>
              <a:t>About FoSCoS</a:t>
            </a:r>
            <a:endParaRPr sz="3200" b="1" i="1" dirty="0">
              <a:solidFill>
                <a:srgbClr val="FFFFFF"/>
              </a:solidFill>
              <a:latin typeface="Georgia"/>
              <a:ea typeface="Georgia"/>
              <a:cs typeface="Georgia"/>
              <a:sym typeface="Georgia"/>
            </a:endParaRPr>
          </a:p>
        </p:txBody>
      </p:sp>
      <p:sp>
        <p:nvSpPr>
          <p:cNvPr id="448" name="Google Shape;448;p51"/>
          <p:cNvSpPr/>
          <p:nvPr/>
        </p:nvSpPr>
        <p:spPr>
          <a:xfrm>
            <a:off x="5682493" y="4479579"/>
            <a:ext cx="6010400" cy="178800"/>
          </a:xfrm>
          <a:custGeom>
            <a:avLst/>
            <a:gdLst/>
            <a:ahLst/>
            <a:cxnLst/>
            <a:rect l="l" t="t" r="r" b="b"/>
            <a:pathLst>
              <a:path w="120000" h="120000" extrusionOk="0">
                <a:moveTo>
                  <a:pt x="0" y="119999"/>
                </a:moveTo>
                <a:lnTo>
                  <a:pt x="0" y="0"/>
                </a:lnTo>
                <a:lnTo>
                  <a:pt x="120000" y="0"/>
                </a:lnTo>
              </a:path>
            </a:pathLst>
          </a:custGeom>
          <a:noFill/>
          <a:ln w="9525" cap="flat" cmpd="sng">
            <a:solidFill>
              <a:srgbClr val="FFFFFF"/>
            </a:solidFill>
            <a:prstDash val="solid"/>
            <a:round/>
            <a:headEnd type="none" w="sm" len="sm"/>
            <a:tailEnd type="none" w="sm" len="sm"/>
          </a:ln>
        </p:spPr>
        <p:txBody>
          <a:bodyPr spcFirstLastPara="1" wrap="square" lIns="121900" tIns="60933" rIns="121900" bIns="60933" anchor="ctr" anchorCtr="0">
            <a:noAutofit/>
          </a:bodyPr>
          <a:lstStyle/>
          <a:p>
            <a:pPr algn="ctr">
              <a:buSzPts val="1400"/>
            </a:pPr>
            <a:endParaRPr sz="1867">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705F7-F0C7-5E42-A333-FBDC23D98177}"/>
              </a:ext>
            </a:extLst>
          </p:cNvPr>
          <p:cNvSpPr>
            <a:spLocks noGrp="1"/>
          </p:cNvSpPr>
          <p:nvPr>
            <p:ph type="title"/>
          </p:nvPr>
        </p:nvSpPr>
        <p:spPr/>
        <p:txBody>
          <a:bodyPr/>
          <a:lstStyle/>
          <a:p>
            <a:r>
              <a:rPr lang="en-US" dirty="0"/>
              <a:t>Objective of FoSCoS</a:t>
            </a:r>
            <a:endParaRPr lang="en-US" b="1" dirty="0"/>
          </a:p>
        </p:txBody>
      </p:sp>
      <p:grpSp>
        <p:nvGrpSpPr>
          <p:cNvPr id="36" name="Group 35">
            <a:extLst>
              <a:ext uri="{FF2B5EF4-FFF2-40B4-BE49-F238E27FC236}">
                <a16:creationId xmlns:a16="http://schemas.microsoft.com/office/drawing/2014/main" id="{56CCD654-756D-4676-A299-4A178E164F4B}"/>
              </a:ext>
            </a:extLst>
          </p:cNvPr>
          <p:cNvGrpSpPr/>
          <p:nvPr/>
        </p:nvGrpSpPr>
        <p:grpSpPr>
          <a:xfrm>
            <a:off x="711198" y="853461"/>
            <a:ext cx="10841822" cy="5469680"/>
            <a:chOff x="440400" y="1492059"/>
            <a:chExt cx="10624174" cy="4680141"/>
          </a:xfrm>
        </p:grpSpPr>
        <p:sp>
          <p:nvSpPr>
            <p:cNvPr id="37" name="Pentagon 70">
              <a:extLst>
                <a:ext uri="{FF2B5EF4-FFF2-40B4-BE49-F238E27FC236}">
                  <a16:creationId xmlns:a16="http://schemas.microsoft.com/office/drawing/2014/main" id="{93E660DB-A41F-47BC-ACF2-AC511E4F5865}"/>
                </a:ext>
              </a:extLst>
            </p:cNvPr>
            <p:cNvSpPr/>
            <p:nvPr/>
          </p:nvSpPr>
          <p:spPr>
            <a:xfrm>
              <a:off x="3721100" y="1669346"/>
              <a:ext cx="7343474" cy="723355"/>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406400" indent="-171450">
                <a:lnSpc>
                  <a:spcPct val="90000"/>
                </a:lnSpc>
                <a:buSzPct val="100000"/>
                <a:buFont typeface="Arial" panose="020B0604020202020204" pitchFamily="34" charset="0"/>
                <a:buChar char="•"/>
              </a:pPr>
              <a:r>
                <a:rPr lang="en-GB" sz="1500" dirty="0">
                  <a:solidFill>
                    <a:schemeClr val="tx1"/>
                  </a:solidFill>
                  <a:latin typeface="+mj-lt"/>
                </a:rPr>
                <a:t>Build centralised application to enable delivery for full spectrum of services through single platform</a:t>
              </a:r>
            </a:p>
            <a:p>
              <a:pPr marL="406400" indent="-171450">
                <a:lnSpc>
                  <a:spcPct val="90000"/>
                </a:lnSpc>
                <a:buSzPct val="100000"/>
                <a:buFont typeface="Arial" panose="020B0604020202020204" pitchFamily="34" charset="0"/>
                <a:buChar char="•"/>
              </a:pPr>
              <a:r>
                <a:rPr lang="en-GB" sz="1500" dirty="0">
                  <a:solidFill>
                    <a:schemeClr val="tx1"/>
                  </a:solidFill>
                  <a:latin typeface="+mj-lt"/>
                </a:rPr>
                <a:t>Minimum physical documentation and seamless application processing for ease of doing business.</a:t>
              </a:r>
            </a:p>
          </p:txBody>
        </p:sp>
        <p:sp>
          <p:nvSpPr>
            <p:cNvPr id="38" name="Pentagon 73">
              <a:extLst>
                <a:ext uri="{FF2B5EF4-FFF2-40B4-BE49-F238E27FC236}">
                  <a16:creationId xmlns:a16="http://schemas.microsoft.com/office/drawing/2014/main" id="{E8861B15-CDCD-458C-BDCA-52040CD191BE}"/>
                </a:ext>
              </a:extLst>
            </p:cNvPr>
            <p:cNvSpPr/>
            <p:nvPr/>
          </p:nvSpPr>
          <p:spPr>
            <a:xfrm>
              <a:off x="3721100" y="2606842"/>
              <a:ext cx="7334929" cy="76999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406400" indent="-171450">
                <a:lnSpc>
                  <a:spcPct val="90000"/>
                </a:lnSpc>
                <a:buSzPct val="100000"/>
                <a:buFont typeface="Arial" panose="020B0604020202020204" pitchFamily="34" charset="0"/>
                <a:buChar char="•"/>
              </a:pPr>
              <a:r>
                <a:rPr lang="en-GB" sz="1500" dirty="0">
                  <a:solidFill>
                    <a:schemeClr val="tx1"/>
                  </a:solidFill>
                  <a:latin typeface="+mj-lt"/>
                </a:rPr>
                <a:t>Build technically advanced application with integration capabilities, higher user traffic capability and has potential for future upgrades.</a:t>
              </a:r>
            </a:p>
            <a:p>
              <a:pPr marL="406400" indent="-171450">
                <a:lnSpc>
                  <a:spcPct val="90000"/>
                </a:lnSpc>
                <a:buSzPct val="100000"/>
                <a:buFont typeface="Arial" panose="020B0604020202020204" pitchFamily="34" charset="0"/>
                <a:buChar char="•"/>
              </a:pPr>
              <a:r>
                <a:rPr lang="en-GB" sz="1500" dirty="0">
                  <a:solidFill>
                    <a:schemeClr val="tx1"/>
                  </a:solidFill>
                  <a:latin typeface="+mj-lt"/>
                </a:rPr>
                <a:t>Enhance UI and make application process simpler and efficient.</a:t>
              </a:r>
            </a:p>
          </p:txBody>
        </p:sp>
        <p:sp>
          <p:nvSpPr>
            <p:cNvPr id="39" name="Pentagon 76">
              <a:extLst>
                <a:ext uri="{FF2B5EF4-FFF2-40B4-BE49-F238E27FC236}">
                  <a16:creationId xmlns:a16="http://schemas.microsoft.com/office/drawing/2014/main" id="{9F8A8441-CE59-47EB-8003-3A8D494F048E}"/>
                </a:ext>
              </a:extLst>
            </p:cNvPr>
            <p:cNvSpPr/>
            <p:nvPr/>
          </p:nvSpPr>
          <p:spPr>
            <a:xfrm>
              <a:off x="3721100" y="3555054"/>
              <a:ext cx="7334929" cy="723355"/>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406400" indent="-171450">
                <a:lnSpc>
                  <a:spcPct val="90000"/>
                </a:lnSpc>
                <a:buFont typeface="Arial" panose="020B0604020202020204" pitchFamily="34" charset="0"/>
                <a:buChar char="•"/>
              </a:pPr>
              <a:r>
                <a:rPr lang="en-US" sz="1500" dirty="0">
                  <a:solidFill>
                    <a:schemeClr val="tx1"/>
                  </a:solidFill>
                  <a:latin typeface="+mj-lt"/>
                </a:rPr>
                <a:t>Enable application to focus on target specific communication through email, SMS, reminder for annual returns, etc.</a:t>
              </a:r>
            </a:p>
          </p:txBody>
        </p:sp>
        <p:sp>
          <p:nvSpPr>
            <p:cNvPr id="40" name="Pentagon 73">
              <a:extLst>
                <a:ext uri="{FF2B5EF4-FFF2-40B4-BE49-F238E27FC236}">
                  <a16:creationId xmlns:a16="http://schemas.microsoft.com/office/drawing/2014/main" id="{7B3E45F3-5200-4C19-B224-D4034DD40E08}"/>
                </a:ext>
              </a:extLst>
            </p:cNvPr>
            <p:cNvSpPr/>
            <p:nvPr/>
          </p:nvSpPr>
          <p:spPr>
            <a:xfrm>
              <a:off x="3721100" y="4500633"/>
              <a:ext cx="7334929" cy="723355"/>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406400" indent="-171450">
                <a:lnSpc>
                  <a:spcPct val="90000"/>
                </a:lnSpc>
                <a:buFont typeface="Arial" panose="020B0604020202020204" pitchFamily="34" charset="0"/>
                <a:buChar char="•"/>
              </a:pPr>
              <a:r>
                <a:rPr lang="en-GB" sz="1500" dirty="0">
                  <a:solidFill>
                    <a:schemeClr val="tx1"/>
                  </a:solidFill>
                  <a:latin typeface="+mj-lt"/>
                </a:rPr>
                <a:t>Adopt Standardized product approach rather than text box approach.</a:t>
              </a:r>
            </a:p>
          </p:txBody>
        </p:sp>
        <p:sp>
          <p:nvSpPr>
            <p:cNvPr id="41" name="Pentagon 76">
              <a:extLst>
                <a:ext uri="{FF2B5EF4-FFF2-40B4-BE49-F238E27FC236}">
                  <a16:creationId xmlns:a16="http://schemas.microsoft.com/office/drawing/2014/main" id="{F3564C72-1D8D-40C0-9ACF-63F92484CCC3}"/>
                </a:ext>
              </a:extLst>
            </p:cNvPr>
            <p:cNvSpPr/>
            <p:nvPr/>
          </p:nvSpPr>
          <p:spPr>
            <a:xfrm>
              <a:off x="3721100" y="5448845"/>
              <a:ext cx="7334929" cy="723355"/>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406400" indent="-171450">
                <a:lnSpc>
                  <a:spcPct val="90000"/>
                </a:lnSpc>
                <a:buFont typeface="Arial" panose="020B0604020202020204" pitchFamily="34" charset="0"/>
                <a:buChar char="•"/>
              </a:pPr>
              <a:r>
                <a:rPr lang="en-US" sz="1500" dirty="0">
                  <a:solidFill>
                    <a:schemeClr val="tx1"/>
                  </a:solidFill>
                  <a:latin typeface="+mj-lt"/>
                </a:rPr>
                <a:t>Enable application to seed business specific details to ensure 360</a:t>
              </a:r>
              <a:r>
                <a:rPr lang="en-US" sz="1500" baseline="30000" dirty="0">
                  <a:solidFill>
                    <a:schemeClr val="tx1"/>
                  </a:solidFill>
                  <a:latin typeface="+mj-lt"/>
                </a:rPr>
                <a:t>0</a:t>
              </a:r>
              <a:r>
                <a:rPr lang="en-US" sz="1500" dirty="0">
                  <a:solidFill>
                    <a:schemeClr val="tx1"/>
                  </a:solidFill>
                  <a:latin typeface="+mj-lt"/>
                </a:rPr>
                <a:t> profiling of FBOs.</a:t>
              </a:r>
              <a:endParaRPr lang="en-GB" sz="1500" dirty="0">
                <a:solidFill>
                  <a:schemeClr val="tx1"/>
                </a:solidFill>
                <a:latin typeface="+mj-lt"/>
              </a:endParaRPr>
            </a:p>
          </p:txBody>
        </p:sp>
        <p:sp>
          <p:nvSpPr>
            <p:cNvPr id="42" name="Pentagon 70">
              <a:extLst>
                <a:ext uri="{FF2B5EF4-FFF2-40B4-BE49-F238E27FC236}">
                  <a16:creationId xmlns:a16="http://schemas.microsoft.com/office/drawing/2014/main" id="{C1D9D8B6-5FEE-4EF5-9DF4-94C9B30B6651}"/>
                </a:ext>
              </a:extLst>
            </p:cNvPr>
            <p:cNvSpPr/>
            <p:nvPr/>
          </p:nvSpPr>
          <p:spPr>
            <a:xfrm>
              <a:off x="442427" y="1669346"/>
              <a:ext cx="3529498" cy="723355"/>
            </a:xfrm>
            <a:prstGeom prst="homePlate">
              <a:avLst>
                <a:gd name="adj" fmla="val 23913"/>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977900" defTabSz="1219170">
                <a:lnSpc>
                  <a:spcPct val="90000"/>
                </a:lnSpc>
                <a:defRPr/>
              </a:pPr>
              <a:r>
                <a:rPr lang="en-GB" sz="1500" b="1" kern="0" dirty="0">
                  <a:solidFill>
                    <a:schemeClr val="bg1"/>
                  </a:solidFill>
                  <a:latin typeface="+mj-lt"/>
                </a:rPr>
                <a:t>Improved Service Delivery  </a:t>
              </a:r>
            </a:p>
          </p:txBody>
        </p:sp>
        <p:sp>
          <p:nvSpPr>
            <p:cNvPr id="43" name="Pentagon 71">
              <a:extLst>
                <a:ext uri="{FF2B5EF4-FFF2-40B4-BE49-F238E27FC236}">
                  <a16:creationId xmlns:a16="http://schemas.microsoft.com/office/drawing/2014/main" id="{65406443-F7CC-4540-84A4-C1A8E5F952E8}"/>
                </a:ext>
              </a:extLst>
            </p:cNvPr>
            <p:cNvSpPr/>
            <p:nvPr/>
          </p:nvSpPr>
          <p:spPr>
            <a:xfrm>
              <a:off x="636187" y="1493249"/>
              <a:ext cx="780664" cy="723355"/>
            </a:xfrm>
            <a:prstGeom prst="homePlate">
              <a:avLst>
                <a:gd name="adj" fmla="val 23913"/>
              </a:avLst>
            </a:prstGeom>
            <a:solidFill>
              <a:srgbClr val="E5E5E5"/>
            </a:solidFill>
            <a:ln cap="rnd">
              <a:solidFill>
                <a:srgbClr val="E5E5E5"/>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FFFFFF"/>
                </a:solidFill>
                <a:effectLst/>
                <a:uLnTx/>
                <a:uFillTx/>
                <a:latin typeface="+mj-lt"/>
                <a:ea typeface="+mn-ea"/>
                <a:cs typeface="+mn-cs"/>
              </a:endParaRPr>
            </a:p>
          </p:txBody>
        </p:sp>
        <p:sp>
          <p:nvSpPr>
            <p:cNvPr id="44" name="Freeform 72">
              <a:extLst>
                <a:ext uri="{FF2B5EF4-FFF2-40B4-BE49-F238E27FC236}">
                  <a16:creationId xmlns:a16="http://schemas.microsoft.com/office/drawing/2014/main" id="{606D2534-4B37-4372-90F7-15503AA683C0}"/>
                </a:ext>
              </a:extLst>
            </p:cNvPr>
            <p:cNvSpPr/>
            <p:nvPr/>
          </p:nvSpPr>
          <p:spPr>
            <a:xfrm>
              <a:off x="440400" y="1492059"/>
              <a:ext cx="204883" cy="894817"/>
            </a:xfrm>
            <a:custGeom>
              <a:avLst/>
              <a:gdLst>
                <a:gd name="connsiteX0" fmla="*/ 236220 w 236220"/>
                <a:gd name="connsiteY0" fmla="*/ 0 h 1272540"/>
                <a:gd name="connsiteX1" fmla="*/ 0 w 236220"/>
                <a:gd name="connsiteY1" fmla="*/ 251460 h 1272540"/>
                <a:gd name="connsiteX2" fmla="*/ 0 w 236220"/>
                <a:gd name="connsiteY2" fmla="*/ 1272540 h 1272540"/>
                <a:gd name="connsiteX3" fmla="*/ 228600 w 236220"/>
                <a:gd name="connsiteY3" fmla="*/ 1043940 h 1272540"/>
                <a:gd name="connsiteX4" fmla="*/ 236220 w 236220"/>
                <a:gd name="connsiteY4" fmla="*/ 0 h 1272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220" h="1272540">
                  <a:moveTo>
                    <a:pt x="236220" y="0"/>
                  </a:moveTo>
                  <a:lnTo>
                    <a:pt x="0" y="251460"/>
                  </a:lnTo>
                  <a:lnTo>
                    <a:pt x="0" y="1272540"/>
                  </a:lnTo>
                  <a:lnTo>
                    <a:pt x="228600" y="1043940"/>
                  </a:lnTo>
                  <a:lnTo>
                    <a:pt x="236220" y="0"/>
                  </a:lnTo>
                  <a:close/>
                </a:path>
              </a:pathLst>
            </a:custGeom>
            <a:solidFill>
              <a:schemeClr val="accent3"/>
            </a:solidFill>
            <a:ln cap="rnd">
              <a:solidFill>
                <a:schemeClr val="accent3"/>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FFFFFF"/>
                </a:solidFill>
                <a:effectLst/>
                <a:uLnTx/>
                <a:uFillTx/>
                <a:latin typeface="+mj-lt"/>
                <a:ea typeface="+mn-ea"/>
                <a:cs typeface="+mn-cs"/>
              </a:endParaRPr>
            </a:p>
          </p:txBody>
        </p:sp>
        <p:sp>
          <p:nvSpPr>
            <p:cNvPr id="45" name="Pentagon 73">
              <a:extLst>
                <a:ext uri="{FF2B5EF4-FFF2-40B4-BE49-F238E27FC236}">
                  <a16:creationId xmlns:a16="http://schemas.microsoft.com/office/drawing/2014/main" id="{EEE4443E-C094-4501-A886-3098D097AA98}"/>
                </a:ext>
              </a:extLst>
            </p:cNvPr>
            <p:cNvSpPr/>
            <p:nvPr/>
          </p:nvSpPr>
          <p:spPr>
            <a:xfrm>
              <a:off x="442427" y="2606842"/>
              <a:ext cx="3529498" cy="723355"/>
            </a:xfrm>
            <a:prstGeom prst="homePlate">
              <a:avLst>
                <a:gd name="adj" fmla="val 23913"/>
              </a:avLst>
            </a:prstGeom>
            <a:solidFill>
              <a:schemeClr val="tx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977900" defTabSz="1219170">
                <a:lnSpc>
                  <a:spcPct val="90000"/>
                </a:lnSpc>
                <a:defRPr/>
              </a:pPr>
              <a:r>
                <a:rPr lang="en-GB" sz="1500" b="1" kern="0" dirty="0">
                  <a:solidFill>
                    <a:schemeClr val="tx1"/>
                  </a:solidFill>
                  <a:latin typeface="+mj-lt"/>
                </a:rPr>
                <a:t>Technology Upgrade</a:t>
              </a:r>
            </a:p>
          </p:txBody>
        </p:sp>
        <p:sp>
          <p:nvSpPr>
            <p:cNvPr id="46" name="Pentagon 74">
              <a:extLst>
                <a:ext uri="{FF2B5EF4-FFF2-40B4-BE49-F238E27FC236}">
                  <a16:creationId xmlns:a16="http://schemas.microsoft.com/office/drawing/2014/main" id="{A5A67F6F-770E-4BF3-A569-6F1E3178A14B}"/>
                </a:ext>
              </a:extLst>
            </p:cNvPr>
            <p:cNvSpPr/>
            <p:nvPr/>
          </p:nvSpPr>
          <p:spPr>
            <a:xfrm>
              <a:off x="631424" y="2428621"/>
              <a:ext cx="780664" cy="723355"/>
            </a:xfrm>
            <a:prstGeom prst="homePlate">
              <a:avLst>
                <a:gd name="adj" fmla="val 23913"/>
              </a:avLst>
            </a:prstGeom>
            <a:solidFill>
              <a:schemeClr val="tx2">
                <a:lumMod val="85000"/>
              </a:schemeClr>
            </a:solidFill>
            <a:ln cap="rnd">
              <a:no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FFFFFF"/>
                </a:solidFill>
                <a:effectLst/>
                <a:uLnTx/>
                <a:uFillTx/>
                <a:latin typeface="+mj-lt"/>
                <a:ea typeface="+mn-ea"/>
                <a:cs typeface="+mn-cs"/>
              </a:endParaRPr>
            </a:p>
          </p:txBody>
        </p:sp>
        <p:sp>
          <p:nvSpPr>
            <p:cNvPr id="47" name="Pentagon 76">
              <a:extLst>
                <a:ext uri="{FF2B5EF4-FFF2-40B4-BE49-F238E27FC236}">
                  <a16:creationId xmlns:a16="http://schemas.microsoft.com/office/drawing/2014/main" id="{F3531133-9318-407E-8AEC-6031DEE7967E}"/>
                </a:ext>
              </a:extLst>
            </p:cNvPr>
            <p:cNvSpPr/>
            <p:nvPr/>
          </p:nvSpPr>
          <p:spPr>
            <a:xfrm>
              <a:off x="442427" y="3555054"/>
              <a:ext cx="3529498" cy="723355"/>
            </a:xfrm>
            <a:prstGeom prst="homePlate">
              <a:avLst>
                <a:gd name="adj" fmla="val 23913"/>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977900" defTabSz="1219170">
                <a:lnSpc>
                  <a:spcPct val="90000"/>
                </a:lnSpc>
                <a:defRPr/>
              </a:pPr>
              <a:r>
                <a:rPr lang="en-GB" sz="1500" b="1" kern="0" dirty="0">
                  <a:solidFill>
                    <a:schemeClr val="bg1"/>
                  </a:solidFill>
                  <a:latin typeface="+mj-lt"/>
                </a:rPr>
                <a:t>Enhanced Communication</a:t>
              </a:r>
            </a:p>
          </p:txBody>
        </p:sp>
        <p:sp>
          <p:nvSpPr>
            <p:cNvPr id="48" name="Pentagon 77">
              <a:extLst>
                <a:ext uri="{FF2B5EF4-FFF2-40B4-BE49-F238E27FC236}">
                  <a16:creationId xmlns:a16="http://schemas.microsoft.com/office/drawing/2014/main" id="{253DB7CC-6336-42B6-89C5-9580A303AC87}"/>
                </a:ext>
              </a:extLst>
            </p:cNvPr>
            <p:cNvSpPr/>
            <p:nvPr/>
          </p:nvSpPr>
          <p:spPr>
            <a:xfrm>
              <a:off x="617099" y="3376833"/>
              <a:ext cx="794988" cy="723355"/>
            </a:xfrm>
            <a:prstGeom prst="homePlate">
              <a:avLst>
                <a:gd name="adj" fmla="val 23913"/>
              </a:avLst>
            </a:prstGeom>
            <a:solidFill>
              <a:srgbClr val="E5E5E5"/>
            </a:solidFill>
            <a:ln cap="rnd">
              <a:solidFill>
                <a:srgbClr val="E5E5E5"/>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FFFFFF"/>
                </a:solidFill>
                <a:effectLst/>
                <a:uLnTx/>
                <a:uFillTx/>
                <a:latin typeface="+mj-lt"/>
                <a:ea typeface="+mn-ea"/>
                <a:cs typeface="+mn-cs"/>
              </a:endParaRPr>
            </a:p>
          </p:txBody>
        </p:sp>
        <p:grpSp>
          <p:nvGrpSpPr>
            <p:cNvPr id="49" name="Group 48">
              <a:extLst>
                <a:ext uri="{FF2B5EF4-FFF2-40B4-BE49-F238E27FC236}">
                  <a16:creationId xmlns:a16="http://schemas.microsoft.com/office/drawing/2014/main" id="{257BD2FA-A83E-4924-9507-980798917CF9}"/>
                </a:ext>
              </a:extLst>
            </p:cNvPr>
            <p:cNvGrpSpPr/>
            <p:nvPr/>
          </p:nvGrpSpPr>
          <p:grpSpPr>
            <a:xfrm>
              <a:off x="693052" y="2502481"/>
              <a:ext cx="565219" cy="556834"/>
              <a:chOff x="3824288" y="1216025"/>
              <a:chExt cx="4543425" cy="4427538"/>
            </a:xfrm>
            <a:solidFill>
              <a:schemeClr val="tx1"/>
            </a:solidFill>
          </p:grpSpPr>
          <p:sp>
            <p:nvSpPr>
              <p:cNvPr id="94" name="Freeform 17">
                <a:extLst>
                  <a:ext uri="{FF2B5EF4-FFF2-40B4-BE49-F238E27FC236}">
                    <a16:creationId xmlns:a16="http://schemas.microsoft.com/office/drawing/2014/main" id="{B8F074D3-D6AF-49C6-969E-DC6C581BA2F1}"/>
                  </a:ext>
                </a:extLst>
              </p:cNvPr>
              <p:cNvSpPr>
                <a:spLocks noEditPoints="1"/>
              </p:cNvSpPr>
              <p:nvPr/>
            </p:nvSpPr>
            <p:spPr bwMode="auto">
              <a:xfrm>
                <a:off x="3824288" y="1216025"/>
                <a:ext cx="4543425" cy="4427538"/>
              </a:xfrm>
              <a:custGeom>
                <a:avLst/>
                <a:gdLst>
                  <a:gd name="T0" fmla="*/ 351 w 1762"/>
                  <a:gd name="T1" fmla="*/ 156 h 1725"/>
                  <a:gd name="T2" fmla="*/ 472 w 1762"/>
                  <a:gd name="T3" fmla="*/ 216 h 1725"/>
                  <a:gd name="T4" fmla="*/ 590 w 1762"/>
                  <a:gd name="T5" fmla="*/ 182 h 1725"/>
                  <a:gd name="T6" fmla="*/ 614 w 1762"/>
                  <a:gd name="T7" fmla="*/ 53 h 1725"/>
                  <a:gd name="T8" fmla="*/ 772 w 1762"/>
                  <a:gd name="T9" fmla="*/ 1 h 1725"/>
                  <a:gd name="T10" fmla="*/ 838 w 1762"/>
                  <a:gd name="T11" fmla="*/ 104 h 1725"/>
                  <a:gd name="T12" fmla="*/ 1032 w 1762"/>
                  <a:gd name="T13" fmla="*/ 140 h 1725"/>
                  <a:gd name="T14" fmla="*/ 1112 w 1762"/>
                  <a:gd name="T15" fmla="*/ 45 h 1725"/>
                  <a:gd name="T16" fmla="*/ 1261 w 1762"/>
                  <a:gd name="T17" fmla="*/ 79 h 1725"/>
                  <a:gd name="T18" fmla="*/ 1265 w 1762"/>
                  <a:gd name="T19" fmla="*/ 210 h 1725"/>
                  <a:gd name="T20" fmla="*/ 1360 w 1762"/>
                  <a:gd name="T21" fmla="*/ 303 h 1725"/>
                  <a:gd name="T22" fmla="*/ 1521 w 1762"/>
                  <a:gd name="T23" fmla="*/ 253 h 1725"/>
                  <a:gd name="T24" fmla="*/ 1645 w 1762"/>
                  <a:gd name="T25" fmla="*/ 380 h 1725"/>
                  <a:gd name="T26" fmla="*/ 1543 w 1762"/>
                  <a:gd name="T27" fmla="*/ 539 h 1725"/>
                  <a:gd name="T28" fmla="*/ 1620 w 1762"/>
                  <a:gd name="T29" fmla="*/ 653 h 1725"/>
                  <a:gd name="T30" fmla="*/ 1745 w 1762"/>
                  <a:gd name="T31" fmla="*/ 688 h 1725"/>
                  <a:gd name="T32" fmla="*/ 1735 w 1762"/>
                  <a:gd name="T33" fmla="*/ 843 h 1725"/>
                  <a:gd name="T34" fmla="*/ 1617 w 1762"/>
                  <a:gd name="T35" fmla="*/ 901 h 1725"/>
                  <a:gd name="T36" fmla="*/ 1622 w 1762"/>
                  <a:gd name="T37" fmla="*/ 1015 h 1725"/>
                  <a:gd name="T38" fmla="*/ 1731 w 1762"/>
                  <a:gd name="T39" fmla="*/ 1122 h 1725"/>
                  <a:gd name="T40" fmla="*/ 1647 w 1762"/>
                  <a:gd name="T41" fmla="*/ 1250 h 1725"/>
                  <a:gd name="T42" fmla="*/ 1504 w 1762"/>
                  <a:gd name="T43" fmla="*/ 1242 h 1725"/>
                  <a:gd name="T44" fmla="*/ 1468 w 1762"/>
                  <a:gd name="T45" fmla="*/ 1379 h 1725"/>
                  <a:gd name="T46" fmla="*/ 1393 w 1762"/>
                  <a:gd name="T47" fmla="*/ 1584 h 1725"/>
                  <a:gd name="T48" fmla="*/ 1281 w 1762"/>
                  <a:gd name="T49" fmla="*/ 1498 h 1725"/>
                  <a:gd name="T50" fmla="*/ 1207 w 1762"/>
                  <a:gd name="T51" fmla="*/ 1511 h 1725"/>
                  <a:gd name="T52" fmla="*/ 1146 w 1762"/>
                  <a:gd name="T53" fmla="*/ 1687 h 1725"/>
                  <a:gd name="T54" fmla="*/ 997 w 1762"/>
                  <a:gd name="T55" fmla="*/ 1724 h 1725"/>
                  <a:gd name="T56" fmla="*/ 936 w 1762"/>
                  <a:gd name="T57" fmla="*/ 1610 h 1725"/>
                  <a:gd name="T58" fmla="*/ 751 w 1762"/>
                  <a:gd name="T59" fmla="*/ 1575 h 1725"/>
                  <a:gd name="T60" fmla="*/ 638 w 1762"/>
                  <a:gd name="T61" fmla="*/ 1683 h 1725"/>
                  <a:gd name="T62" fmla="*/ 488 w 1762"/>
                  <a:gd name="T63" fmla="*/ 1632 h 1725"/>
                  <a:gd name="T64" fmla="*/ 499 w 1762"/>
                  <a:gd name="T65" fmla="*/ 1508 h 1725"/>
                  <a:gd name="T66" fmla="*/ 390 w 1762"/>
                  <a:gd name="T67" fmla="*/ 1407 h 1725"/>
                  <a:gd name="T68" fmla="*/ 250 w 1762"/>
                  <a:gd name="T69" fmla="*/ 1446 h 1725"/>
                  <a:gd name="T70" fmla="*/ 138 w 1762"/>
                  <a:gd name="T71" fmla="*/ 1333 h 1725"/>
                  <a:gd name="T72" fmla="*/ 214 w 1762"/>
                  <a:gd name="T73" fmla="*/ 1223 h 1725"/>
                  <a:gd name="T74" fmla="*/ 182 w 1762"/>
                  <a:gd name="T75" fmla="*/ 1102 h 1725"/>
                  <a:gd name="T76" fmla="*/ 46 w 1762"/>
                  <a:gd name="T77" fmla="*/ 1069 h 1725"/>
                  <a:gd name="T78" fmla="*/ 3 w 1762"/>
                  <a:gd name="T79" fmla="*/ 923 h 1725"/>
                  <a:gd name="T80" fmla="*/ 111 w 1762"/>
                  <a:gd name="T81" fmla="*/ 862 h 1725"/>
                  <a:gd name="T82" fmla="*/ 150 w 1762"/>
                  <a:gd name="T83" fmla="*/ 727 h 1725"/>
                  <a:gd name="T84" fmla="*/ 58 w 1762"/>
                  <a:gd name="T85" fmla="*/ 653 h 1725"/>
                  <a:gd name="T86" fmla="*/ 78 w 1762"/>
                  <a:gd name="T87" fmla="*/ 508 h 1725"/>
                  <a:gd name="T88" fmla="*/ 205 w 1762"/>
                  <a:gd name="T89" fmla="*/ 490 h 1725"/>
                  <a:gd name="T90" fmla="*/ 296 w 1762"/>
                  <a:gd name="T91" fmla="*/ 403 h 1725"/>
                  <a:gd name="T92" fmla="*/ 241 w 1762"/>
                  <a:gd name="T93" fmla="*/ 256 h 1725"/>
                  <a:gd name="T94" fmla="*/ 286 w 1762"/>
                  <a:gd name="T95" fmla="*/ 872 h 1725"/>
                  <a:gd name="T96" fmla="*/ 1493 w 1762"/>
                  <a:gd name="T97" fmla="*/ 880 h 1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762" h="1725">
                    <a:moveTo>
                      <a:pt x="241" y="256"/>
                    </a:moveTo>
                    <a:cubicBezTo>
                      <a:pt x="279" y="221"/>
                      <a:pt x="314" y="187"/>
                      <a:pt x="351" y="156"/>
                    </a:cubicBezTo>
                    <a:cubicBezTo>
                      <a:pt x="358" y="150"/>
                      <a:pt x="377" y="150"/>
                      <a:pt x="386" y="156"/>
                    </a:cubicBezTo>
                    <a:cubicBezTo>
                      <a:pt x="416" y="174"/>
                      <a:pt x="442" y="197"/>
                      <a:pt x="472" y="216"/>
                    </a:cubicBezTo>
                    <a:cubicBezTo>
                      <a:pt x="482" y="222"/>
                      <a:pt x="500" y="223"/>
                      <a:pt x="511" y="219"/>
                    </a:cubicBezTo>
                    <a:cubicBezTo>
                      <a:pt x="538" y="209"/>
                      <a:pt x="563" y="192"/>
                      <a:pt x="590" y="182"/>
                    </a:cubicBezTo>
                    <a:cubicBezTo>
                      <a:pt x="608" y="175"/>
                      <a:pt x="615" y="164"/>
                      <a:pt x="614" y="147"/>
                    </a:cubicBezTo>
                    <a:cubicBezTo>
                      <a:pt x="614" y="115"/>
                      <a:pt x="615" y="84"/>
                      <a:pt x="614" y="53"/>
                    </a:cubicBezTo>
                    <a:cubicBezTo>
                      <a:pt x="614" y="36"/>
                      <a:pt x="621" y="28"/>
                      <a:pt x="637" y="25"/>
                    </a:cubicBezTo>
                    <a:cubicBezTo>
                      <a:pt x="682" y="17"/>
                      <a:pt x="727" y="7"/>
                      <a:pt x="772" y="1"/>
                    </a:cubicBezTo>
                    <a:cubicBezTo>
                      <a:pt x="781" y="0"/>
                      <a:pt x="795" y="12"/>
                      <a:pt x="800" y="22"/>
                    </a:cubicBezTo>
                    <a:cubicBezTo>
                      <a:pt x="814" y="49"/>
                      <a:pt x="823" y="78"/>
                      <a:pt x="838" y="104"/>
                    </a:cubicBezTo>
                    <a:cubicBezTo>
                      <a:pt x="843" y="115"/>
                      <a:pt x="858" y="125"/>
                      <a:pt x="870" y="126"/>
                    </a:cubicBezTo>
                    <a:cubicBezTo>
                      <a:pt x="924" y="133"/>
                      <a:pt x="978" y="137"/>
                      <a:pt x="1032" y="140"/>
                    </a:cubicBezTo>
                    <a:cubicBezTo>
                      <a:pt x="1041" y="140"/>
                      <a:pt x="1054" y="134"/>
                      <a:pt x="1059" y="126"/>
                    </a:cubicBezTo>
                    <a:cubicBezTo>
                      <a:pt x="1078" y="100"/>
                      <a:pt x="1095" y="73"/>
                      <a:pt x="1112" y="45"/>
                    </a:cubicBezTo>
                    <a:cubicBezTo>
                      <a:pt x="1121" y="31"/>
                      <a:pt x="1131" y="28"/>
                      <a:pt x="1146" y="34"/>
                    </a:cubicBezTo>
                    <a:cubicBezTo>
                      <a:pt x="1184" y="50"/>
                      <a:pt x="1222" y="64"/>
                      <a:pt x="1261" y="79"/>
                    </a:cubicBezTo>
                    <a:cubicBezTo>
                      <a:pt x="1278" y="85"/>
                      <a:pt x="1283" y="95"/>
                      <a:pt x="1279" y="115"/>
                    </a:cubicBezTo>
                    <a:cubicBezTo>
                      <a:pt x="1272" y="146"/>
                      <a:pt x="1267" y="178"/>
                      <a:pt x="1265" y="210"/>
                    </a:cubicBezTo>
                    <a:cubicBezTo>
                      <a:pt x="1265" y="220"/>
                      <a:pt x="1272" y="233"/>
                      <a:pt x="1280" y="240"/>
                    </a:cubicBezTo>
                    <a:cubicBezTo>
                      <a:pt x="1306" y="262"/>
                      <a:pt x="1334" y="282"/>
                      <a:pt x="1360" y="303"/>
                    </a:cubicBezTo>
                    <a:cubicBezTo>
                      <a:pt x="1376" y="315"/>
                      <a:pt x="1390" y="318"/>
                      <a:pt x="1408" y="308"/>
                    </a:cubicBezTo>
                    <a:cubicBezTo>
                      <a:pt x="1445" y="288"/>
                      <a:pt x="1484" y="272"/>
                      <a:pt x="1521" y="253"/>
                    </a:cubicBezTo>
                    <a:cubicBezTo>
                      <a:pt x="1536" y="246"/>
                      <a:pt x="1546" y="246"/>
                      <a:pt x="1556" y="260"/>
                    </a:cubicBezTo>
                    <a:cubicBezTo>
                      <a:pt x="1584" y="300"/>
                      <a:pt x="1614" y="338"/>
                      <a:pt x="1645" y="380"/>
                    </a:cubicBezTo>
                    <a:cubicBezTo>
                      <a:pt x="1613" y="416"/>
                      <a:pt x="1583" y="452"/>
                      <a:pt x="1551" y="487"/>
                    </a:cubicBezTo>
                    <a:cubicBezTo>
                      <a:pt x="1534" y="504"/>
                      <a:pt x="1532" y="518"/>
                      <a:pt x="1543" y="539"/>
                    </a:cubicBezTo>
                    <a:cubicBezTo>
                      <a:pt x="1555" y="564"/>
                      <a:pt x="1567" y="590"/>
                      <a:pt x="1574" y="617"/>
                    </a:cubicBezTo>
                    <a:cubicBezTo>
                      <a:pt x="1581" y="643"/>
                      <a:pt x="1598" y="651"/>
                      <a:pt x="1620" y="653"/>
                    </a:cubicBezTo>
                    <a:cubicBezTo>
                      <a:pt x="1654" y="657"/>
                      <a:pt x="1687" y="662"/>
                      <a:pt x="1721" y="665"/>
                    </a:cubicBezTo>
                    <a:cubicBezTo>
                      <a:pt x="1736" y="666"/>
                      <a:pt x="1744" y="672"/>
                      <a:pt x="1745" y="688"/>
                    </a:cubicBezTo>
                    <a:cubicBezTo>
                      <a:pt x="1749" y="728"/>
                      <a:pt x="1755" y="768"/>
                      <a:pt x="1760" y="809"/>
                    </a:cubicBezTo>
                    <a:cubicBezTo>
                      <a:pt x="1762" y="828"/>
                      <a:pt x="1756" y="839"/>
                      <a:pt x="1735" y="843"/>
                    </a:cubicBezTo>
                    <a:cubicBezTo>
                      <a:pt x="1702" y="851"/>
                      <a:pt x="1671" y="861"/>
                      <a:pt x="1640" y="873"/>
                    </a:cubicBezTo>
                    <a:cubicBezTo>
                      <a:pt x="1630" y="877"/>
                      <a:pt x="1619" y="890"/>
                      <a:pt x="1617" y="901"/>
                    </a:cubicBezTo>
                    <a:cubicBezTo>
                      <a:pt x="1610" y="927"/>
                      <a:pt x="1606" y="955"/>
                      <a:pt x="1606" y="982"/>
                    </a:cubicBezTo>
                    <a:cubicBezTo>
                      <a:pt x="1605" y="993"/>
                      <a:pt x="1613" y="1008"/>
                      <a:pt x="1622" y="1015"/>
                    </a:cubicBezTo>
                    <a:cubicBezTo>
                      <a:pt x="1653" y="1039"/>
                      <a:pt x="1685" y="1060"/>
                      <a:pt x="1718" y="1081"/>
                    </a:cubicBezTo>
                    <a:cubicBezTo>
                      <a:pt x="1735" y="1092"/>
                      <a:pt x="1741" y="1102"/>
                      <a:pt x="1731" y="1122"/>
                    </a:cubicBezTo>
                    <a:cubicBezTo>
                      <a:pt x="1714" y="1158"/>
                      <a:pt x="1699" y="1195"/>
                      <a:pt x="1684" y="1232"/>
                    </a:cubicBezTo>
                    <a:cubicBezTo>
                      <a:pt x="1677" y="1250"/>
                      <a:pt x="1664" y="1253"/>
                      <a:pt x="1647" y="1250"/>
                    </a:cubicBezTo>
                    <a:cubicBezTo>
                      <a:pt x="1610" y="1242"/>
                      <a:pt x="1574" y="1236"/>
                      <a:pt x="1538" y="1227"/>
                    </a:cubicBezTo>
                    <a:cubicBezTo>
                      <a:pt x="1522" y="1224"/>
                      <a:pt x="1512" y="1228"/>
                      <a:pt x="1504" y="1242"/>
                    </a:cubicBezTo>
                    <a:cubicBezTo>
                      <a:pt x="1496" y="1257"/>
                      <a:pt x="1487" y="1273"/>
                      <a:pt x="1475" y="1285"/>
                    </a:cubicBezTo>
                    <a:cubicBezTo>
                      <a:pt x="1443" y="1315"/>
                      <a:pt x="1450" y="1345"/>
                      <a:pt x="1468" y="1379"/>
                    </a:cubicBezTo>
                    <a:cubicBezTo>
                      <a:pt x="1488" y="1415"/>
                      <a:pt x="1503" y="1453"/>
                      <a:pt x="1522" y="1492"/>
                    </a:cubicBezTo>
                    <a:cubicBezTo>
                      <a:pt x="1478" y="1523"/>
                      <a:pt x="1436" y="1554"/>
                      <a:pt x="1393" y="1584"/>
                    </a:cubicBezTo>
                    <a:cubicBezTo>
                      <a:pt x="1388" y="1587"/>
                      <a:pt x="1373" y="1583"/>
                      <a:pt x="1366" y="1577"/>
                    </a:cubicBezTo>
                    <a:cubicBezTo>
                      <a:pt x="1337" y="1552"/>
                      <a:pt x="1308" y="1526"/>
                      <a:pt x="1281" y="1498"/>
                    </a:cubicBezTo>
                    <a:cubicBezTo>
                      <a:pt x="1266" y="1483"/>
                      <a:pt x="1253" y="1483"/>
                      <a:pt x="1237" y="1494"/>
                    </a:cubicBezTo>
                    <a:cubicBezTo>
                      <a:pt x="1228" y="1500"/>
                      <a:pt x="1218" y="1509"/>
                      <a:pt x="1207" y="1511"/>
                    </a:cubicBezTo>
                    <a:cubicBezTo>
                      <a:pt x="1161" y="1519"/>
                      <a:pt x="1155" y="1553"/>
                      <a:pt x="1153" y="1591"/>
                    </a:cubicBezTo>
                    <a:cubicBezTo>
                      <a:pt x="1152" y="1623"/>
                      <a:pt x="1151" y="1655"/>
                      <a:pt x="1146" y="1687"/>
                    </a:cubicBezTo>
                    <a:cubicBezTo>
                      <a:pt x="1145" y="1695"/>
                      <a:pt x="1134" y="1707"/>
                      <a:pt x="1126" y="1708"/>
                    </a:cubicBezTo>
                    <a:cubicBezTo>
                      <a:pt x="1083" y="1715"/>
                      <a:pt x="1040" y="1721"/>
                      <a:pt x="997" y="1724"/>
                    </a:cubicBezTo>
                    <a:cubicBezTo>
                      <a:pt x="987" y="1725"/>
                      <a:pt x="972" y="1714"/>
                      <a:pt x="968" y="1704"/>
                    </a:cubicBezTo>
                    <a:cubicBezTo>
                      <a:pt x="955" y="1674"/>
                      <a:pt x="946" y="1642"/>
                      <a:pt x="936" y="1610"/>
                    </a:cubicBezTo>
                    <a:cubicBezTo>
                      <a:pt x="931" y="1593"/>
                      <a:pt x="920" y="1586"/>
                      <a:pt x="902" y="1585"/>
                    </a:cubicBezTo>
                    <a:cubicBezTo>
                      <a:pt x="851" y="1582"/>
                      <a:pt x="801" y="1577"/>
                      <a:pt x="751" y="1575"/>
                    </a:cubicBezTo>
                    <a:cubicBezTo>
                      <a:pt x="739" y="1575"/>
                      <a:pt x="724" y="1581"/>
                      <a:pt x="716" y="1589"/>
                    </a:cubicBezTo>
                    <a:cubicBezTo>
                      <a:pt x="689" y="1619"/>
                      <a:pt x="663" y="1651"/>
                      <a:pt x="638" y="1683"/>
                    </a:cubicBezTo>
                    <a:cubicBezTo>
                      <a:pt x="627" y="1696"/>
                      <a:pt x="617" y="1698"/>
                      <a:pt x="603" y="1690"/>
                    </a:cubicBezTo>
                    <a:cubicBezTo>
                      <a:pt x="565" y="1671"/>
                      <a:pt x="525" y="1653"/>
                      <a:pt x="488" y="1632"/>
                    </a:cubicBezTo>
                    <a:cubicBezTo>
                      <a:pt x="481" y="1628"/>
                      <a:pt x="476" y="1612"/>
                      <a:pt x="478" y="1602"/>
                    </a:cubicBezTo>
                    <a:cubicBezTo>
                      <a:pt x="483" y="1570"/>
                      <a:pt x="494" y="1540"/>
                      <a:pt x="499" y="1508"/>
                    </a:cubicBezTo>
                    <a:cubicBezTo>
                      <a:pt x="501" y="1499"/>
                      <a:pt x="496" y="1485"/>
                      <a:pt x="489" y="1479"/>
                    </a:cubicBezTo>
                    <a:cubicBezTo>
                      <a:pt x="457" y="1454"/>
                      <a:pt x="422" y="1433"/>
                      <a:pt x="390" y="1407"/>
                    </a:cubicBezTo>
                    <a:cubicBezTo>
                      <a:pt x="373" y="1394"/>
                      <a:pt x="359" y="1394"/>
                      <a:pt x="342" y="1402"/>
                    </a:cubicBezTo>
                    <a:cubicBezTo>
                      <a:pt x="312" y="1417"/>
                      <a:pt x="280" y="1430"/>
                      <a:pt x="250" y="1446"/>
                    </a:cubicBezTo>
                    <a:cubicBezTo>
                      <a:pt x="233" y="1455"/>
                      <a:pt x="223" y="1450"/>
                      <a:pt x="213" y="1437"/>
                    </a:cubicBezTo>
                    <a:cubicBezTo>
                      <a:pt x="189" y="1402"/>
                      <a:pt x="164" y="1367"/>
                      <a:pt x="138" y="1333"/>
                    </a:cubicBezTo>
                    <a:cubicBezTo>
                      <a:pt x="129" y="1320"/>
                      <a:pt x="131" y="1311"/>
                      <a:pt x="142" y="1300"/>
                    </a:cubicBezTo>
                    <a:cubicBezTo>
                      <a:pt x="166" y="1275"/>
                      <a:pt x="189" y="1248"/>
                      <a:pt x="214" y="1223"/>
                    </a:cubicBezTo>
                    <a:cubicBezTo>
                      <a:pt x="225" y="1212"/>
                      <a:pt x="226" y="1203"/>
                      <a:pt x="218" y="1188"/>
                    </a:cubicBezTo>
                    <a:cubicBezTo>
                      <a:pt x="204" y="1160"/>
                      <a:pt x="192" y="1131"/>
                      <a:pt x="182" y="1102"/>
                    </a:cubicBezTo>
                    <a:cubicBezTo>
                      <a:pt x="175" y="1084"/>
                      <a:pt x="165" y="1076"/>
                      <a:pt x="145" y="1076"/>
                    </a:cubicBezTo>
                    <a:cubicBezTo>
                      <a:pt x="112" y="1075"/>
                      <a:pt x="79" y="1073"/>
                      <a:pt x="46" y="1069"/>
                    </a:cubicBezTo>
                    <a:cubicBezTo>
                      <a:pt x="38" y="1068"/>
                      <a:pt x="26" y="1057"/>
                      <a:pt x="25" y="1049"/>
                    </a:cubicBezTo>
                    <a:cubicBezTo>
                      <a:pt x="16" y="1007"/>
                      <a:pt x="10" y="965"/>
                      <a:pt x="3" y="923"/>
                    </a:cubicBezTo>
                    <a:cubicBezTo>
                      <a:pt x="0" y="907"/>
                      <a:pt x="7" y="898"/>
                      <a:pt x="22" y="893"/>
                    </a:cubicBezTo>
                    <a:cubicBezTo>
                      <a:pt x="52" y="884"/>
                      <a:pt x="81" y="871"/>
                      <a:pt x="111" y="862"/>
                    </a:cubicBezTo>
                    <a:cubicBezTo>
                      <a:pt x="132" y="856"/>
                      <a:pt x="140" y="845"/>
                      <a:pt x="141" y="823"/>
                    </a:cubicBezTo>
                    <a:cubicBezTo>
                      <a:pt x="142" y="791"/>
                      <a:pt x="146" y="759"/>
                      <a:pt x="150" y="727"/>
                    </a:cubicBezTo>
                    <a:cubicBezTo>
                      <a:pt x="153" y="710"/>
                      <a:pt x="149" y="699"/>
                      <a:pt x="133" y="692"/>
                    </a:cubicBezTo>
                    <a:cubicBezTo>
                      <a:pt x="108" y="680"/>
                      <a:pt x="82" y="668"/>
                      <a:pt x="58" y="653"/>
                    </a:cubicBezTo>
                    <a:cubicBezTo>
                      <a:pt x="51" y="649"/>
                      <a:pt x="44" y="634"/>
                      <a:pt x="46" y="626"/>
                    </a:cubicBezTo>
                    <a:cubicBezTo>
                      <a:pt x="56" y="587"/>
                      <a:pt x="69" y="548"/>
                      <a:pt x="78" y="508"/>
                    </a:cubicBezTo>
                    <a:cubicBezTo>
                      <a:pt x="83" y="489"/>
                      <a:pt x="93" y="483"/>
                      <a:pt x="111" y="484"/>
                    </a:cubicBezTo>
                    <a:cubicBezTo>
                      <a:pt x="142" y="487"/>
                      <a:pt x="174" y="488"/>
                      <a:pt x="205" y="490"/>
                    </a:cubicBezTo>
                    <a:cubicBezTo>
                      <a:pt x="225" y="492"/>
                      <a:pt x="239" y="486"/>
                      <a:pt x="250" y="467"/>
                    </a:cubicBezTo>
                    <a:cubicBezTo>
                      <a:pt x="264" y="444"/>
                      <a:pt x="280" y="424"/>
                      <a:pt x="296" y="403"/>
                    </a:cubicBezTo>
                    <a:cubicBezTo>
                      <a:pt x="310" y="386"/>
                      <a:pt x="311" y="371"/>
                      <a:pt x="299" y="353"/>
                    </a:cubicBezTo>
                    <a:cubicBezTo>
                      <a:pt x="279" y="322"/>
                      <a:pt x="261" y="289"/>
                      <a:pt x="241" y="256"/>
                    </a:cubicBezTo>
                    <a:close/>
                    <a:moveTo>
                      <a:pt x="892" y="263"/>
                    </a:moveTo>
                    <a:cubicBezTo>
                      <a:pt x="556" y="259"/>
                      <a:pt x="279" y="540"/>
                      <a:pt x="286" y="872"/>
                    </a:cubicBezTo>
                    <a:cubicBezTo>
                      <a:pt x="293" y="1191"/>
                      <a:pt x="547" y="1458"/>
                      <a:pt x="890" y="1460"/>
                    </a:cubicBezTo>
                    <a:cubicBezTo>
                      <a:pt x="1229" y="1462"/>
                      <a:pt x="1482" y="1190"/>
                      <a:pt x="1493" y="880"/>
                    </a:cubicBezTo>
                    <a:cubicBezTo>
                      <a:pt x="1504" y="539"/>
                      <a:pt x="1217" y="257"/>
                      <a:pt x="892" y="26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000000"/>
                  </a:solidFill>
                  <a:effectLst/>
                  <a:uLnTx/>
                  <a:uFillTx/>
                  <a:latin typeface="+mj-lt"/>
                  <a:ea typeface="+mn-ea"/>
                  <a:cs typeface="+mn-cs"/>
                </a:endParaRPr>
              </a:p>
            </p:txBody>
          </p:sp>
          <p:sp>
            <p:nvSpPr>
              <p:cNvPr id="95" name="Freeform 19">
                <a:extLst>
                  <a:ext uri="{FF2B5EF4-FFF2-40B4-BE49-F238E27FC236}">
                    <a16:creationId xmlns:a16="http://schemas.microsoft.com/office/drawing/2014/main" id="{A68ABA45-1AE2-41C5-A092-30C410B4769B}"/>
                  </a:ext>
                </a:extLst>
              </p:cNvPr>
              <p:cNvSpPr>
                <a:spLocks noEditPoints="1"/>
              </p:cNvSpPr>
              <p:nvPr/>
            </p:nvSpPr>
            <p:spPr bwMode="auto">
              <a:xfrm>
                <a:off x="4625975" y="1939925"/>
                <a:ext cx="3001963" cy="2967038"/>
              </a:xfrm>
              <a:custGeom>
                <a:avLst/>
                <a:gdLst>
                  <a:gd name="T0" fmla="*/ 1153 w 1164"/>
                  <a:gd name="T1" fmla="*/ 580 h 1156"/>
                  <a:gd name="T2" fmla="*/ 597 w 1164"/>
                  <a:gd name="T3" fmla="*/ 1151 h 1156"/>
                  <a:gd name="T4" fmla="*/ 1 w 1164"/>
                  <a:gd name="T5" fmla="*/ 580 h 1156"/>
                  <a:gd name="T6" fmla="*/ 601 w 1164"/>
                  <a:gd name="T7" fmla="*/ 8 h 1156"/>
                  <a:gd name="T8" fmla="*/ 1153 w 1164"/>
                  <a:gd name="T9" fmla="*/ 580 h 1156"/>
                  <a:gd name="T10" fmla="*/ 52 w 1164"/>
                  <a:gd name="T11" fmla="*/ 577 h 1156"/>
                  <a:gd name="T12" fmla="*/ 561 w 1164"/>
                  <a:gd name="T13" fmla="*/ 1104 h 1156"/>
                  <a:gd name="T14" fmla="*/ 1107 w 1164"/>
                  <a:gd name="T15" fmla="*/ 610 h 1156"/>
                  <a:gd name="T16" fmla="*/ 554 w 1164"/>
                  <a:gd name="T17" fmla="*/ 55 h 1156"/>
                  <a:gd name="T18" fmla="*/ 52 w 1164"/>
                  <a:gd name="T19" fmla="*/ 577 h 1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4" h="1156">
                    <a:moveTo>
                      <a:pt x="1153" y="580"/>
                    </a:moveTo>
                    <a:cubicBezTo>
                      <a:pt x="1160" y="893"/>
                      <a:pt x="902" y="1146"/>
                      <a:pt x="597" y="1151"/>
                    </a:cubicBezTo>
                    <a:cubicBezTo>
                      <a:pt x="248" y="1156"/>
                      <a:pt x="1" y="897"/>
                      <a:pt x="1" y="580"/>
                    </a:cubicBezTo>
                    <a:cubicBezTo>
                      <a:pt x="0" y="266"/>
                      <a:pt x="247" y="0"/>
                      <a:pt x="601" y="8"/>
                    </a:cubicBezTo>
                    <a:cubicBezTo>
                      <a:pt x="894" y="14"/>
                      <a:pt x="1164" y="270"/>
                      <a:pt x="1153" y="580"/>
                    </a:cubicBezTo>
                    <a:close/>
                    <a:moveTo>
                      <a:pt x="52" y="577"/>
                    </a:moveTo>
                    <a:cubicBezTo>
                      <a:pt x="43" y="866"/>
                      <a:pt x="285" y="1094"/>
                      <a:pt x="561" y="1104"/>
                    </a:cubicBezTo>
                    <a:cubicBezTo>
                      <a:pt x="873" y="1114"/>
                      <a:pt x="1091" y="862"/>
                      <a:pt x="1107" y="610"/>
                    </a:cubicBezTo>
                    <a:cubicBezTo>
                      <a:pt x="1125" y="303"/>
                      <a:pt x="857" y="38"/>
                      <a:pt x="554" y="55"/>
                    </a:cubicBezTo>
                    <a:cubicBezTo>
                      <a:pt x="291" y="70"/>
                      <a:pt x="41" y="296"/>
                      <a:pt x="52" y="5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000000"/>
                  </a:solidFill>
                  <a:effectLst/>
                  <a:uLnTx/>
                  <a:uFillTx/>
                  <a:latin typeface="+mj-lt"/>
                  <a:ea typeface="+mn-ea"/>
                  <a:cs typeface="+mn-cs"/>
                </a:endParaRPr>
              </a:p>
            </p:txBody>
          </p:sp>
          <p:sp>
            <p:nvSpPr>
              <p:cNvPr id="96" name="Freeform 20">
                <a:extLst>
                  <a:ext uri="{FF2B5EF4-FFF2-40B4-BE49-F238E27FC236}">
                    <a16:creationId xmlns:a16="http://schemas.microsoft.com/office/drawing/2014/main" id="{25A9C99E-232F-40E1-A052-5E47C062A791}"/>
                  </a:ext>
                </a:extLst>
              </p:cNvPr>
              <p:cNvSpPr>
                <a:spLocks/>
              </p:cNvSpPr>
              <p:nvPr/>
            </p:nvSpPr>
            <p:spPr bwMode="auto">
              <a:xfrm>
                <a:off x="6719888" y="3192463"/>
                <a:ext cx="338138" cy="909638"/>
              </a:xfrm>
              <a:custGeom>
                <a:avLst/>
                <a:gdLst>
                  <a:gd name="T0" fmla="*/ 130 w 131"/>
                  <a:gd name="T1" fmla="*/ 178 h 354"/>
                  <a:gd name="T2" fmla="*/ 130 w 131"/>
                  <a:gd name="T3" fmla="*/ 324 h 354"/>
                  <a:gd name="T4" fmla="*/ 102 w 131"/>
                  <a:gd name="T5" fmla="*/ 353 h 354"/>
                  <a:gd name="T6" fmla="*/ 29 w 131"/>
                  <a:gd name="T7" fmla="*/ 353 h 354"/>
                  <a:gd name="T8" fmla="*/ 0 w 131"/>
                  <a:gd name="T9" fmla="*/ 324 h 354"/>
                  <a:gd name="T10" fmla="*/ 0 w 131"/>
                  <a:gd name="T11" fmla="*/ 29 h 354"/>
                  <a:gd name="T12" fmla="*/ 27 w 131"/>
                  <a:gd name="T13" fmla="*/ 1 h 354"/>
                  <a:gd name="T14" fmla="*/ 103 w 131"/>
                  <a:gd name="T15" fmla="*/ 1 h 354"/>
                  <a:gd name="T16" fmla="*/ 130 w 131"/>
                  <a:gd name="T17" fmla="*/ 29 h 354"/>
                  <a:gd name="T18" fmla="*/ 130 w 131"/>
                  <a:gd name="T19" fmla="*/ 178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1" h="354">
                    <a:moveTo>
                      <a:pt x="130" y="178"/>
                    </a:moveTo>
                    <a:cubicBezTo>
                      <a:pt x="130" y="226"/>
                      <a:pt x="129" y="275"/>
                      <a:pt x="130" y="324"/>
                    </a:cubicBezTo>
                    <a:cubicBezTo>
                      <a:pt x="131" y="345"/>
                      <a:pt x="124" y="354"/>
                      <a:pt x="102" y="353"/>
                    </a:cubicBezTo>
                    <a:cubicBezTo>
                      <a:pt x="77" y="352"/>
                      <a:pt x="53" y="352"/>
                      <a:pt x="29" y="353"/>
                    </a:cubicBezTo>
                    <a:cubicBezTo>
                      <a:pt x="7" y="354"/>
                      <a:pt x="0" y="345"/>
                      <a:pt x="0" y="324"/>
                    </a:cubicBezTo>
                    <a:cubicBezTo>
                      <a:pt x="1" y="225"/>
                      <a:pt x="1" y="127"/>
                      <a:pt x="0" y="29"/>
                    </a:cubicBezTo>
                    <a:cubicBezTo>
                      <a:pt x="0" y="9"/>
                      <a:pt x="7" y="0"/>
                      <a:pt x="27" y="1"/>
                    </a:cubicBezTo>
                    <a:cubicBezTo>
                      <a:pt x="53" y="2"/>
                      <a:pt x="78" y="2"/>
                      <a:pt x="103" y="1"/>
                    </a:cubicBezTo>
                    <a:cubicBezTo>
                      <a:pt x="124" y="0"/>
                      <a:pt x="130" y="9"/>
                      <a:pt x="130" y="29"/>
                    </a:cubicBezTo>
                    <a:cubicBezTo>
                      <a:pt x="129" y="78"/>
                      <a:pt x="130" y="128"/>
                      <a:pt x="130" y="1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000000"/>
                  </a:solidFill>
                  <a:effectLst/>
                  <a:uLnTx/>
                  <a:uFillTx/>
                  <a:latin typeface="+mj-lt"/>
                  <a:ea typeface="+mn-ea"/>
                  <a:cs typeface="+mn-cs"/>
                </a:endParaRPr>
              </a:p>
            </p:txBody>
          </p:sp>
          <p:sp>
            <p:nvSpPr>
              <p:cNvPr id="97" name="Freeform 21">
                <a:extLst>
                  <a:ext uri="{FF2B5EF4-FFF2-40B4-BE49-F238E27FC236}">
                    <a16:creationId xmlns:a16="http://schemas.microsoft.com/office/drawing/2014/main" id="{45F5A8D9-5C22-4782-89A5-43B289A32840}"/>
                  </a:ext>
                </a:extLst>
              </p:cNvPr>
              <p:cNvSpPr>
                <a:spLocks/>
              </p:cNvSpPr>
              <p:nvPr/>
            </p:nvSpPr>
            <p:spPr bwMode="auto">
              <a:xfrm>
                <a:off x="5014913" y="2625725"/>
                <a:ext cx="1981200" cy="1041400"/>
              </a:xfrm>
              <a:custGeom>
                <a:avLst/>
                <a:gdLst>
                  <a:gd name="T0" fmla="*/ 55 w 768"/>
                  <a:gd name="T1" fmla="*/ 331 h 406"/>
                  <a:gd name="T2" fmla="*/ 73 w 768"/>
                  <a:gd name="T3" fmla="*/ 322 h 406"/>
                  <a:gd name="T4" fmla="*/ 220 w 768"/>
                  <a:gd name="T5" fmla="*/ 198 h 406"/>
                  <a:gd name="T6" fmla="*/ 235 w 768"/>
                  <a:gd name="T7" fmla="*/ 168 h 406"/>
                  <a:gd name="T8" fmla="*/ 294 w 768"/>
                  <a:gd name="T9" fmla="*/ 147 h 406"/>
                  <a:gd name="T10" fmla="*/ 421 w 768"/>
                  <a:gd name="T11" fmla="*/ 206 h 406"/>
                  <a:gd name="T12" fmla="*/ 523 w 768"/>
                  <a:gd name="T13" fmla="*/ 206 h 406"/>
                  <a:gd name="T14" fmla="*/ 566 w 768"/>
                  <a:gd name="T15" fmla="*/ 174 h 406"/>
                  <a:gd name="T16" fmla="*/ 675 w 768"/>
                  <a:gd name="T17" fmla="*/ 77 h 406"/>
                  <a:gd name="T18" fmla="*/ 690 w 768"/>
                  <a:gd name="T19" fmla="*/ 39 h 406"/>
                  <a:gd name="T20" fmla="*/ 727 w 768"/>
                  <a:gd name="T21" fmla="*/ 1 h 406"/>
                  <a:gd name="T22" fmla="*/ 766 w 768"/>
                  <a:gd name="T23" fmla="*/ 41 h 406"/>
                  <a:gd name="T24" fmla="*/ 728 w 768"/>
                  <a:gd name="T25" fmla="*/ 77 h 406"/>
                  <a:gd name="T26" fmla="*/ 686 w 768"/>
                  <a:gd name="T27" fmla="*/ 97 h 406"/>
                  <a:gd name="T28" fmla="*/ 558 w 768"/>
                  <a:gd name="T29" fmla="*/ 212 h 406"/>
                  <a:gd name="T30" fmla="*/ 539 w 768"/>
                  <a:gd name="T31" fmla="*/ 247 h 406"/>
                  <a:gd name="T32" fmla="*/ 502 w 768"/>
                  <a:gd name="T33" fmla="*/ 281 h 406"/>
                  <a:gd name="T34" fmla="*/ 461 w 768"/>
                  <a:gd name="T35" fmla="*/ 254 h 406"/>
                  <a:gd name="T36" fmla="*/ 439 w 768"/>
                  <a:gd name="T37" fmla="*/ 234 h 406"/>
                  <a:gd name="T38" fmla="*/ 330 w 768"/>
                  <a:gd name="T39" fmla="*/ 201 h 406"/>
                  <a:gd name="T40" fmla="*/ 223 w 768"/>
                  <a:gd name="T41" fmla="*/ 228 h 406"/>
                  <a:gd name="T42" fmla="*/ 97 w 768"/>
                  <a:gd name="T43" fmla="*/ 331 h 406"/>
                  <a:gd name="T44" fmla="*/ 78 w 768"/>
                  <a:gd name="T45" fmla="*/ 367 h 406"/>
                  <a:gd name="T46" fmla="*/ 30 w 768"/>
                  <a:gd name="T47" fmla="*/ 404 h 406"/>
                  <a:gd name="T48" fmla="*/ 1 w 768"/>
                  <a:gd name="T49" fmla="*/ 365 h 406"/>
                  <a:gd name="T50" fmla="*/ 55 w 768"/>
                  <a:gd name="T51" fmla="*/ 331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68" h="406">
                    <a:moveTo>
                      <a:pt x="55" y="331"/>
                    </a:moveTo>
                    <a:cubicBezTo>
                      <a:pt x="57" y="330"/>
                      <a:pt x="67" y="328"/>
                      <a:pt x="73" y="322"/>
                    </a:cubicBezTo>
                    <a:cubicBezTo>
                      <a:pt x="123" y="281"/>
                      <a:pt x="172" y="240"/>
                      <a:pt x="220" y="198"/>
                    </a:cubicBezTo>
                    <a:cubicBezTo>
                      <a:pt x="228" y="191"/>
                      <a:pt x="231" y="179"/>
                      <a:pt x="235" y="168"/>
                    </a:cubicBezTo>
                    <a:cubicBezTo>
                      <a:pt x="242" y="142"/>
                      <a:pt x="278" y="127"/>
                      <a:pt x="294" y="147"/>
                    </a:cubicBezTo>
                    <a:cubicBezTo>
                      <a:pt x="328" y="189"/>
                      <a:pt x="379" y="186"/>
                      <a:pt x="421" y="206"/>
                    </a:cubicBezTo>
                    <a:cubicBezTo>
                      <a:pt x="456" y="224"/>
                      <a:pt x="489" y="204"/>
                      <a:pt x="523" y="206"/>
                    </a:cubicBezTo>
                    <a:cubicBezTo>
                      <a:pt x="537" y="207"/>
                      <a:pt x="553" y="186"/>
                      <a:pt x="566" y="174"/>
                    </a:cubicBezTo>
                    <a:cubicBezTo>
                      <a:pt x="603" y="142"/>
                      <a:pt x="640" y="111"/>
                      <a:pt x="675" y="77"/>
                    </a:cubicBezTo>
                    <a:cubicBezTo>
                      <a:pt x="684" y="68"/>
                      <a:pt x="689" y="52"/>
                      <a:pt x="690" y="39"/>
                    </a:cubicBezTo>
                    <a:cubicBezTo>
                      <a:pt x="692" y="15"/>
                      <a:pt x="705" y="3"/>
                      <a:pt x="727" y="1"/>
                    </a:cubicBezTo>
                    <a:cubicBezTo>
                      <a:pt x="745" y="0"/>
                      <a:pt x="768" y="22"/>
                      <a:pt x="766" y="41"/>
                    </a:cubicBezTo>
                    <a:cubicBezTo>
                      <a:pt x="764" y="63"/>
                      <a:pt x="752" y="74"/>
                      <a:pt x="728" y="77"/>
                    </a:cubicBezTo>
                    <a:cubicBezTo>
                      <a:pt x="714" y="79"/>
                      <a:pt x="697" y="87"/>
                      <a:pt x="686" y="97"/>
                    </a:cubicBezTo>
                    <a:cubicBezTo>
                      <a:pt x="642" y="134"/>
                      <a:pt x="600" y="173"/>
                      <a:pt x="558" y="212"/>
                    </a:cubicBezTo>
                    <a:cubicBezTo>
                      <a:pt x="549" y="221"/>
                      <a:pt x="543" y="234"/>
                      <a:pt x="539" y="247"/>
                    </a:cubicBezTo>
                    <a:cubicBezTo>
                      <a:pt x="533" y="266"/>
                      <a:pt x="525" y="280"/>
                      <a:pt x="502" y="281"/>
                    </a:cubicBezTo>
                    <a:cubicBezTo>
                      <a:pt x="481" y="282"/>
                      <a:pt x="467" y="277"/>
                      <a:pt x="461" y="254"/>
                    </a:cubicBezTo>
                    <a:cubicBezTo>
                      <a:pt x="459" y="246"/>
                      <a:pt x="448" y="237"/>
                      <a:pt x="439" y="234"/>
                    </a:cubicBezTo>
                    <a:cubicBezTo>
                      <a:pt x="403" y="221"/>
                      <a:pt x="367" y="203"/>
                      <a:pt x="330" y="201"/>
                    </a:cubicBezTo>
                    <a:cubicBezTo>
                      <a:pt x="294" y="200"/>
                      <a:pt x="253" y="210"/>
                      <a:pt x="223" y="228"/>
                    </a:cubicBezTo>
                    <a:cubicBezTo>
                      <a:pt x="177" y="256"/>
                      <a:pt x="138" y="295"/>
                      <a:pt x="97" y="331"/>
                    </a:cubicBezTo>
                    <a:cubicBezTo>
                      <a:pt x="87" y="339"/>
                      <a:pt x="80" y="354"/>
                      <a:pt x="78" y="367"/>
                    </a:cubicBezTo>
                    <a:cubicBezTo>
                      <a:pt x="72" y="396"/>
                      <a:pt x="61" y="406"/>
                      <a:pt x="30" y="404"/>
                    </a:cubicBezTo>
                    <a:cubicBezTo>
                      <a:pt x="5" y="402"/>
                      <a:pt x="0" y="386"/>
                      <a:pt x="1" y="365"/>
                    </a:cubicBezTo>
                    <a:cubicBezTo>
                      <a:pt x="2" y="340"/>
                      <a:pt x="18" y="329"/>
                      <a:pt x="55" y="3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000000"/>
                  </a:solidFill>
                  <a:effectLst/>
                  <a:uLnTx/>
                  <a:uFillTx/>
                  <a:latin typeface="+mj-lt"/>
                  <a:ea typeface="+mn-ea"/>
                  <a:cs typeface="+mn-cs"/>
                </a:endParaRPr>
              </a:p>
            </p:txBody>
          </p:sp>
          <p:sp>
            <p:nvSpPr>
              <p:cNvPr id="98" name="Freeform 22">
                <a:extLst>
                  <a:ext uri="{FF2B5EF4-FFF2-40B4-BE49-F238E27FC236}">
                    <a16:creationId xmlns:a16="http://schemas.microsoft.com/office/drawing/2014/main" id="{5E244D95-7D7A-43D8-B1E9-414BDFAF3C6F}"/>
                  </a:ext>
                </a:extLst>
              </p:cNvPr>
              <p:cNvSpPr>
                <a:spLocks/>
              </p:cNvSpPr>
              <p:nvPr/>
            </p:nvSpPr>
            <p:spPr bwMode="auto">
              <a:xfrm>
                <a:off x="5543550" y="3433763"/>
                <a:ext cx="320675" cy="668338"/>
              </a:xfrm>
              <a:custGeom>
                <a:avLst/>
                <a:gdLst>
                  <a:gd name="T0" fmla="*/ 123 w 124"/>
                  <a:gd name="T1" fmla="*/ 132 h 260"/>
                  <a:gd name="T2" fmla="*/ 124 w 124"/>
                  <a:gd name="T3" fmla="*/ 231 h 260"/>
                  <a:gd name="T4" fmla="*/ 97 w 124"/>
                  <a:gd name="T5" fmla="*/ 259 h 260"/>
                  <a:gd name="T6" fmla="*/ 24 w 124"/>
                  <a:gd name="T7" fmla="*/ 259 h 260"/>
                  <a:gd name="T8" fmla="*/ 0 w 124"/>
                  <a:gd name="T9" fmla="*/ 234 h 260"/>
                  <a:gd name="T10" fmla="*/ 0 w 124"/>
                  <a:gd name="T11" fmla="*/ 24 h 260"/>
                  <a:gd name="T12" fmla="*/ 25 w 124"/>
                  <a:gd name="T13" fmla="*/ 1 h 260"/>
                  <a:gd name="T14" fmla="*/ 98 w 124"/>
                  <a:gd name="T15" fmla="*/ 1 h 260"/>
                  <a:gd name="T16" fmla="*/ 124 w 124"/>
                  <a:gd name="T17" fmla="*/ 27 h 260"/>
                  <a:gd name="T18" fmla="*/ 123 w 124"/>
                  <a:gd name="T19" fmla="*/ 132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4" h="260">
                    <a:moveTo>
                      <a:pt x="123" y="132"/>
                    </a:moveTo>
                    <a:cubicBezTo>
                      <a:pt x="123" y="165"/>
                      <a:pt x="123" y="198"/>
                      <a:pt x="124" y="231"/>
                    </a:cubicBezTo>
                    <a:cubicBezTo>
                      <a:pt x="124" y="251"/>
                      <a:pt x="118" y="260"/>
                      <a:pt x="97" y="259"/>
                    </a:cubicBezTo>
                    <a:cubicBezTo>
                      <a:pt x="73" y="258"/>
                      <a:pt x="48" y="258"/>
                      <a:pt x="24" y="259"/>
                    </a:cubicBezTo>
                    <a:cubicBezTo>
                      <a:pt x="6" y="259"/>
                      <a:pt x="0" y="252"/>
                      <a:pt x="0" y="234"/>
                    </a:cubicBezTo>
                    <a:cubicBezTo>
                      <a:pt x="0" y="164"/>
                      <a:pt x="0" y="94"/>
                      <a:pt x="0" y="24"/>
                    </a:cubicBezTo>
                    <a:cubicBezTo>
                      <a:pt x="0" y="6"/>
                      <a:pt x="8" y="0"/>
                      <a:pt x="25" y="1"/>
                    </a:cubicBezTo>
                    <a:cubicBezTo>
                      <a:pt x="49" y="1"/>
                      <a:pt x="74" y="1"/>
                      <a:pt x="98" y="1"/>
                    </a:cubicBezTo>
                    <a:cubicBezTo>
                      <a:pt x="117" y="0"/>
                      <a:pt x="124" y="8"/>
                      <a:pt x="124" y="27"/>
                    </a:cubicBezTo>
                    <a:cubicBezTo>
                      <a:pt x="123" y="62"/>
                      <a:pt x="123" y="97"/>
                      <a:pt x="123" y="1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000000"/>
                  </a:solidFill>
                  <a:effectLst/>
                  <a:uLnTx/>
                  <a:uFillTx/>
                  <a:latin typeface="+mj-lt"/>
                  <a:ea typeface="+mn-ea"/>
                  <a:cs typeface="+mn-cs"/>
                </a:endParaRPr>
              </a:p>
            </p:txBody>
          </p:sp>
          <p:sp>
            <p:nvSpPr>
              <p:cNvPr id="99" name="Freeform 23">
                <a:extLst>
                  <a:ext uri="{FF2B5EF4-FFF2-40B4-BE49-F238E27FC236}">
                    <a16:creationId xmlns:a16="http://schemas.microsoft.com/office/drawing/2014/main" id="{DDB61245-886A-46F4-A674-5E43C13389E2}"/>
                  </a:ext>
                </a:extLst>
              </p:cNvPr>
              <p:cNvSpPr>
                <a:spLocks/>
              </p:cNvSpPr>
              <p:nvPr/>
            </p:nvSpPr>
            <p:spPr bwMode="auto">
              <a:xfrm>
                <a:off x="6145213" y="3673475"/>
                <a:ext cx="322263" cy="425450"/>
              </a:xfrm>
              <a:custGeom>
                <a:avLst/>
                <a:gdLst>
                  <a:gd name="T0" fmla="*/ 125 w 125"/>
                  <a:gd name="T1" fmla="*/ 85 h 166"/>
                  <a:gd name="T2" fmla="*/ 43 w 125"/>
                  <a:gd name="T3" fmla="*/ 166 h 166"/>
                  <a:gd name="T4" fmla="*/ 1 w 125"/>
                  <a:gd name="T5" fmla="*/ 124 h 166"/>
                  <a:gd name="T6" fmla="*/ 1 w 125"/>
                  <a:gd name="T7" fmla="*/ 28 h 166"/>
                  <a:gd name="T8" fmla="*/ 29 w 125"/>
                  <a:gd name="T9" fmla="*/ 1 h 166"/>
                  <a:gd name="T10" fmla="*/ 40 w 125"/>
                  <a:gd name="T11" fmla="*/ 1 h 166"/>
                  <a:gd name="T12" fmla="*/ 125 w 125"/>
                  <a:gd name="T13" fmla="*/ 85 h 166"/>
                </a:gdLst>
                <a:ahLst/>
                <a:cxnLst>
                  <a:cxn ang="0">
                    <a:pos x="T0" y="T1"/>
                  </a:cxn>
                  <a:cxn ang="0">
                    <a:pos x="T2" y="T3"/>
                  </a:cxn>
                  <a:cxn ang="0">
                    <a:pos x="T4" y="T5"/>
                  </a:cxn>
                  <a:cxn ang="0">
                    <a:pos x="T6" y="T7"/>
                  </a:cxn>
                  <a:cxn ang="0">
                    <a:pos x="T8" y="T9"/>
                  </a:cxn>
                  <a:cxn ang="0">
                    <a:pos x="T10" y="T11"/>
                  </a:cxn>
                  <a:cxn ang="0">
                    <a:pos x="T12" y="T13"/>
                  </a:cxn>
                </a:cxnLst>
                <a:rect l="0" t="0" r="r" b="b"/>
                <a:pathLst>
                  <a:path w="125" h="166">
                    <a:moveTo>
                      <a:pt x="125" y="85"/>
                    </a:moveTo>
                    <a:cubicBezTo>
                      <a:pt x="125" y="166"/>
                      <a:pt x="125" y="166"/>
                      <a:pt x="43" y="166"/>
                    </a:cubicBezTo>
                    <a:cubicBezTo>
                      <a:pt x="1" y="166"/>
                      <a:pt x="1" y="166"/>
                      <a:pt x="1" y="124"/>
                    </a:cubicBezTo>
                    <a:cubicBezTo>
                      <a:pt x="1" y="92"/>
                      <a:pt x="2" y="60"/>
                      <a:pt x="1" y="28"/>
                    </a:cubicBezTo>
                    <a:cubicBezTo>
                      <a:pt x="0" y="8"/>
                      <a:pt x="9" y="0"/>
                      <a:pt x="29" y="1"/>
                    </a:cubicBezTo>
                    <a:cubicBezTo>
                      <a:pt x="32" y="2"/>
                      <a:pt x="36" y="1"/>
                      <a:pt x="40" y="1"/>
                    </a:cubicBezTo>
                    <a:cubicBezTo>
                      <a:pt x="125" y="1"/>
                      <a:pt x="125" y="1"/>
                      <a:pt x="125" y="8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000000"/>
                  </a:solidFill>
                  <a:effectLst/>
                  <a:uLnTx/>
                  <a:uFillTx/>
                  <a:latin typeface="+mj-lt"/>
                  <a:ea typeface="+mn-ea"/>
                  <a:cs typeface="+mn-cs"/>
                </a:endParaRPr>
              </a:p>
            </p:txBody>
          </p:sp>
        </p:grpSp>
        <p:grpSp>
          <p:nvGrpSpPr>
            <p:cNvPr id="50" name="Group 49">
              <a:extLst>
                <a:ext uri="{FF2B5EF4-FFF2-40B4-BE49-F238E27FC236}">
                  <a16:creationId xmlns:a16="http://schemas.microsoft.com/office/drawing/2014/main" id="{2209A018-78AB-4C3C-9D9D-64470A3481F8}"/>
                </a:ext>
              </a:extLst>
            </p:cNvPr>
            <p:cNvGrpSpPr/>
            <p:nvPr/>
          </p:nvGrpSpPr>
          <p:grpSpPr>
            <a:xfrm>
              <a:off x="665469" y="3571808"/>
              <a:ext cx="628168" cy="387081"/>
              <a:chOff x="4325938" y="3427412"/>
              <a:chExt cx="3463926" cy="2111376"/>
            </a:xfrm>
            <a:solidFill>
              <a:schemeClr val="tx1"/>
            </a:solidFill>
          </p:grpSpPr>
          <p:sp>
            <p:nvSpPr>
              <p:cNvPr id="80" name="Freeform 27">
                <a:extLst>
                  <a:ext uri="{FF2B5EF4-FFF2-40B4-BE49-F238E27FC236}">
                    <a16:creationId xmlns:a16="http://schemas.microsoft.com/office/drawing/2014/main" id="{45F8D2BB-54BB-4D3B-9CB1-A9B0E827C0A2}"/>
                  </a:ext>
                </a:extLst>
              </p:cNvPr>
              <p:cNvSpPr>
                <a:spLocks/>
              </p:cNvSpPr>
              <p:nvPr/>
            </p:nvSpPr>
            <p:spPr bwMode="auto">
              <a:xfrm>
                <a:off x="5254626" y="4191000"/>
                <a:ext cx="1601788" cy="1322388"/>
              </a:xfrm>
              <a:custGeom>
                <a:avLst/>
                <a:gdLst>
                  <a:gd name="T0" fmla="*/ 693 w 1170"/>
                  <a:gd name="T1" fmla="*/ 211 h 969"/>
                  <a:gd name="T2" fmla="*/ 719 w 1170"/>
                  <a:gd name="T3" fmla="*/ 211 h 969"/>
                  <a:gd name="T4" fmla="*/ 1053 w 1170"/>
                  <a:gd name="T5" fmla="*/ 210 h 969"/>
                  <a:gd name="T6" fmla="*/ 1086 w 1170"/>
                  <a:gd name="T7" fmla="*/ 207 h 969"/>
                  <a:gd name="T8" fmla="*/ 1164 w 1170"/>
                  <a:gd name="T9" fmla="*/ 92 h 969"/>
                  <a:gd name="T10" fmla="*/ 1056 w 1170"/>
                  <a:gd name="T11" fmla="*/ 0 h 969"/>
                  <a:gd name="T12" fmla="*/ 118 w 1170"/>
                  <a:gd name="T13" fmla="*/ 1 h 969"/>
                  <a:gd name="T14" fmla="*/ 53 w 1170"/>
                  <a:gd name="T15" fmla="*/ 21 h 969"/>
                  <a:gd name="T16" fmla="*/ 14 w 1170"/>
                  <a:gd name="T17" fmla="*/ 137 h 969"/>
                  <a:gd name="T18" fmla="*/ 113 w 1170"/>
                  <a:gd name="T19" fmla="*/ 210 h 969"/>
                  <a:gd name="T20" fmla="*/ 457 w 1170"/>
                  <a:gd name="T21" fmla="*/ 211 h 969"/>
                  <a:gd name="T22" fmla="*/ 482 w 1170"/>
                  <a:gd name="T23" fmla="*/ 211 h 969"/>
                  <a:gd name="T24" fmla="*/ 482 w 1170"/>
                  <a:gd name="T25" fmla="*/ 240 h 969"/>
                  <a:gd name="T26" fmla="*/ 482 w 1170"/>
                  <a:gd name="T27" fmla="*/ 920 h 969"/>
                  <a:gd name="T28" fmla="*/ 532 w 1170"/>
                  <a:gd name="T29" fmla="*/ 969 h 969"/>
                  <a:gd name="T30" fmla="*/ 640 w 1170"/>
                  <a:gd name="T31" fmla="*/ 969 h 969"/>
                  <a:gd name="T32" fmla="*/ 693 w 1170"/>
                  <a:gd name="T33" fmla="*/ 918 h 969"/>
                  <a:gd name="T34" fmla="*/ 693 w 1170"/>
                  <a:gd name="T35" fmla="*/ 240 h 969"/>
                  <a:gd name="T36" fmla="*/ 693 w 1170"/>
                  <a:gd name="T37" fmla="*/ 211 h 9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70" h="969">
                    <a:moveTo>
                      <a:pt x="693" y="211"/>
                    </a:moveTo>
                    <a:cubicBezTo>
                      <a:pt x="703" y="211"/>
                      <a:pt x="711" y="211"/>
                      <a:pt x="719" y="211"/>
                    </a:cubicBezTo>
                    <a:cubicBezTo>
                      <a:pt x="830" y="211"/>
                      <a:pt x="942" y="211"/>
                      <a:pt x="1053" y="210"/>
                    </a:cubicBezTo>
                    <a:cubicBezTo>
                      <a:pt x="1064" y="210"/>
                      <a:pt x="1076" y="210"/>
                      <a:pt x="1086" y="207"/>
                    </a:cubicBezTo>
                    <a:cubicBezTo>
                      <a:pt x="1138" y="194"/>
                      <a:pt x="1170" y="146"/>
                      <a:pt x="1164" y="92"/>
                    </a:cubicBezTo>
                    <a:cubicBezTo>
                      <a:pt x="1158" y="39"/>
                      <a:pt x="1114" y="0"/>
                      <a:pt x="1056" y="0"/>
                    </a:cubicBezTo>
                    <a:cubicBezTo>
                      <a:pt x="743" y="0"/>
                      <a:pt x="431" y="0"/>
                      <a:pt x="118" y="1"/>
                    </a:cubicBezTo>
                    <a:cubicBezTo>
                      <a:pt x="96" y="1"/>
                      <a:pt x="72" y="9"/>
                      <a:pt x="53" y="21"/>
                    </a:cubicBezTo>
                    <a:cubicBezTo>
                      <a:pt x="15" y="45"/>
                      <a:pt x="0" y="94"/>
                      <a:pt x="14" y="137"/>
                    </a:cubicBezTo>
                    <a:cubicBezTo>
                      <a:pt x="27" y="181"/>
                      <a:pt x="66" y="210"/>
                      <a:pt x="113" y="210"/>
                    </a:cubicBezTo>
                    <a:cubicBezTo>
                      <a:pt x="228" y="211"/>
                      <a:pt x="342" y="211"/>
                      <a:pt x="457" y="211"/>
                    </a:cubicBezTo>
                    <a:cubicBezTo>
                      <a:pt x="465" y="211"/>
                      <a:pt x="473" y="211"/>
                      <a:pt x="482" y="211"/>
                    </a:cubicBezTo>
                    <a:cubicBezTo>
                      <a:pt x="482" y="222"/>
                      <a:pt x="482" y="231"/>
                      <a:pt x="482" y="240"/>
                    </a:cubicBezTo>
                    <a:cubicBezTo>
                      <a:pt x="482" y="466"/>
                      <a:pt x="482" y="693"/>
                      <a:pt x="482" y="920"/>
                    </a:cubicBezTo>
                    <a:cubicBezTo>
                      <a:pt x="482" y="958"/>
                      <a:pt x="494" y="969"/>
                      <a:pt x="532" y="969"/>
                    </a:cubicBezTo>
                    <a:cubicBezTo>
                      <a:pt x="568" y="969"/>
                      <a:pt x="604" y="969"/>
                      <a:pt x="640" y="969"/>
                    </a:cubicBezTo>
                    <a:cubicBezTo>
                      <a:pt x="681" y="969"/>
                      <a:pt x="693" y="958"/>
                      <a:pt x="693" y="918"/>
                    </a:cubicBezTo>
                    <a:cubicBezTo>
                      <a:pt x="693" y="692"/>
                      <a:pt x="693" y="466"/>
                      <a:pt x="693" y="240"/>
                    </a:cubicBezTo>
                    <a:cubicBezTo>
                      <a:pt x="693" y="231"/>
                      <a:pt x="693" y="223"/>
                      <a:pt x="693"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000000"/>
                  </a:solidFill>
                  <a:effectLst/>
                  <a:uLnTx/>
                  <a:uFillTx/>
                  <a:latin typeface="+mj-lt"/>
                  <a:ea typeface="+mn-ea"/>
                  <a:cs typeface="+mn-cs"/>
                </a:endParaRPr>
              </a:p>
            </p:txBody>
          </p:sp>
          <p:sp>
            <p:nvSpPr>
              <p:cNvPr id="81" name="Freeform 28">
                <a:extLst>
                  <a:ext uri="{FF2B5EF4-FFF2-40B4-BE49-F238E27FC236}">
                    <a16:creationId xmlns:a16="http://schemas.microsoft.com/office/drawing/2014/main" id="{C5114A95-AA29-4056-AD5F-5D4AE02E7D53}"/>
                  </a:ext>
                </a:extLst>
              </p:cNvPr>
              <p:cNvSpPr>
                <a:spLocks/>
              </p:cNvSpPr>
              <p:nvPr/>
            </p:nvSpPr>
            <p:spPr bwMode="auto">
              <a:xfrm>
                <a:off x="6342063" y="3930650"/>
                <a:ext cx="1085850" cy="1597025"/>
              </a:xfrm>
              <a:custGeom>
                <a:avLst/>
                <a:gdLst>
                  <a:gd name="T0" fmla="*/ 475 w 792"/>
                  <a:gd name="T1" fmla="*/ 525 h 1170"/>
                  <a:gd name="T2" fmla="*/ 454 w 792"/>
                  <a:gd name="T3" fmla="*/ 527 h 1170"/>
                  <a:gd name="T4" fmla="*/ 185 w 792"/>
                  <a:gd name="T5" fmla="*/ 544 h 1170"/>
                  <a:gd name="T6" fmla="*/ 87 w 792"/>
                  <a:gd name="T7" fmla="*/ 637 h 1170"/>
                  <a:gd name="T8" fmla="*/ 40 w 792"/>
                  <a:gd name="T9" fmla="*/ 892 h 1170"/>
                  <a:gd name="T10" fmla="*/ 6 w 792"/>
                  <a:gd name="T11" fmla="*/ 1077 h 1170"/>
                  <a:gd name="T12" fmla="*/ 64 w 792"/>
                  <a:gd name="T13" fmla="*/ 1160 h 1170"/>
                  <a:gd name="T14" fmla="*/ 153 w 792"/>
                  <a:gd name="T15" fmla="*/ 1114 h 1170"/>
                  <a:gd name="T16" fmla="*/ 173 w 792"/>
                  <a:gd name="T17" fmla="*/ 1049 h 1170"/>
                  <a:gd name="T18" fmla="*/ 238 w 792"/>
                  <a:gd name="T19" fmla="*/ 779 h 1170"/>
                  <a:gd name="T20" fmla="*/ 268 w 792"/>
                  <a:gd name="T21" fmla="*/ 757 h 1170"/>
                  <a:gd name="T22" fmla="*/ 602 w 792"/>
                  <a:gd name="T23" fmla="*/ 756 h 1170"/>
                  <a:gd name="T24" fmla="*/ 764 w 792"/>
                  <a:gd name="T25" fmla="*/ 616 h 1170"/>
                  <a:gd name="T26" fmla="*/ 767 w 792"/>
                  <a:gd name="T27" fmla="*/ 574 h 1170"/>
                  <a:gd name="T28" fmla="*/ 777 w 792"/>
                  <a:gd name="T29" fmla="*/ 372 h 1170"/>
                  <a:gd name="T30" fmla="*/ 790 w 792"/>
                  <a:gd name="T31" fmla="*/ 159 h 1170"/>
                  <a:gd name="T32" fmla="*/ 654 w 792"/>
                  <a:gd name="T33" fmla="*/ 6 h 1170"/>
                  <a:gd name="T34" fmla="*/ 503 w 792"/>
                  <a:gd name="T35" fmla="*/ 135 h 1170"/>
                  <a:gd name="T36" fmla="*/ 483 w 792"/>
                  <a:gd name="T37" fmla="*/ 378 h 1170"/>
                  <a:gd name="T38" fmla="*/ 475 w 792"/>
                  <a:gd name="T39" fmla="*/ 525 h 1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92" h="1170">
                    <a:moveTo>
                      <a:pt x="475" y="525"/>
                    </a:moveTo>
                    <a:cubicBezTo>
                      <a:pt x="466" y="526"/>
                      <a:pt x="460" y="527"/>
                      <a:pt x="454" y="527"/>
                    </a:cubicBezTo>
                    <a:cubicBezTo>
                      <a:pt x="365" y="533"/>
                      <a:pt x="275" y="537"/>
                      <a:pt x="185" y="544"/>
                    </a:cubicBezTo>
                    <a:cubicBezTo>
                      <a:pt x="120" y="550"/>
                      <a:pt x="98" y="573"/>
                      <a:pt x="87" y="637"/>
                    </a:cubicBezTo>
                    <a:cubicBezTo>
                      <a:pt x="72" y="722"/>
                      <a:pt x="56" y="807"/>
                      <a:pt x="40" y="892"/>
                    </a:cubicBezTo>
                    <a:cubicBezTo>
                      <a:pt x="29" y="954"/>
                      <a:pt x="15" y="1015"/>
                      <a:pt x="6" y="1077"/>
                    </a:cubicBezTo>
                    <a:cubicBezTo>
                      <a:pt x="0" y="1120"/>
                      <a:pt x="23" y="1149"/>
                      <a:pt x="64" y="1160"/>
                    </a:cubicBezTo>
                    <a:cubicBezTo>
                      <a:pt x="103" y="1170"/>
                      <a:pt x="135" y="1154"/>
                      <a:pt x="153" y="1114"/>
                    </a:cubicBezTo>
                    <a:cubicBezTo>
                      <a:pt x="162" y="1093"/>
                      <a:pt x="168" y="1071"/>
                      <a:pt x="173" y="1049"/>
                    </a:cubicBezTo>
                    <a:cubicBezTo>
                      <a:pt x="195" y="959"/>
                      <a:pt x="217" y="869"/>
                      <a:pt x="238" y="779"/>
                    </a:cubicBezTo>
                    <a:cubicBezTo>
                      <a:pt x="242" y="762"/>
                      <a:pt x="250" y="757"/>
                      <a:pt x="268" y="757"/>
                    </a:cubicBezTo>
                    <a:cubicBezTo>
                      <a:pt x="380" y="757"/>
                      <a:pt x="491" y="759"/>
                      <a:pt x="602" y="756"/>
                    </a:cubicBezTo>
                    <a:cubicBezTo>
                      <a:pt x="695" y="754"/>
                      <a:pt x="750" y="704"/>
                      <a:pt x="764" y="616"/>
                    </a:cubicBezTo>
                    <a:cubicBezTo>
                      <a:pt x="766" y="602"/>
                      <a:pt x="766" y="588"/>
                      <a:pt x="767" y="574"/>
                    </a:cubicBezTo>
                    <a:cubicBezTo>
                      <a:pt x="770" y="507"/>
                      <a:pt x="773" y="439"/>
                      <a:pt x="777" y="372"/>
                    </a:cubicBezTo>
                    <a:cubicBezTo>
                      <a:pt x="781" y="301"/>
                      <a:pt x="788" y="230"/>
                      <a:pt x="790" y="159"/>
                    </a:cubicBezTo>
                    <a:cubicBezTo>
                      <a:pt x="792" y="77"/>
                      <a:pt x="733" y="12"/>
                      <a:pt x="654" y="6"/>
                    </a:cubicBezTo>
                    <a:cubicBezTo>
                      <a:pt x="576" y="0"/>
                      <a:pt x="513" y="52"/>
                      <a:pt x="503" y="135"/>
                    </a:cubicBezTo>
                    <a:cubicBezTo>
                      <a:pt x="493" y="216"/>
                      <a:pt x="488" y="297"/>
                      <a:pt x="483" y="378"/>
                    </a:cubicBezTo>
                    <a:cubicBezTo>
                      <a:pt x="479" y="427"/>
                      <a:pt x="478" y="475"/>
                      <a:pt x="475" y="5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000000"/>
                  </a:solidFill>
                  <a:effectLst/>
                  <a:uLnTx/>
                  <a:uFillTx/>
                  <a:latin typeface="+mj-lt"/>
                  <a:ea typeface="+mn-ea"/>
                  <a:cs typeface="+mn-cs"/>
                </a:endParaRPr>
              </a:p>
            </p:txBody>
          </p:sp>
          <p:sp>
            <p:nvSpPr>
              <p:cNvPr id="82" name="Freeform 29">
                <a:extLst>
                  <a:ext uri="{FF2B5EF4-FFF2-40B4-BE49-F238E27FC236}">
                    <a16:creationId xmlns:a16="http://schemas.microsoft.com/office/drawing/2014/main" id="{A0866018-2E7F-4A4E-AE69-A66ABFCAC72F}"/>
                  </a:ext>
                </a:extLst>
              </p:cNvPr>
              <p:cNvSpPr>
                <a:spLocks/>
              </p:cNvSpPr>
              <p:nvPr/>
            </p:nvSpPr>
            <p:spPr bwMode="auto">
              <a:xfrm>
                <a:off x="4692651" y="3916363"/>
                <a:ext cx="1077913" cy="1622425"/>
              </a:xfrm>
              <a:custGeom>
                <a:avLst/>
                <a:gdLst>
                  <a:gd name="T0" fmla="*/ 314 w 787"/>
                  <a:gd name="T1" fmla="*/ 537 h 1189"/>
                  <a:gd name="T2" fmla="*/ 307 w 787"/>
                  <a:gd name="T3" fmla="*/ 388 h 1189"/>
                  <a:gd name="T4" fmla="*/ 286 w 787"/>
                  <a:gd name="T5" fmla="*/ 141 h 1189"/>
                  <a:gd name="T6" fmla="*/ 110 w 787"/>
                  <a:gd name="T7" fmla="*/ 21 h 1189"/>
                  <a:gd name="T8" fmla="*/ 0 w 787"/>
                  <a:gd name="T9" fmla="*/ 163 h 1189"/>
                  <a:gd name="T10" fmla="*/ 7 w 787"/>
                  <a:gd name="T11" fmla="*/ 299 h 1189"/>
                  <a:gd name="T12" fmla="*/ 23 w 787"/>
                  <a:gd name="T13" fmla="*/ 608 h 1189"/>
                  <a:gd name="T14" fmla="*/ 149 w 787"/>
                  <a:gd name="T15" fmla="*/ 762 h 1189"/>
                  <a:gd name="T16" fmla="*/ 215 w 787"/>
                  <a:gd name="T17" fmla="*/ 768 h 1189"/>
                  <a:gd name="T18" fmla="*/ 504 w 787"/>
                  <a:gd name="T19" fmla="*/ 768 h 1189"/>
                  <a:gd name="T20" fmla="*/ 555 w 787"/>
                  <a:gd name="T21" fmla="*/ 807 h 1189"/>
                  <a:gd name="T22" fmla="*/ 619 w 787"/>
                  <a:gd name="T23" fmla="*/ 1073 h 1189"/>
                  <a:gd name="T24" fmla="*/ 637 w 787"/>
                  <a:gd name="T25" fmla="*/ 1126 h 1189"/>
                  <a:gd name="T26" fmla="*/ 758 w 787"/>
                  <a:gd name="T27" fmla="*/ 1154 h 1189"/>
                  <a:gd name="T28" fmla="*/ 782 w 787"/>
                  <a:gd name="T29" fmla="*/ 1072 h 1189"/>
                  <a:gd name="T30" fmla="*/ 699 w 787"/>
                  <a:gd name="T31" fmla="*/ 634 h 1189"/>
                  <a:gd name="T32" fmla="*/ 613 w 787"/>
                  <a:gd name="T33" fmla="*/ 556 h 1189"/>
                  <a:gd name="T34" fmla="*/ 441 w 787"/>
                  <a:gd name="T35" fmla="*/ 544 h 1189"/>
                  <a:gd name="T36" fmla="*/ 314 w 787"/>
                  <a:gd name="T37" fmla="*/ 537 h 1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87" h="1189">
                    <a:moveTo>
                      <a:pt x="314" y="537"/>
                    </a:moveTo>
                    <a:cubicBezTo>
                      <a:pt x="312" y="486"/>
                      <a:pt x="310" y="437"/>
                      <a:pt x="307" y="388"/>
                    </a:cubicBezTo>
                    <a:cubicBezTo>
                      <a:pt x="301" y="305"/>
                      <a:pt x="296" y="223"/>
                      <a:pt x="286" y="141"/>
                    </a:cubicBezTo>
                    <a:cubicBezTo>
                      <a:pt x="274" y="52"/>
                      <a:pt x="194" y="0"/>
                      <a:pt x="110" y="21"/>
                    </a:cubicBezTo>
                    <a:cubicBezTo>
                      <a:pt x="46" y="37"/>
                      <a:pt x="0" y="95"/>
                      <a:pt x="0" y="163"/>
                    </a:cubicBezTo>
                    <a:cubicBezTo>
                      <a:pt x="0" y="209"/>
                      <a:pt x="5" y="254"/>
                      <a:pt x="7" y="299"/>
                    </a:cubicBezTo>
                    <a:cubicBezTo>
                      <a:pt x="13" y="402"/>
                      <a:pt x="18" y="505"/>
                      <a:pt x="23" y="608"/>
                    </a:cubicBezTo>
                    <a:cubicBezTo>
                      <a:pt x="28" y="692"/>
                      <a:pt x="72" y="746"/>
                      <a:pt x="149" y="762"/>
                    </a:cubicBezTo>
                    <a:cubicBezTo>
                      <a:pt x="170" y="766"/>
                      <a:pt x="193" y="768"/>
                      <a:pt x="215" y="768"/>
                    </a:cubicBezTo>
                    <a:cubicBezTo>
                      <a:pt x="311" y="769"/>
                      <a:pt x="408" y="768"/>
                      <a:pt x="504" y="768"/>
                    </a:cubicBezTo>
                    <a:cubicBezTo>
                      <a:pt x="545" y="768"/>
                      <a:pt x="546" y="768"/>
                      <a:pt x="555" y="807"/>
                    </a:cubicBezTo>
                    <a:cubicBezTo>
                      <a:pt x="577" y="896"/>
                      <a:pt x="598" y="984"/>
                      <a:pt x="619" y="1073"/>
                    </a:cubicBezTo>
                    <a:cubicBezTo>
                      <a:pt x="624" y="1091"/>
                      <a:pt x="629" y="1109"/>
                      <a:pt x="637" y="1126"/>
                    </a:cubicBezTo>
                    <a:cubicBezTo>
                      <a:pt x="661" y="1177"/>
                      <a:pt x="715" y="1189"/>
                      <a:pt x="758" y="1154"/>
                    </a:cubicBezTo>
                    <a:cubicBezTo>
                      <a:pt x="785" y="1132"/>
                      <a:pt x="787" y="1103"/>
                      <a:pt x="782" y="1072"/>
                    </a:cubicBezTo>
                    <a:cubicBezTo>
                      <a:pt x="755" y="926"/>
                      <a:pt x="727" y="780"/>
                      <a:pt x="699" y="634"/>
                    </a:cubicBezTo>
                    <a:cubicBezTo>
                      <a:pt x="690" y="584"/>
                      <a:pt x="664" y="560"/>
                      <a:pt x="613" y="556"/>
                    </a:cubicBezTo>
                    <a:cubicBezTo>
                      <a:pt x="556" y="551"/>
                      <a:pt x="498" y="548"/>
                      <a:pt x="441" y="544"/>
                    </a:cubicBezTo>
                    <a:cubicBezTo>
                      <a:pt x="400" y="541"/>
                      <a:pt x="358" y="539"/>
                      <a:pt x="314" y="5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000000"/>
                  </a:solidFill>
                  <a:effectLst/>
                  <a:uLnTx/>
                  <a:uFillTx/>
                  <a:latin typeface="+mj-lt"/>
                  <a:ea typeface="+mn-ea"/>
                  <a:cs typeface="+mn-cs"/>
                </a:endParaRPr>
              </a:p>
            </p:txBody>
          </p:sp>
          <p:sp>
            <p:nvSpPr>
              <p:cNvPr id="83" name="Freeform 30">
                <a:extLst>
                  <a:ext uri="{FF2B5EF4-FFF2-40B4-BE49-F238E27FC236}">
                    <a16:creationId xmlns:a16="http://schemas.microsoft.com/office/drawing/2014/main" id="{EE1CF971-BE96-4ADE-9288-D5433A8A73EF}"/>
                  </a:ext>
                </a:extLst>
              </p:cNvPr>
              <p:cNvSpPr>
                <a:spLocks/>
              </p:cNvSpPr>
              <p:nvPr/>
            </p:nvSpPr>
            <p:spPr bwMode="auto">
              <a:xfrm>
                <a:off x="4325938" y="4171950"/>
                <a:ext cx="1055688" cy="1089025"/>
              </a:xfrm>
              <a:custGeom>
                <a:avLst/>
                <a:gdLst>
                  <a:gd name="T0" fmla="*/ 561 w 771"/>
                  <a:gd name="T1" fmla="*/ 792 h 799"/>
                  <a:gd name="T2" fmla="*/ 561 w 771"/>
                  <a:gd name="T3" fmla="*/ 787 h 799"/>
                  <a:gd name="T4" fmla="*/ 703 w 771"/>
                  <a:gd name="T5" fmla="*/ 787 h 799"/>
                  <a:gd name="T6" fmla="*/ 770 w 771"/>
                  <a:gd name="T7" fmla="*/ 717 h 799"/>
                  <a:gd name="T8" fmla="*/ 700 w 771"/>
                  <a:gd name="T9" fmla="*/ 650 h 799"/>
                  <a:gd name="T10" fmla="*/ 634 w 771"/>
                  <a:gd name="T11" fmla="*/ 651 h 799"/>
                  <a:gd name="T12" fmla="*/ 422 w 771"/>
                  <a:gd name="T13" fmla="*/ 653 h 799"/>
                  <a:gd name="T14" fmla="*/ 202 w 771"/>
                  <a:gd name="T15" fmla="*/ 459 h 799"/>
                  <a:gd name="T16" fmla="*/ 167 w 771"/>
                  <a:gd name="T17" fmla="*/ 232 h 799"/>
                  <a:gd name="T18" fmla="*/ 141 w 771"/>
                  <a:gd name="T19" fmla="*/ 62 h 799"/>
                  <a:gd name="T20" fmla="*/ 61 w 771"/>
                  <a:gd name="T21" fmla="*/ 6 h 799"/>
                  <a:gd name="T22" fmla="*/ 5 w 771"/>
                  <a:gd name="T23" fmla="*/ 84 h 799"/>
                  <a:gd name="T24" fmla="*/ 64 w 771"/>
                  <a:gd name="T25" fmla="*/ 471 h 799"/>
                  <a:gd name="T26" fmla="*/ 338 w 771"/>
                  <a:gd name="T27" fmla="*/ 778 h 799"/>
                  <a:gd name="T28" fmla="*/ 561 w 771"/>
                  <a:gd name="T29" fmla="*/ 792 h 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71" h="799">
                    <a:moveTo>
                      <a:pt x="561" y="792"/>
                    </a:moveTo>
                    <a:cubicBezTo>
                      <a:pt x="561" y="791"/>
                      <a:pt x="561" y="789"/>
                      <a:pt x="561" y="787"/>
                    </a:cubicBezTo>
                    <a:cubicBezTo>
                      <a:pt x="608" y="787"/>
                      <a:pt x="656" y="788"/>
                      <a:pt x="703" y="787"/>
                    </a:cubicBezTo>
                    <a:cubicBezTo>
                      <a:pt x="743" y="786"/>
                      <a:pt x="771" y="754"/>
                      <a:pt x="770" y="717"/>
                    </a:cubicBezTo>
                    <a:cubicBezTo>
                      <a:pt x="769" y="679"/>
                      <a:pt x="739" y="650"/>
                      <a:pt x="700" y="650"/>
                    </a:cubicBezTo>
                    <a:cubicBezTo>
                      <a:pt x="678" y="650"/>
                      <a:pt x="656" y="651"/>
                      <a:pt x="634" y="651"/>
                    </a:cubicBezTo>
                    <a:cubicBezTo>
                      <a:pt x="563" y="652"/>
                      <a:pt x="492" y="656"/>
                      <a:pt x="422" y="653"/>
                    </a:cubicBezTo>
                    <a:cubicBezTo>
                      <a:pt x="305" y="646"/>
                      <a:pt x="224" y="573"/>
                      <a:pt x="202" y="459"/>
                    </a:cubicBezTo>
                    <a:cubicBezTo>
                      <a:pt x="188" y="384"/>
                      <a:pt x="178" y="308"/>
                      <a:pt x="167" y="232"/>
                    </a:cubicBezTo>
                    <a:cubicBezTo>
                      <a:pt x="158" y="176"/>
                      <a:pt x="150" y="119"/>
                      <a:pt x="141" y="62"/>
                    </a:cubicBezTo>
                    <a:cubicBezTo>
                      <a:pt x="134" y="24"/>
                      <a:pt x="99" y="0"/>
                      <a:pt x="61" y="6"/>
                    </a:cubicBezTo>
                    <a:cubicBezTo>
                      <a:pt x="25" y="13"/>
                      <a:pt x="0" y="46"/>
                      <a:pt x="5" y="84"/>
                    </a:cubicBezTo>
                    <a:cubicBezTo>
                      <a:pt x="25" y="213"/>
                      <a:pt x="43" y="342"/>
                      <a:pt x="64" y="471"/>
                    </a:cubicBezTo>
                    <a:cubicBezTo>
                      <a:pt x="91" y="630"/>
                      <a:pt x="183" y="734"/>
                      <a:pt x="338" y="778"/>
                    </a:cubicBezTo>
                    <a:cubicBezTo>
                      <a:pt x="411" y="799"/>
                      <a:pt x="486" y="795"/>
                      <a:pt x="561" y="7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000000"/>
                  </a:solidFill>
                  <a:effectLst/>
                  <a:uLnTx/>
                  <a:uFillTx/>
                  <a:latin typeface="+mj-lt"/>
                  <a:ea typeface="+mn-ea"/>
                  <a:cs typeface="+mn-cs"/>
                </a:endParaRPr>
              </a:p>
            </p:txBody>
          </p:sp>
          <p:sp>
            <p:nvSpPr>
              <p:cNvPr id="84" name="Freeform 31">
                <a:extLst>
                  <a:ext uri="{FF2B5EF4-FFF2-40B4-BE49-F238E27FC236}">
                    <a16:creationId xmlns:a16="http://schemas.microsoft.com/office/drawing/2014/main" id="{F42BE935-B16F-4AFC-B17E-877D7BE4A8F0}"/>
                  </a:ext>
                </a:extLst>
              </p:cNvPr>
              <p:cNvSpPr>
                <a:spLocks/>
              </p:cNvSpPr>
              <p:nvPr/>
            </p:nvSpPr>
            <p:spPr bwMode="auto">
              <a:xfrm>
                <a:off x="6734176" y="4157663"/>
                <a:ext cx="1055688" cy="1098550"/>
              </a:xfrm>
              <a:custGeom>
                <a:avLst/>
                <a:gdLst>
                  <a:gd name="T0" fmla="*/ 208 w 771"/>
                  <a:gd name="T1" fmla="*/ 797 h 805"/>
                  <a:gd name="T2" fmla="*/ 208 w 771"/>
                  <a:gd name="T3" fmla="*/ 805 h 805"/>
                  <a:gd name="T4" fmla="*/ 376 w 771"/>
                  <a:gd name="T5" fmla="*/ 798 h 805"/>
                  <a:gd name="T6" fmla="*/ 699 w 771"/>
                  <a:gd name="T7" fmla="*/ 514 h 805"/>
                  <a:gd name="T8" fmla="*/ 767 w 771"/>
                  <a:gd name="T9" fmla="*/ 90 h 805"/>
                  <a:gd name="T10" fmla="*/ 729 w 771"/>
                  <a:gd name="T11" fmla="*/ 23 h 805"/>
                  <a:gd name="T12" fmla="*/ 629 w 771"/>
                  <a:gd name="T13" fmla="*/ 82 h 805"/>
                  <a:gd name="T14" fmla="*/ 572 w 771"/>
                  <a:gd name="T15" fmla="*/ 455 h 805"/>
                  <a:gd name="T16" fmla="*/ 391 w 771"/>
                  <a:gd name="T17" fmla="*/ 656 h 805"/>
                  <a:gd name="T18" fmla="*/ 220 w 771"/>
                  <a:gd name="T19" fmla="*/ 665 h 805"/>
                  <a:gd name="T20" fmla="*/ 74 w 771"/>
                  <a:gd name="T21" fmla="*/ 660 h 805"/>
                  <a:gd name="T22" fmla="*/ 1 w 771"/>
                  <a:gd name="T23" fmla="*/ 727 h 805"/>
                  <a:gd name="T24" fmla="*/ 72 w 771"/>
                  <a:gd name="T25" fmla="*/ 797 h 805"/>
                  <a:gd name="T26" fmla="*/ 208 w 771"/>
                  <a:gd name="T27" fmla="*/ 797 h 8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1" h="805">
                    <a:moveTo>
                      <a:pt x="208" y="797"/>
                    </a:moveTo>
                    <a:cubicBezTo>
                      <a:pt x="208" y="800"/>
                      <a:pt x="208" y="803"/>
                      <a:pt x="208" y="805"/>
                    </a:cubicBezTo>
                    <a:cubicBezTo>
                      <a:pt x="264" y="803"/>
                      <a:pt x="320" y="804"/>
                      <a:pt x="376" y="798"/>
                    </a:cubicBezTo>
                    <a:cubicBezTo>
                      <a:pt x="537" y="783"/>
                      <a:pt x="667" y="673"/>
                      <a:pt x="699" y="514"/>
                    </a:cubicBezTo>
                    <a:cubicBezTo>
                      <a:pt x="727" y="374"/>
                      <a:pt x="745" y="231"/>
                      <a:pt x="767" y="90"/>
                    </a:cubicBezTo>
                    <a:cubicBezTo>
                      <a:pt x="771" y="62"/>
                      <a:pt x="754" y="35"/>
                      <a:pt x="729" y="23"/>
                    </a:cubicBezTo>
                    <a:cubicBezTo>
                      <a:pt x="684" y="0"/>
                      <a:pt x="637" y="28"/>
                      <a:pt x="629" y="82"/>
                    </a:cubicBezTo>
                    <a:cubicBezTo>
                      <a:pt x="610" y="206"/>
                      <a:pt x="592" y="331"/>
                      <a:pt x="572" y="455"/>
                    </a:cubicBezTo>
                    <a:cubicBezTo>
                      <a:pt x="555" y="563"/>
                      <a:pt x="490" y="639"/>
                      <a:pt x="391" y="656"/>
                    </a:cubicBezTo>
                    <a:cubicBezTo>
                      <a:pt x="335" y="666"/>
                      <a:pt x="277" y="664"/>
                      <a:pt x="220" y="665"/>
                    </a:cubicBezTo>
                    <a:cubicBezTo>
                      <a:pt x="171" y="665"/>
                      <a:pt x="122" y="661"/>
                      <a:pt x="74" y="660"/>
                    </a:cubicBezTo>
                    <a:cubicBezTo>
                      <a:pt x="32" y="659"/>
                      <a:pt x="2" y="688"/>
                      <a:pt x="1" y="727"/>
                    </a:cubicBezTo>
                    <a:cubicBezTo>
                      <a:pt x="0" y="766"/>
                      <a:pt x="30" y="796"/>
                      <a:pt x="72" y="797"/>
                    </a:cubicBezTo>
                    <a:cubicBezTo>
                      <a:pt x="117" y="798"/>
                      <a:pt x="163" y="797"/>
                      <a:pt x="208" y="7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000000"/>
                  </a:solidFill>
                  <a:effectLst/>
                  <a:uLnTx/>
                  <a:uFillTx/>
                  <a:latin typeface="+mj-lt"/>
                  <a:ea typeface="+mn-ea"/>
                  <a:cs typeface="+mn-cs"/>
                </a:endParaRPr>
              </a:p>
            </p:txBody>
          </p:sp>
          <p:sp>
            <p:nvSpPr>
              <p:cNvPr id="85" name="Freeform 32">
                <a:extLst>
                  <a:ext uri="{FF2B5EF4-FFF2-40B4-BE49-F238E27FC236}">
                    <a16:creationId xmlns:a16="http://schemas.microsoft.com/office/drawing/2014/main" id="{254532B2-5CF4-4E74-BA2B-EA870F7F3A33}"/>
                  </a:ext>
                </a:extLst>
              </p:cNvPr>
              <p:cNvSpPr>
                <a:spLocks/>
              </p:cNvSpPr>
              <p:nvPr/>
            </p:nvSpPr>
            <p:spPr bwMode="auto">
              <a:xfrm>
                <a:off x="7034213" y="3427412"/>
                <a:ext cx="412750" cy="411163"/>
              </a:xfrm>
              <a:custGeom>
                <a:avLst/>
                <a:gdLst>
                  <a:gd name="T0" fmla="*/ 151 w 301"/>
                  <a:gd name="T1" fmla="*/ 0 h 301"/>
                  <a:gd name="T2" fmla="*/ 0 w 301"/>
                  <a:gd name="T3" fmla="*/ 149 h 301"/>
                  <a:gd name="T4" fmla="*/ 149 w 301"/>
                  <a:gd name="T5" fmla="*/ 301 h 301"/>
                  <a:gd name="T6" fmla="*/ 300 w 301"/>
                  <a:gd name="T7" fmla="*/ 151 h 301"/>
                  <a:gd name="T8" fmla="*/ 151 w 301"/>
                  <a:gd name="T9" fmla="*/ 0 h 301"/>
                </a:gdLst>
                <a:ahLst/>
                <a:cxnLst>
                  <a:cxn ang="0">
                    <a:pos x="T0" y="T1"/>
                  </a:cxn>
                  <a:cxn ang="0">
                    <a:pos x="T2" y="T3"/>
                  </a:cxn>
                  <a:cxn ang="0">
                    <a:pos x="T4" y="T5"/>
                  </a:cxn>
                  <a:cxn ang="0">
                    <a:pos x="T6" y="T7"/>
                  </a:cxn>
                  <a:cxn ang="0">
                    <a:pos x="T8" y="T9"/>
                  </a:cxn>
                </a:cxnLst>
                <a:rect l="0" t="0" r="r" b="b"/>
                <a:pathLst>
                  <a:path w="301" h="301">
                    <a:moveTo>
                      <a:pt x="151" y="0"/>
                    </a:moveTo>
                    <a:cubicBezTo>
                      <a:pt x="67" y="1"/>
                      <a:pt x="0" y="66"/>
                      <a:pt x="0" y="149"/>
                    </a:cubicBezTo>
                    <a:cubicBezTo>
                      <a:pt x="0" y="236"/>
                      <a:pt x="64" y="301"/>
                      <a:pt x="149" y="301"/>
                    </a:cubicBezTo>
                    <a:cubicBezTo>
                      <a:pt x="235" y="301"/>
                      <a:pt x="301" y="236"/>
                      <a:pt x="300" y="151"/>
                    </a:cubicBezTo>
                    <a:cubicBezTo>
                      <a:pt x="300" y="68"/>
                      <a:pt x="233" y="0"/>
                      <a:pt x="15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000000"/>
                  </a:solidFill>
                  <a:effectLst/>
                  <a:uLnTx/>
                  <a:uFillTx/>
                  <a:latin typeface="+mj-lt"/>
                  <a:ea typeface="+mn-ea"/>
                  <a:cs typeface="+mn-cs"/>
                </a:endParaRPr>
              </a:p>
            </p:txBody>
          </p:sp>
          <p:sp>
            <p:nvSpPr>
              <p:cNvPr id="86" name="Freeform 33">
                <a:extLst>
                  <a:ext uri="{FF2B5EF4-FFF2-40B4-BE49-F238E27FC236}">
                    <a16:creationId xmlns:a16="http://schemas.microsoft.com/office/drawing/2014/main" id="{B4CDCFCB-C653-4AC7-B85D-A3429E018B6B}"/>
                  </a:ext>
                </a:extLst>
              </p:cNvPr>
              <p:cNvSpPr>
                <a:spLocks/>
              </p:cNvSpPr>
              <p:nvPr/>
            </p:nvSpPr>
            <p:spPr bwMode="auto">
              <a:xfrm>
                <a:off x="4670426" y="3427412"/>
                <a:ext cx="411163" cy="411163"/>
              </a:xfrm>
              <a:custGeom>
                <a:avLst/>
                <a:gdLst>
                  <a:gd name="T0" fmla="*/ 300 w 300"/>
                  <a:gd name="T1" fmla="*/ 149 h 301"/>
                  <a:gd name="T2" fmla="*/ 149 w 300"/>
                  <a:gd name="T3" fmla="*/ 0 h 301"/>
                  <a:gd name="T4" fmla="*/ 0 w 300"/>
                  <a:gd name="T5" fmla="*/ 151 h 301"/>
                  <a:gd name="T6" fmla="*/ 151 w 300"/>
                  <a:gd name="T7" fmla="*/ 301 h 301"/>
                  <a:gd name="T8" fmla="*/ 300 w 300"/>
                  <a:gd name="T9" fmla="*/ 149 h 301"/>
                </a:gdLst>
                <a:ahLst/>
                <a:cxnLst>
                  <a:cxn ang="0">
                    <a:pos x="T0" y="T1"/>
                  </a:cxn>
                  <a:cxn ang="0">
                    <a:pos x="T2" y="T3"/>
                  </a:cxn>
                  <a:cxn ang="0">
                    <a:pos x="T4" y="T5"/>
                  </a:cxn>
                  <a:cxn ang="0">
                    <a:pos x="T6" y="T7"/>
                  </a:cxn>
                  <a:cxn ang="0">
                    <a:pos x="T8" y="T9"/>
                  </a:cxn>
                </a:cxnLst>
                <a:rect l="0" t="0" r="r" b="b"/>
                <a:pathLst>
                  <a:path w="300" h="301">
                    <a:moveTo>
                      <a:pt x="300" y="149"/>
                    </a:moveTo>
                    <a:cubicBezTo>
                      <a:pt x="300" y="66"/>
                      <a:pt x="233" y="0"/>
                      <a:pt x="149" y="0"/>
                    </a:cubicBezTo>
                    <a:cubicBezTo>
                      <a:pt x="67" y="0"/>
                      <a:pt x="0" y="68"/>
                      <a:pt x="0" y="151"/>
                    </a:cubicBezTo>
                    <a:cubicBezTo>
                      <a:pt x="0" y="236"/>
                      <a:pt x="66" y="301"/>
                      <a:pt x="151" y="301"/>
                    </a:cubicBezTo>
                    <a:cubicBezTo>
                      <a:pt x="237" y="301"/>
                      <a:pt x="300" y="236"/>
                      <a:pt x="300" y="1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000000"/>
                  </a:solidFill>
                  <a:effectLst/>
                  <a:uLnTx/>
                  <a:uFillTx/>
                  <a:latin typeface="+mj-lt"/>
                  <a:ea typeface="+mn-ea"/>
                  <a:cs typeface="+mn-cs"/>
                </a:endParaRPr>
              </a:p>
            </p:txBody>
          </p:sp>
          <p:sp>
            <p:nvSpPr>
              <p:cNvPr id="87" name="Freeform 34">
                <a:extLst>
                  <a:ext uri="{FF2B5EF4-FFF2-40B4-BE49-F238E27FC236}">
                    <a16:creationId xmlns:a16="http://schemas.microsoft.com/office/drawing/2014/main" id="{AA925503-E6B9-4E1B-8873-1A69BD0B0A5A}"/>
                  </a:ext>
                </a:extLst>
              </p:cNvPr>
              <p:cNvSpPr>
                <a:spLocks/>
              </p:cNvSpPr>
              <p:nvPr/>
            </p:nvSpPr>
            <p:spPr bwMode="auto">
              <a:xfrm>
                <a:off x="5254626" y="4191000"/>
                <a:ext cx="1601788" cy="1322388"/>
              </a:xfrm>
              <a:custGeom>
                <a:avLst/>
                <a:gdLst>
                  <a:gd name="T0" fmla="*/ 693 w 1170"/>
                  <a:gd name="T1" fmla="*/ 211 h 969"/>
                  <a:gd name="T2" fmla="*/ 693 w 1170"/>
                  <a:gd name="T3" fmla="*/ 240 h 969"/>
                  <a:gd name="T4" fmla="*/ 693 w 1170"/>
                  <a:gd name="T5" fmla="*/ 918 h 969"/>
                  <a:gd name="T6" fmla="*/ 640 w 1170"/>
                  <a:gd name="T7" fmla="*/ 969 h 969"/>
                  <a:gd name="T8" fmla="*/ 532 w 1170"/>
                  <a:gd name="T9" fmla="*/ 969 h 969"/>
                  <a:gd name="T10" fmla="*/ 482 w 1170"/>
                  <a:gd name="T11" fmla="*/ 920 h 969"/>
                  <a:gd name="T12" fmla="*/ 482 w 1170"/>
                  <a:gd name="T13" fmla="*/ 240 h 969"/>
                  <a:gd name="T14" fmla="*/ 482 w 1170"/>
                  <a:gd name="T15" fmla="*/ 211 h 969"/>
                  <a:gd name="T16" fmla="*/ 457 w 1170"/>
                  <a:gd name="T17" fmla="*/ 211 h 969"/>
                  <a:gd name="T18" fmla="*/ 113 w 1170"/>
                  <a:gd name="T19" fmla="*/ 210 h 969"/>
                  <a:gd name="T20" fmla="*/ 14 w 1170"/>
                  <a:gd name="T21" fmla="*/ 137 h 969"/>
                  <a:gd name="T22" fmla="*/ 53 w 1170"/>
                  <a:gd name="T23" fmla="*/ 21 h 969"/>
                  <a:gd name="T24" fmla="*/ 118 w 1170"/>
                  <a:gd name="T25" fmla="*/ 1 h 969"/>
                  <a:gd name="T26" fmla="*/ 1056 w 1170"/>
                  <a:gd name="T27" fmla="*/ 0 h 969"/>
                  <a:gd name="T28" fmla="*/ 1164 w 1170"/>
                  <a:gd name="T29" fmla="*/ 92 h 969"/>
                  <a:gd name="T30" fmla="*/ 1086 w 1170"/>
                  <a:gd name="T31" fmla="*/ 207 h 969"/>
                  <a:gd name="T32" fmla="*/ 1053 w 1170"/>
                  <a:gd name="T33" fmla="*/ 210 h 969"/>
                  <a:gd name="T34" fmla="*/ 719 w 1170"/>
                  <a:gd name="T35" fmla="*/ 211 h 969"/>
                  <a:gd name="T36" fmla="*/ 693 w 1170"/>
                  <a:gd name="T37" fmla="*/ 211 h 9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70" h="969">
                    <a:moveTo>
                      <a:pt x="693" y="211"/>
                    </a:moveTo>
                    <a:cubicBezTo>
                      <a:pt x="693" y="223"/>
                      <a:pt x="693" y="231"/>
                      <a:pt x="693" y="240"/>
                    </a:cubicBezTo>
                    <a:cubicBezTo>
                      <a:pt x="693" y="466"/>
                      <a:pt x="693" y="692"/>
                      <a:pt x="693" y="918"/>
                    </a:cubicBezTo>
                    <a:cubicBezTo>
                      <a:pt x="693" y="958"/>
                      <a:pt x="681" y="969"/>
                      <a:pt x="640" y="969"/>
                    </a:cubicBezTo>
                    <a:cubicBezTo>
                      <a:pt x="604" y="969"/>
                      <a:pt x="568" y="969"/>
                      <a:pt x="532" y="969"/>
                    </a:cubicBezTo>
                    <a:cubicBezTo>
                      <a:pt x="494" y="969"/>
                      <a:pt x="482" y="958"/>
                      <a:pt x="482" y="920"/>
                    </a:cubicBezTo>
                    <a:cubicBezTo>
                      <a:pt x="482" y="693"/>
                      <a:pt x="482" y="466"/>
                      <a:pt x="482" y="240"/>
                    </a:cubicBezTo>
                    <a:cubicBezTo>
                      <a:pt x="482" y="231"/>
                      <a:pt x="482" y="222"/>
                      <a:pt x="482" y="211"/>
                    </a:cubicBezTo>
                    <a:cubicBezTo>
                      <a:pt x="473" y="211"/>
                      <a:pt x="465" y="211"/>
                      <a:pt x="457" y="211"/>
                    </a:cubicBezTo>
                    <a:cubicBezTo>
                      <a:pt x="342" y="211"/>
                      <a:pt x="228" y="211"/>
                      <a:pt x="113" y="210"/>
                    </a:cubicBezTo>
                    <a:cubicBezTo>
                      <a:pt x="66" y="210"/>
                      <a:pt x="27" y="181"/>
                      <a:pt x="14" y="137"/>
                    </a:cubicBezTo>
                    <a:cubicBezTo>
                      <a:pt x="0" y="94"/>
                      <a:pt x="15" y="45"/>
                      <a:pt x="53" y="21"/>
                    </a:cubicBezTo>
                    <a:cubicBezTo>
                      <a:pt x="72" y="9"/>
                      <a:pt x="96" y="1"/>
                      <a:pt x="118" y="1"/>
                    </a:cubicBezTo>
                    <a:cubicBezTo>
                      <a:pt x="431" y="0"/>
                      <a:pt x="743" y="0"/>
                      <a:pt x="1056" y="0"/>
                    </a:cubicBezTo>
                    <a:cubicBezTo>
                      <a:pt x="1114" y="0"/>
                      <a:pt x="1158" y="39"/>
                      <a:pt x="1164" y="92"/>
                    </a:cubicBezTo>
                    <a:cubicBezTo>
                      <a:pt x="1170" y="146"/>
                      <a:pt x="1138" y="194"/>
                      <a:pt x="1086" y="207"/>
                    </a:cubicBezTo>
                    <a:cubicBezTo>
                      <a:pt x="1076" y="210"/>
                      <a:pt x="1064" y="210"/>
                      <a:pt x="1053" y="210"/>
                    </a:cubicBezTo>
                    <a:cubicBezTo>
                      <a:pt x="942" y="211"/>
                      <a:pt x="830" y="211"/>
                      <a:pt x="719" y="211"/>
                    </a:cubicBezTo>
                    <a:cubicBezTo>
                      <a:pt x="711" y="211"/>
                      <a:pt x="703" y="211"/>
                      <a:pt x="693"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000000"/>
                  </a:solidFill>
                  <a:effectLst/>
                  <a:uLnTx/>
                  <a:uFillTx/>
                  <a:latin typeface="+mj-lt"/>
                  <a:ea typeface="+mn-ea"/>
                  <a:cs typeface="+mn-cs"/>
                </a:endParaRPr>
              </a:p>
            </p:txBody>
          </p:sp>
          <p:sp>
            <p:nvSpPr>
              <p:cNvPr id="88" name="Freeform 35">
                <a:extLst>
                  <a:ext uri="{FF2B5EF4-FFF2-40B4-BE49-F238E27FC236}">
                    <a16:creationId xmlns:a16="http://schemas.microsoft.com/office/drawing/2014/main" id="{D929276E-83C1-4EBF-B0F0-7B52EA961E7F}"/>
                  </a:ext>
                </a:extLst>
              </p:cNvPr>
              <p:cNvSpPr>
                <a:spLocks/>
              </p:cNvSpPr>
              <p:nvPr/>
            </p:nvSpPr>
            <p:spPr bwMode="auto">
              <a:xfrm>
                <a:off x="6342063" y="3930650"/>
                <a:ext cx="1085850" cy="1597025"/>
              </a:xfrm>
              <a:custGeom>
                <a:avLst/>
                <a:gdLst>
                  <a:gd name="T0" fmla="*/ 475 w 792"/>
                  <a:gd name="T1" fmla="*/ 525 h 1170"/>
                  <a:gd name="T2" fmla="*/ 483 w 792"/>
                  <a:gd name="T3" fmla="*/ 378 h 1170"/>
                  <a:gd name="T4" fmla="*/ 503 w 792"/>
                  <a:gd name="T5" fmla="*/ 135 h 1170"/>
                  <a:gd name="T6" fmla="*/ 654 w 792"/>
                  <a:gd name="T7" fmla="*/ 6 h 1170"/>
                  <a:gd name="T8" fmla="*/ 790 w 792"/>
                  <a:gd name="T9" fmla="*/ 159 h 1170"/>
                  <a:gd name="T10" fmla="*/ 777 w 792"/>
                  <a:gd name="T11" fmla="*/ 372 h 1170"/>
                  <a:gd name="T12" fmla="*/ 767 w 792"/>
                  <a:gd name="T13" fmla="*/ 574 h 1170"/>
                  <a:gd name="T14" fmla="*/ 764 w 792"/>
                  <a:gd name="T15" fmla="*/ 616 h 1170"/>
                  <a:gd name="T16" fmla="*/ 602 w 792"/>
                  <a:gd name="T17" fmla="*/ 756 h 1170"/>
                  <a:gd name="T18" fmla="*/ 268 w 792"/>
                  <a:gd name="T19" fmla="*/ 757 h 1170"/>
                  <a:gd name="T20" fmla="*/ 238 w 792"/>
                  <a:gd name="T21" fmla="*/ 779 h 1170"/>
                  <a:gd name="T22" fmla="*/ 173 w 792"/>
                  <a:gd name="T23" fmla="*/ 1049 h 1170"/>
                  <a:gd name="T24" fmla="*/ 153 w 792"/>
                  <a:gd name="T25" fmla="*/ 1114 h 1170"/>
                  <a:gd name="T26" fmla="*/ 64 w 792"/>
                  <a:gd name="T27" fmla="*/ 1160 h 1170"/>
                  <a:gd name="T28" fmla="*/ 6 w 792"/>
                  <a:gd name="T29" fmla="*/ 1077 h 1170"/>
                  <a:gd name="T30" fmla="*/ 40 w 792"/>
                  <a:gd name="T31" fmla="*/ 892 h 1170"/>
                  <a:gd name="T32" fmla="*/ 87 w 792"/>
                  <a:gd name="T33" fmla="*/ 637 h 1170"/>
                  <a:gd name="T34" fmla="*/ 185 w 792"/>
                  <a:gd name="T35" fmla="*/ 544 h 1170"/>
                  <a:gd name="T36" fmla="*/ 454 w 792"/>
                  <a:gd name="T37" fmla="*/ 527 h 1170"/>
                  <a:gd name="T38" fmla="*/ 475 w 792"/>
                  <a:gd name="T39" fmla="*/ 525 h 1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92" h="1170">
                    <a:moveTo>
                      <a:pt x="475" y="525"/>
                    </a:moveTo>
                    <a:cubicBezTo>
                      <a:pt x="478" y="475"/>
                      <a:pt x="479" y="427"/>
                      <a:pt x="483" y="378"/>
                    </a:cubicBezTo>
                    <a:cubicBezTo>
                      <a:pt x="488" y="297"/>
                      <a:pt x="493" y="216"/>
                      <a:pt x="503" y="135"/>
                    </a:cubicBezTo>
                    <a:cubicBezTo>
                      <a:pt x="513" y="52"/>
                      <a:pt x="576" y="0"/>
                      <a:pt x="654" y="6"/>
                    </a:cubicBezTo>
                    <a:cubicBezTo>
                      <a:pt x="733" y="12"/>
                      <a:pt x="792" y="77"/>
                      <a:pt x="790" y="159"/>
                    </a:cubicBezTo>
                    <a:cubicBezTo>
                      <a:pt x="788" y="230"/>
                      <a:pt x="781" y="301"/>
                      <a:pt x="777" y="372"/>
                    </a:cubicBezTo>
                    <a:cubicBezTo>
                      <a:pt x="773" y="439"/>
                      <a:pt x="770" y="507"/>
                      <a:pt x="767" y="574"/>
                    </a:cubicBezTo>
                    <a:cubicBezTo>
                      <a:pt x="766" y="588"/>
                      <a:pt x="766" y="602"/>
                      <a:pt x="764" y="616"/>
                    </a:cubicBezTo>
                    <a:cubicBezTo>
                      <a:pt x="750" y="704"/>
                      <a:pt x="695" y="754"/>
                      <a:pt x="602" y="756"/>
                    </a:cubicBezTo>
                    <a:cubicBezTo>
                      <a:pt x="491" y="759"/>
                      <a:pt x="380" y="757"/>
                      <a:pt x="268" y="757"/>
                    </a:cubicBezTo>
                    <a:cubicBezTo>
                      <a:pt x="250" y="757"/>
                      <a:pt x="242" y="762"/>
                      <a:pt x="238" y="779"/>
                    </a:cubicBezTo>
                    <a:cubicBezTo>
                      <a:pt x="217" y="869"/>
                      <a:pt x="195" y="959"/>
                      <a:pt x="173" y="1049"/>
                    </a:cubicBezTo>
                    <a:cubicBezTo>
                      <a:pt x="168" y="1071"/>
                      <a:pt x="162" y="1093"/>
                      <a:pt x="153" y="1114"/>
                    </a:cubicBezTo>
                    <a:cubicBezTo>
                      <a:pt x="135" y="1154"/>
                      <a:pt x="103" y="1170"/>
                      <a:pt x="64" y="1160"/>
                    </a:cubicBezTo>
                    <a:cubicBezTo>
                      <a:pt x="23" y="1149"/>
                      <a:pt x="0" y="1120"/>
                      <a:pt x="6" y="1077"/>
                    </a:cubicBezTo>
                    <a:cubicBezTo>
                      <a:pt x="15" y="1015"/>
                      <a:pt x="29" y="954"/>
                      <a:pt x="40" y="892"/>
                    </a:cubicBezTo>
                    <a:cubicBezTo>
                      <a:pt x="56" y="807"/>
                      <a:pt x="72" y="722"/>
                      <a:pt x="87" y="637"/>
                    </a:cubicBezTo>
                    <a:cubicBezTo>
                      <a:pt x="98" y="573"/>
                      <a:pt x="120" y="550"/>
                      <a:pt x="185" y="544"/>
                    </a:cubicBezTo>
                    <a:cubicBezTo>
                      <a:pt x="275" y="537"/>
                      <a:pt x="365" y="533"/>
                      <a:pt x="454" y="527"/>
                    </a:cubicBezTo>
                    <a:cubicBezTo>
                      <a:pt x="460" y="527"/>
                      <a:pt x="466" y="526"/>
                      <a:pt x="475" y="5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000000"/>
                  </a:solidFill>
                  <a:effectLst/>
                  <a:uLnTx/>
                  <a:uFillTx/>
                  <a:latin typeface="+mj-lt"/>
                  <a:ea typeface="+mn-ea"/>
                  <a:cs typeface="+mn-cs"/>
                </a:endParaRPr>
              </a:p>
            </p:txBody>
          </p:sp>
          <p:sp>
            <p:nvSpPr>
              <p:cNvPr id="89" name="Freeform 36">
                <a:extLst>
                  <a:ext uri="{FF2B5EF4-FFF2-40B4-BE49-F238E27FC236}">
                    <a16:creationId xmlns:a16="http://schemas.microsoft.com/office/drawing/2014/main" id="{8678D1B0-9EB1-4F25-92D0-F087CB55C219}"/>
                  </a:ext>
                </a:extLst>
              </p:cNvPr>
              <p:cNvSpPr>
                <a:spLocks/>
              </p:cNvSpPr>
              <p:nvPr/>
            </p:nvSpPr>
            <p:spPr bwMode="auto">
              <a:xfrm>
                <a:off x="4692651" y="3916363"/>
                <a:ext cx="1077913" cy="1622425"/>
              </a:xfrm>
              <a:custGeom>
                <a:avLst/>
                <a:gdLst>
                  <a:gd name="T0" fmla="*/ 314 w 787"/>
                  <a:gd name="T1" fmla="*/ 537 h 1189"/>
                  <a:gd name="T2" fmla="*/ 441 w 787"/>
                  <a:gd name="T3" fmla="*/ 544 h 1189"/>
                  <a:gd name="T4" fmla="*/ 613 w 787"/>
                  <a:gd name="T5" fmla="*/ 556 h 1189"/>
                  <a:gd name="T6" fmla="*/ 699 w 787"/>
                  <a:gd name="T7" fmla="*/ 634 h 1189"/>
                  <a:gd name="T8" fmla="*/ 782 w 787"/>
                  <a:gd name="T9" fmla="*/ 1072 h 1189"/>
                  <a:gd name="T10" fmla="*/ 758 w 787"/>
                  <a:gd name="T11" fmla="*/ 1154 h 1189"/>
                  <a:gd name="T12" fmla="*/ 637 w 787"/>
                  <a:gd name="T13" fmla="*/ 1126 h 1189"/>
                  <a:gd name="T14" fmla="*/ 619 w 787"/>
                  <a:gd name="T15" fmla="*/ 1073 h 1189"/>
                  <a:gd name="T16" fmla="*/ 555 w 787"/>
                  <a:gd name="T17" fmla="*/ 807 h 1189"/>
                  <a:gd name="T18" fmla="*/ 504 w 787"/>
                  <a:gd name="T19" fmla="*/ 768 h 1189"/>
                  <a:gd name="T20" fmla="*/ 215 w 787"/>
                  <a:gd name="T21" fmla="*/ 768 h 1189"/>
                  <a:gd name="T22" fmla="*/ 149 w 787"/>
                  <a:gd name="T23" fmla="*/ 762 h 1189"/>
                  <a:gd name="T24" fmla="*/ 23 w 787"/>
                  <a:gd name="T25" fmla="*/ 608 h 1189"/>
                  <a:gd name="T26" fmla="*/ 7 w 787"/>
                  <a:gd name="T27" fmla="*/ 299 h 1189"/>
                  <a:gd name="T28" fmla="*/ 0 w 787"/>
                  <a:gd name="T29" fmla="*/ 163 h 1189"/>
                  <a:gd name="T30" fmla="*/ 110 w 787"/>
                  <a:gd name="T31" fmla="*/ 21 h 1189"/>
                  <a:gd name="T32" fmla="*/ 286 w 787"/>
                  <a:gd name="T33" fmla="*/ 141 h 1189"/>
                  <a:gd name="T34" fmla="*/ 307 w 787"/>
                  <a:gd name="T35" fmla="*/ 388 h 1189"/>
                  <a:gd name="T36" fmla="*/ 314 w 787"/>
                  <a:gd name="T37" fmla="*/ 537 h 1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87" h="1189">
                    <a:moveTo>
                      <a:pt x="314" y="537"/>
                    </a:moveTo>
                    <a:cubicBezTo>
                      <a:pt x="358" y="539"/>
                      <a:pt x="400" y="541"/>
                      <a:pt x="441" y="544"/>
                    </a:cubicBezTo>
                    <a:cubicBezTo>
                      <a:pt x="498" y="548"/>
                      <a:pt x="556" y="551"/>
                      <a:pt x="613" y="556"/>
                    </a:cubicBezTo>
                    <a:cubicBezTo>
                      <a:pt x="664" y="560"/>
                      <a:pt x="690" y="584"/>
                      <a:pt x="699" y="634"/>
                    </a:cubicBezTo>
                    <a:cubicBezTo>
                      <a:pt x="727" y="780"/>
                      <a:pt x="755" y="926"/>
                      <a:pt x="782" y="1072"/>
                    </a:cubicBezTo>
                    <a:cubicBezTo>
                      <a:pt x="787" y="1103"/>
                      <a:pt x="785" y="1132"/>
                      <a:pt x="758" y="1154"/>
                    </a:cubicBezTo>
                    <a:cubicBezTo>
                      <a:pt x="715" y="1189"/>
                      <a:pt x="661" y="1177"/>
                      <a:pt x="637" y="1126"/>
                    </a:cubicBezTo>
                    <a:cubicBezTo>
                      <a:pt x="629" y="1109"/>
                      <a:pt x="624" y="1091"/>
                      <a:pt x="619" y="1073"/>
                    </a:cubicBezTo>
                    <a:cubicBezTo>
                      <a:pt x="598" y="984"/>
                      <a:pt x="577" y="896"/>
                      <a:pt x="555" y="807"/>
                    </a:cubicBezTo>
                    <a:cubicBezTo>
                      <a:pt x="546" y="768"/>
                      <a:pt x="545" y="768"/>
                      <a:pt x="504" y="768"/>
                    </a:cubicBezTo>
                    <a:cubicBezTo>
                      <a:pt x="408" y="768"/>
                      <a:pt x="311" y="769"/>
                      <a:pt x="215" y="768"/>
                    </a:cubicBezTo>
                    <a:cubicBezTo>
                      <a:pt x="193" y="768"/>
                      <a:pt x="170" y="766"/>
                      <a:pt x="149" y="762"/>
                    </a:cubicBezTo>
                    <a:cubicBezTo>
                      <a:pt x="72" y="746"/>
                      <a:pt x="28" y="692"/>
                      <a:pt x="23" y="608"/>
                    </a:cubicBezTo>
                    <a:cubicBezTo>
                      <a:pt x="18" y="505"/>
                      <a:pt x="13" y="402"/>
                      <a:pt x="7" y="299"/>
                    </a:cubicBezTo>
                    <a:cubicBezTo>
                      <a:pt x="5" y="254"/>
                      <a:pt x="0" y="209"/>
                      <a:pt x="0" y="163"/>
                    </a:cubicBezTo>
                    <a:cubicBezTo>
                      <a:pt x="0" y="95"/>
                      <a:pt x="46" y="37"/>
                      <a:pt x="110" y="21"/>
                    </a:cubicBezTo>
                    <a:cubicBezTo>
                      <a:pt x="194" y="0"/>
                      <a:pt x="274" y="52"/>
                      <a:pt x="286" y="141"/>
                    </a:cubicBezTo>
                    <a:cubicBezTo>
                      <a:pt x="296" y="223"/>
                      <a:pt x="301" y="305"/>
                      <a:pt x="307" y="388"/>
                    </a:cubicBezTo>
                    <a:cubicBezTo>
                      <a:pt x="310" y="437"/>
                      <a:pt x="312" y="486"/>
                      <a:pt x="314" y="5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000000"/>
                  </a:solidFill>
                  <a:effectLst/>
                  <a:uLnTx/>
                  <a:uFillTx/>
                  <a:latin typeface="+mj-lt"/>
                  <a:ea typeface="+mn-ea"/>
                  <a:cs typeface="+mn-cs"/>
                </a:endParaRPr>
              </a:p>
            </p:txBody>
          </p:sp>
          <p:sp>
            <p:nvSpPr>
              <p:cNvPr id="90" name="Freeform 37">
                <a:extLst>
                  <a:ext uri="{FF2B5EF4-FFF2-40B4-BE49-F238E27FC236}">
                    <a16:creationId xmlns:a16="http://schemas.microsoft.com/office/drawing/2014/main" id="{E74C0727-BB3B-4C61-881A-41B5BC570B1C}"/>
                  </a:ext>
                </a:extLst>
              </p:cNvPr>
              <p:cNvSpPr>
                <a:spLocks/>
              </p:cNvSpPr>
              <p:nvPr/>
            </p:nvSpPr>
            <p:spPr bwMode="auto">
              <a:xfrm>
                <a:off x="4325938" y="4171950"/>
                <a:ext cx="1055688" cy="1089025"/>
              </a:xfrm>
              <a:custGeom>
                <a:avLst/>
                <a:gdLst>
                  <a:gd name="T0" fmla="*/ 561 w 771"/>
                  <a:gd name="T1" fmla="*/ 792 h 799"/>
                  <a:gd name="T2" fmla="*/ 338 w 771"/>
                  <a:gd name="T3" fmla="*/ 778 h 799"/>
                  <a:gd name="T4" fmla="*/ 64 w 771"/>
                  <a:gd name="T5" fmla="*/ 471 h 799"/>
                  <a:gd name="T6" fmla="*/ 5 w 771"/>
                  <a:gd name="T7" fmla="*/ 84 h 799"/>
                  <a:gd name="T8" fmla="*/ 61 w 771"/>
                  <a:gd name="T9" fmla="*/ 6 h 799"/>
                  <a:gd name="T10" fmla="*/ 141 w 771"/>
                  <a:gd name="T11" fmla="*/ 62 h 799"/>
                  <a:gd name="T12" fmla="*/ 167 w 771"/>
                  <a:gd name="T13" fmla="*/ 232 h 799"/>
                  <a:gd name="T14" fmla="*/ 202 w 771"/>
                  <a:gd name="T15" fmla="*/ 459 h 799"/>
                  <a:gd name="T16" fmla="*/ 422 w 771"/>
                  <a:gd name="T17" fmla="*/ 653 h 799"/>
                  <a:gd name="T18" fmla="*/ 634 w 771"/>
                  <a:gd name="T19" fmla="*/ 651 h 799"/>
                  <a:gd name="T20" fmla="*/ 700 w 771"/>
                  <a:gd name="T21" fmla="*/ 650 h 799"/>
                  <a:gd name="T22" fmla="*/ 770 w 771"/>
                  <a:gd name="T23" fmla="*/ 717 h 799"/>
                  <a:gd name="T24" fmla="*/ 703 w 771"/>
                  <a:gd name="T25" fmla="*/ 787 h 799"/>
                  <a:gd name="T26" fmla="*/ 561 w 771"/>
                  <a:gd name="T27" fmla="*/ 787 h 799"/>
                  <a:gd name="T28" fmla="*/ 561 w 771"/>
                  <a:gd name="T29" fmla="*/ 792 h 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71" h="799">
                    <a:moveTo>
                      <a:pt x="561" y="792"/>
                    </a:moveTo>
                    <a:cubicBezTo>
                      <a:pt x="486" y="795"/>
                      <a:pt x="411" y="799"/>
                      <a:pt x="338" y="778"/>
                    </a:cubicBezTo>
                    <a:cubicBezTo>
                      <a:pt x="183" y="734"/>
                      <a:pt x="91" y="630"/>
                      <a:pt x="64" y="471"/>
                    </a:cubicBezTo>
                    <a:cubicBezTo>
                      <a:pt x="43" y="342"/>
                      <a:pt x="25" y="213"/>
                      <a:pt x="5" y="84"/>
                    </a:cubicBezTo>
                    <a:cubicBezTo>
                      <a:pt x="0" y="46"/>
                      <a:pt x="25" y="13"/>
                      <a:pt x="61" y="6"/>
                    </a:cubicBezTo>
                    <a:cubicBezTo>
                      <a:pt x="99" y="0"/>
                      <a:pt x="134" y="24"/>
                      <a:pt x="141" y="62"/>
                    </a:cubicBezTo>
                    <a:cubicBezTo>
                      <a:pt x="150" y="119"/>
                      <a:pt x="158" y="176"/>
                      <a:pt x="167" y="232"/>
                    </a:cubicBezTo>
                    <a:cubicBezTo>
                      <a:pt x="178" y="308"/>
                      <a:pt x="188" y="384"/>
                      <a:pt x="202" y="459"/>
                    </a:cubicBezTo>
                    <a:cubicBezTo>
                      <a:pt x="224" y="573"/>
                      <a:pt x="305" y="646"/>
                      <a:pt x="422" y="653"/>
                    </a:cubicBezTo>
                    <a:cubicBezTo>
                      <a:pt x="492" y="656"/>
                      <a:pt x="563" y="652"/>
                      <a:pt x="634" y="651"/>
                    </a:cubicBezTo>
                    <a:cubicBezTo>
                      <a:pt x="656" y="651"/>
                      <a:pt x="678" y="650"/>
                      <a:pt x="700" y="650"/>
                    </a:cubicBezTo>
                    <a:cubicBezTo>
                      <a:pt x="739" y="650"/>
                      <a:pt x="769" y="679"/>
                      <a:pt x="770" y="717"/>
                    </a:cubicBezTo>
                    <a:cubicBezTo>
                      <a:pt x="771" y="754"/>
                      <a:pt x="743" y="786"/>
                      <a:pt x="703" y="787"/>
                    </a:cubicBezTo>
                    <a:cubicBezTo>
                      <a:pt x="656" y="788"/>
                      <a:pt x="608" y="787"/>
                      <a:pt x="561" y="787"/>
                    </a:cubicBezTo>
                    <a:cubicBezTo>
                      <a:pt x="561" y="789"/>
                      <a:pt x="561" y="791"/>
                      <a:pt x="561" y="7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000000"/>
                  </a:solidFill>
                  <a:effectLst/>
                  <a:uLnTx/>
                  <a:uFillTx/>
                  <a:latin typeface="+mj-lt"/>
                  <a:ea typeface="+mn-ea"/>
                  <a:cs typeface="+mn-cs"/>
                </a:endParaRPr>
              </a:p>
            </p:txBody>
          </p:sp>
          <p:sp>
            <p:nvSpPr>
              <p:cNvPr id="91" name="Freeform 38">
                <a:extLst>
                  <a:ext uri="{FF2B5EF4-FFF2-40B4-BE49-F238E27FC236}">
                    <a16:creationId xmlns:a16="http://schemas.microsoft.com/office/drawing/2014/main" id="{D11EC0CC-8AE2-4FC0-9647-043660EE3188}"/>
                  </a:ext>
                </a:extLst>
              </p:cNvPr>
              <p:cNvSpPr>
                <a:spLocks/>
              </p:cNvSpPr>
              <p:nvPr/>
            </p:nvSpPr>
            <p:spPr bwMode="auto">
              <a:xfrm>
                <a:off x="6734176" y="4157663"/>
                <a:ext cx="1055688" cy="1098550"/>
              </a:xfrm>
              <a:custGeom>
                <a:avLst/>
                <a:gdLst>
                  <a:gd name="T0" fmla="*/ 208 w 771"/>
                  <a:gd name="T1" fmla="*/ 797 h 805"/>
                  <a:gd name="T2" fmla="*/ 72 w 771"/>
                  <a:gd name="T3" fmla="*/ 797 h 805"/>
                  <a:gd name="T4" fmla="*/ 1 w 771"/>
                  <a:gd name="T5" fmla="*/ 727 h 805"/>
                  <a:gd name="T6" fmla="*/ 74 w 771"/>
                  <a:gd name="T7" fmla="*/ 660 h 805"/>
                  <a:gd name="T8" fmla="*/ 220 w 771"/>
                  <a:gd name="T9" fmla="*/ 665 h 805"/>
                  <a:gd name="T10" fmla="*/ 391 w 771"/>
                  <a:gd name="T11" fmla="*/ 656 h 805"/>
                  <a:gd name="T12" fmla="*/ 572 w 771"/>
                  <a:gd name="T13" fmla="*/ 455 h 805"/>
                  <a:gd name="T14" fmla="*/ 629 w 771"/>
                  <a:gd name="T15" fmla="*/ 82 h 805"/>
                  <a:gd name="T16" fmla="*/ 729 w 771"/>
                  <a:gd name="T17" fmla="*/ 23 h 805"/>
                  <a:gd name="T18" fmla="*/ 767 w 771"/>
                  <a:gd name="T19" fmla="*/ 90 h 805"/>
                  <a:gd name="T20" fmla="*/ 699 w 771"/>
                  <a:gd name="T21" fmla="*/ 514 h 805"/>
                  <a:gd name="T22" fmla="*/ 376 w 771"/>
                  <a:gd name="T23" fmla="*/ 798 h 805"/>
                  <a:gd name="T24" fmla="*/ 208 w 771"/>
                  <a:gd name="T25" fmla="*/ 805 h 805"/>
                  <a:gd name="T26" fmla="*/ 208 w 771"/>
                  <a:gd name="T27" fmla="*/ 797 h 8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1" h="805">
                    <a:moveTo>
                      <a:pt x="208" y="797"/>
                    </a:moveTo>
                    <a:cubicBezTo>
                      <a:pt x="163" y="797"/>
                      <a:pt x="117" y="798"/>
                      <a:pt x="72" y="797"/>
                    </a:cubicBezTo>
                    <a:cubicBezTo>
                      <a:pt x="30" y="796"/>
                      <a:pt x="0" y="766"/>
                      <a:pt x="1" y="727"/>
                    </a:cubicBezTo>
                    <a:cubicBezTo>
                      <a:pt x="2" y="688"/>
                      <a:pt x="32" y="659"/>
                      <a:pt x="74" y="660"/>
                    </a:cubicBezTo>
                    <a:cubicBezTo>
                      <a:pt x="122" y="661"/>
                      <a:pt x="171" y="665"/>
                      <a:pt x="220" y="665"/>
                    </a:cubicBezTo>
                    <a:cubicBezTo>
                      <a:pt x="277" y="664"/>
                      <a:pt x="335" y="666"/>
                      <a:pt x="391" y="656"/>
                    </a:cubicBezTo>
                    <a:cubicBezTo>
                      <a:pt x="490" y="639"/>
                      <a:pt x="555" y="563"/>
                      <a:pt x="572" y="455"/>
                    </a:cubicBezTo>
                    <a:cubicBezTo>
                      <a:pt x="592" y="331"/>
                      <a:pt x="610" y="206"/>
                      <a:pt x="629" y="82"/>
                    </a:cubicBezTo>
                    <a:cubicBezTo>
                      <a:pt x="637" y="28"/>
                      <a:pt x="684" y="0"/>
                      <a:pt x="729" y="23"/>
                    </a:cubicBezTo>
                    <a:cubicBezTo>
                      <a:pt x="754" y="35"/>
                      <a:pt x="771" y="62"/>
                      <a:pt x="767" y="90"/>
                    </a:cubicBezTo>
                    <a:cubicBezTo>
                      <a:pt x="745" y="231"/>
                      <a:pt x="727" y="374"/>
                      <a:pt x="699" y="514"/>
                    </a:cubicBezTo>
                    <a:cubicBezTo>
                      <a:pt x="667" y="673"/>
                      <a:pt x="537" y="783"/>
                      <a:pt x="376" y="798"/>
                    </a:cubicBezTo>
                    <a:cubicBezTo>
                      <a:pt x="320" y="804"/>
                      <a:pt x="264" y="803"/>
                      <a:pt x="208" y="805"/>
                    </a:cubicBezTo>
                    <a:cubicBezTo>
                      <a:pt x="208" y="803"/>
                      <a:pt x="208" y="800"/>
                      <a:pt x="208" y="7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000000"/>
                  </a:solidFill>
                  <a:effectLst/>
                  <a:uLnTx/>
                  <a:uFillTx/>
                  <a:latin typeface="+mj-lt"/>
                  <a:ea typeface="+mn-ea"/>
                  <a:cs typeface="+mn-cs"/>
                </a:endParaRPr>
              </a:p>
            </p:txBody>
          </p:sp>
          <p:sp>
            <p:nvSpPr>
              <p:cNvPr id="92" name="Freeform 39">
                <a:extLst>
                  <a:ext uri="{FF2B5EF4-FFF2-40B4-BE49-F238E27FC236}">
                    <a16:creationId xmlns:a16="http://schemas.microsoft.com/office/drawing/2014/main" id="{C8DD2741-3C8A-45FF-8216-BADCD176D5C2}"/>
                  </a:ext>
                </a:extLst>
              </p:cNvPr>
              <p:cNvSpPr>
                <a:spLocks/>
              </p:cNvSpPr>
              <p:nvPr/>
            </p:nvSpPr>
            <p:spPr bwMode="auto">
              <a:xfrm>
                <a:off x="7034213" y="3427412"/>
                <a:ext cx="412750" cy="411163"/>
              </a:xfrm>
              <a:custGeom>
                <a:avLst/>
                <a:gdLst>
                  <a:gd name="T0" fmla="*/ 151 w 301"/>
                  <a:gd name="T1" fmla="*/ 0 h 301"/>
                  <a:gd name="T2" fmla="*/ 300 w 301"/>
                  <a:gd name="T3" fmla="*/ 151 h 301"/>
                  <a:gd name="T4" fmla="*/ 149 w 301"/>
                  <a:gd name="T5" fmla="*/ 301 h 301"/>
                  <a:gd name="T6" fmla="*/ 0 w 301"/>
                  <a:gd name="T7" fmla="*/ 149 h 301"/>
                  <a:gd name="T8" fmla="*/ 151 w 301"/>
                  <a:gd name="T9" fmla="*/ 0 h 301"/>
                </a:gdLst>
                <a:ahLst/>
                <a:cxnLst>
                  <a:cxn ang="0">
                    <a:pos x="T0" y="T1"/>
                  </a:cxn>
                  <a:cxn ang="0">
                    <a:pos x="T2" y="T3"/>
                  </a:cxn>
                  <a:cxn ang="0">
                    <a:pos x="T4" y="T5"/>
                  </a:cxn>
                  <a:cxn ang="0">
                    <a:pos x="T6" y="T7"/>
                  </a:cxn>
                  <a:cxn ang="0">
                    <a:pos x="T8" y="T9"/>
                  </a:cxn>
                </a:cxnLst>
                <a:rect l="0" t="0" r="r" b="b"/>
                <a:pathLst>
                  <a:path w="301" h="301">
                    <a:moveTo>
                      <a:pt x="151" y="0"/>
                    </a:moveTo>
                    <a:cubicBezTo>
                      <a:pt x="233" y="0"/>
                      <a:pt x="300" y="68"/>
                      <a:pt x="300" y="151"/>
                    </a:cubicBezTo>
                    <a:cubicBezTo>
                      <a:pt x="301" y="236"/>
                      <a:pt x="235" y="301"/>
                      <a:pt x="149" y="301"/>
                    </a:cubicBezTo>
                    <a:cubicBezTo>
                      <a:pt x="64" y="301"/>
                      <a:pt x="0" y="236"/>
                      <a:pt x="0" y="149"/>
                    </a:cubicBezTo>
                    <a:cubicBezTo>
                      <a:pt x="0" y="66"/>
                      <a:pt x="67" y="1"/>
                      <a:pt x="15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000000"/>
                  </a:solidFill>
                  <a:effectLst/>
                  <a:uLnTx/>
                  <a:uFillTx/>
                  <a:latin typeface="+mj-lt"/>
                  <a:ea typeface="+mn-ea"/>
                  <a:cs typeface="+mn-cs"/>
                </a:endParaRPr>
              </a:p>
            </p:txBody>
          </p:sp>
          <p:sp>
            <p:nvSpPr>
              <p:cNvPr id="93" name="Freeform 40">
                <a:extLst>
                  <a:ext uri="{FF2B5EF4-FFF2-40B4-BE49-F238E27FC236}">
                    <a16:creationId xmlns:a16="http://schemas.microsoft.com/office/drawing/2014/main" id="{9562DEBE-F06B-4E1C-A090-DD23BAA88590}"/>
                  </a:ext>
                </a:extLst>
              </p:cNvPr>
              <p:cNvSpPr>
                <a:spLocks/>
              </p:cNvSpPr>
              <p:nvPr/>
            </p:nvSpPr>
            <p:spPr bwMode="auto">
              <a:xfrm>
                <a:off x="4670426" y="3427412"/>
                <a:ext cx="411163" cy="411163"/>
              </a:xfrm>
              <a:custGeom>
                <a:avLst/>
                <a:gdLst>
                  <a:gd name="T0" fmla="*/ 300 w 300"/>
                  <a:gd name="T1" fmla="*/ 149 h 301"/>
                  <a:gd name="T2" fmla="*/ 151 w 300"/>
                  <a:gd name="T3" fmla="*/ 301 h 301"/>
                  <a:gd name="T4" fmla="*/ 0 w 300"/>
                  <a:gd name="T5" fmla="*/ 151 h 301"/>
                  <a:gd name="T6" fmla="*/ 149 w 300"/>
                  <a:gd name="T7" fmla="*/ 0 h 301"/>
                  <a:gd name="T8" fmla="*/ 300 w 300"/>
                  <a:gd name="T9" fmla="*/ 149 h 301"/>
                </a:gdLst>
                <a:ahLst/>
                <a:cxnLst>
                  <a:cxn ang="0">
                    <a:pos x="T0" y="T1"/>
                  </a:cxn>
                  <a:cxn ang="0">
                    <a:pos x="T2" y="T3"/>
                  </a:cxn>
                  <a:cxn ang="0">
                    <a:pos x="T4" y="T5"/>
                  </a:cxn>
                  <a:cxn ang="0">
                    <a:pos x="T6" y="T7"/>
                  </a:cxn>
                  <a:cxn ang="0">
                    <a:pos x="T8" y="T9"/>
                  </a:cxn>
                </a:cxnLst>
                <a:rect l="0" t="0" r="r" b="b"/>
                <a:pathLst>
                  <a:path w="300" h="301">
                    <a:moveTo>
                      <a:pt x="300" y="149"/>
                    </a:moveTo>
                    <a:cubicBezTo>
                      <a:pt x="300" y="236"/>
                      <a:pt x="237" y="301"/>
                      <a:pt x="151" y="301"/>
                    </a:cubicBezTo>
                    <a:cubicBezTo>
                      <a:pt x="66" y="301"/>
                      <a:pt x="0" y="236"/>
                      <a:pt x="0" y="151"/>
                    </a:cubicBezTo>
                    <a:cubicBezTo>
                      <a:pt x="0" y="68"/>
                      <a:pt x="67" y="0"/>
                      <a:pt x="149" y="0"/>
                    </a:cubicBezTo>
                    <a:cubicBezTo>
                      <a:pt x="233" y="0"/>
                      <a:pt x="300" y="66"/>
                      <a:pt x="300" y="1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000000"/>
                  </a:solidFill>
                  <a:effectLst/>
                  <a:uLnTx/>
                  <a:uFillTx/>
                  <a:latin typeface="+mj-lt"/>
                  <a:ea typeface="+mn-ea"/>
                  <a:cs typeface="+mn-cs"/>
                </a:endParaRPr>
              </a:p>
            </p:txBody>
          </p:sp>
        </p:grpSp>
        <p:sp>
          <p:nvSpPr>
            <p:cNvPr id="51" name="Freeform 124">
              <a:extLst>
                <a:ext uri="{FF2B5EF4-FFF2-40B4-BE49-F238E27FC236}">
                  <a16:creationId xmlns:a16="http://schemas.microsoft.com/office/drawing/2014/main" id="{6AC4C511-6677-4AB3-AF3F-A4863A1D569C}"/>
                </a:ext>
              </a:extLst>
            </p:cNvPr>
            <p:cNvSpPr/>
            <p:nvPr/>
          </p:nvSpPr>
          <p:spPr>
            <a:xfrm>
              <a:off x="446304" y="2434233"/>
              <a:ext cx="180321" cy="894817"/>
            </a:xfrm>
            <a:custGeom>
              <a:avLst/>
              <a:gdLst>
                <a:gd name="connsiteX0" fmla="*/ 236220 w 236220"/>
                <a:gd name="connsiteY0" fmla="*/ 0 h 1272540"/>
                <a:gd name="connsiteX1" fmla="*/ 0 w 236220"/>
                <a:gd name="connsiteY1" fmla="*/ 251460 h 1272540"/>
                <a:gd name="connsiteX2" fmla="*/ 0 w 236220"/>
                <a:gd name="connsiteY2" fmla="*/ 1272540 h 1272540"/>
                <a:gd name="connsiteX3" fmla="*/ 228600 w 236220"/>
                <a:gd name="connsiteY3" fmla="*/ 1043940 h 1272540"/>
                <a:gd name="connsiteX4" fmla="*/ 236220 w 236220"/>
                <a:gd name="connsiteY4" fmla="*/ 0 h 1272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220" h="1272540">
                  <a:moveTo>
                    <a:pt x="236220" y="0"/>
                  </a:moveTo>
                  <a:lnTo>
                    <a:pt x="0" y="251460"/>
                  </a:lnTo>
                  <a:lnTo>
                    <a:pt x="0" y="1272540"/>
                  </a:lnTo>
                  <a:lnTo>
                    <a:pt x="228600" y="1043940"/>
                  </a:lnTo>
                  <a:lnTo>
                    <a:pt x="236220" y="0"/>
                  </a:lnTo>
                  <a:close/>
                </a:path>
              </a:pathLst>
            </a:custGeom>
            <a:solidFill>
              <a:schemeClr val="tx2">
                <a:lumMod val="65000"/>
              </a:schemeClr>
            </a:solidFill>
            <a:ln cap="rnd">
              <a:solidFill>
                <a:schemeClr val="tx2">
                  <a:lumMod val="6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FFFFFF"/>
                </a:solidFill>
                <a:effectLst/>
                <a:uLnTx/>
                <a:uFillTx/>
                <a:latin typeface="+mj-lt"/>
                <a:ea typeface="+mn-ea"/>
                <a:cs typeface="+mn-cs"/>
              </a:endParaRPr>
            </a:p>
          </p:txBody>
        </p:sp>
        <p:sp>
          <p:nvSpPr>
            <p:cNvPr id="52" name="Freeform 125">
              <a:extLst>
                <a:ext uri="{FF2B5EF4-FFF2-40B4-BE49-F238E27FC236}">
                  <a16:creationId xmlns:a16="http://schemas.microsoft.com/office/drawing/2014/main" id="{CAFCC228-EEF8-4A41-B5E9-D4FDBC2E15AC}"/>
                </a:ext>
              </a:extLst>
            </p:cNvPr>
            <p:cNvSpPr/>
            <p:nvPr/>
          </p:nvSpPr>
          <p:spPr>
            <a:xfrm>
              <a:off x="446304" y="3382445"/>
              <a:ext cx="180321" cy="894817"/>
            </a:xfrm>
            <a:custGeom>
              <a:avLst/>
              <a:gdLst>
                <a:gd name="connsiteX0" fmla="*/ 236220 w 236220"/>
                <a:gd name="connsiteY0" fmla="*/ 0 h 1272540"/>
                <a:gd name="connsiteX1" fmla="*/ 0 w 236220"/>
                <a:gd name="connsiteY1" fmla="*/ 251460 h 1272540"/>
                <a:gd name="connsiteX2" fmla="*/ 0 w 236220"/>
                <a:gd name="connsiteY2" fmla="*/ 1272540 h 1272540"/>
                <a:gd name="connsiteX3" fmla="*/ 228600 w 236220"/>
                <a:gd name="connsiteY3" fmla="*/ 1043940 h 1272540"/>
                <a:gd name="connsiteX4" fmla="*/ 236220 w 236220"/>
                <a:gd name="connsiteY4" fmla="*/ 0 h 1272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220" h="1272540">
                  <a:moveTo>
                    <a:pt x="236220" y="0"/>
                  </a:moveTo>
                  <a:lnTo>
                    <a:pt x="0" y="251460"/>
                  </a:lnTo>
                  <a:lnTo>
                    <a:pt x="0" y="1272540"/>
                  </a:lnTo>
                  <a:lnTo>
                    <a:pt x="228600" y="1043940"/>
                  </a:lnTo>
                  <a:lnTo>
                    <a:pt x="236220" y="0"/>
                  </a:lnTo>
                  <a:close/>
                </a:path>
              </a:pathLst>
            </a:custGeom>
            <a:solidFill>
              <a:schemeClr val="accent3"/>
            </a:solidFill>
            <a:ln cap="rnd">
              <a:solidFill>
                <a:schemeClr val="accent3"/>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FFFFFF"/>
                </a:solidFill>
                <a:effectLst/>
                <a:uLnTx/>
                <a:uFillTx/>
                <a:latin typeface="+mj-lt"/>
                <a:ea typeface="+mn-ea"/>
                <a:cs typeface="+mn-cs"/>
              </a:endParaRPr>
            </a:p>
          </p:txBody>
        </p:sp>
        <p:sp>
          <p:nvSpPr>
            <p:cNvPr id="53" name="Pentagon 73">
              <a:extLst>
                <a:ext uri="{FF2B5EF4-FFF2-40B4-BE49-F238E27FC236}">
                  <a16:creationId xmlns:a16="http://schemas.microsoft.com/office/drawing/2014/main" id="{BCF11C50-BCA1-4220-8AAB-09949BB07145}"/>
                </a:ext>
              </a:extLst>
            </p:cNvPr>
            <p:cNvSpPr/>
            <p:nvPr/>
          </p:nvSpPr>
          <p:spPr>
            <a:xfrm>
              <a:off x="442427" y="4500633"/>
              <a:ext cx="3529498" cy="723355"/>
            </a:xfrm>
            <a:prstGeom prst="homePlate">
              <a:avLst>
                <a:gd name="adj" fmla="val 23913"/>
              </a:avLst>
            </a:prstGeom>
            <a:solidFill>
              <a:schemeClr val="tx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977900" defTabSz="1219170">
                <a:lnSpc>
                  <a:spcPct val="90000"/>
                </a:lnSpc>
                <a:defRPr/>
              </a:pPr>
              <a:r>
                <a:rPr lang="en-GB" sz="1500" b="1" kern="0" dirty="0">
                  <a:solidFill>
                    <a:schemeClr val="tx1"/>
                  </a:solidFill>
                  <a:latin typeface="+mj-lt"/>
                </a:rPr>
                <a:t>User Centric Approach</a:t>
              </a:r>
            </a:p>
          </p:txBody>
        </p:sp>
        <p:sp>
          <p:nvSpPr>
            <p:cNvPr id="54" name="Pentagon 76">
              <a:extLst>
                <a:ext uri="{FF2B5EF4-FFF2-40B4-BE49-F238E27FC236}">
                  <a16:creationId xmlns:a16="http://schemas.microsoft.com/office/drawing/2014/main" id="{504CBCDE-D523-4B1E-94E7-8A9ECB0358AB}"/>
                </a:ext>
              </a:extLst>
            </p:cNvPr>
            <p:cNvSpPr/>
            <p:nvPr/>
          </p:nvSpPr>
          <p:spPr>
            <a:xfrm>
              <a:off x="442427" y="5448845"/>
              <a:ext cx="3529498" cy="723355"/>
            </a:xfrm>
            <a:prstGeom prst="homePlate">
              <a:avLst>
                <a:gd name="adj" fmla="val 23913"/>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977900" defTabSz="1219170">
                <a:lnSpc>
                  <a:spcPct val="90000"/>
                </a:lnSpc>
                <a:defRPr/>
              </a:pPr>
              <a:r>
                <a:rPr lang="en-GB" sz="1500" b="1" kern="0" dirty="0">
                  <a:solidFill>
                    <a:schemeClr val="bg1"/>
                  </a:solidFill>
                  <a:latin typeface="+mj-lt"/>
                </a:rPr>
                <a:t>Capture Business details</a:t>
              </a:r>
            </a:p>
          </p:txBody>
        </p:sp>
        <p:sp>
          <p:nvSpPr>
            <p:cNvPr id="55" name="Pentagon 77">
              <a:extLst>
                <a:ext uri="{FF2B5EF4-FFF2-40B4-BE49-F238E27FC236}">
                  <a16:creationId xmlns:a16="http://schemas.microsoft.com/office/drawing/2014/main" id="{6C8298DF-95DB-4C5D-9372-701F9C25144A}"/>
                </a:ext>
              </a:extLst>
            </p:cNvPr>
            <p:cNvSpPr/>
            <p:nvPr/>
          </p:nvSpPr>
          <p:spPr>
            <a:xfrm>
              <a:off x="617099" y="5270625"/>
              <a:ext cx="794988" cy="723355"/>
            </a:xfrm>
            <a:prstGeom prst="homePlate">
              <a:avLst>
                <a:gd name="adj" fmla="val 23913"/>
              </a:avLst>
            </a:prstGeom>
            <a:solidFill>
              <a:srgbClr val="E5E5E5"/>
            </a:solidFill>
            <a:ln cap="rnd">
              <a:solidFill>
                <a:srgbClr val="E5E5E5"/>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FFFFFF"/>
                </a:solidFill>
                <a:effectLst/>
                <a:uLnTx/>
                <a:uFillTx/>
                <a:latin typeface="+mj-lt"/>
                <a:ea typeface="+mn-ea"/>
                <a:cs typeface="+mn-cs"/>
              </a:endParaRPr>
            </a:p>
          </p:txBody>
        </p:sp>
        <p:sp>
          <p:nvSpPr>
            <p:cNvPr id="56" name="Freeform 124">
              <a:extLst>
                <a:ext uri="{FF2B5EF4-FFF2-40B4-BE49-F238E27FC236}">
                  <a16:creationId xmlns:a16="http://schemas.microsoft.com/office/drawing/2014/main" id="{30B978AE-7805-4C6B-8118-0772127BA960}"/>
                </a:ext>
              </a:extLst>
            </p:cNvPr>
            <p:cNvSpPr/>
            <p:nvPr/>
          </p:nvSpPr>
          <p:spPr>
            <a:xfrm>
              <a:off x="446304" y="4328024"/>
              <a:ext cx="180321" cy="894817"/>
            </a:xfrm>
            <a:custGeom>
              <a:avLst/>
              <a:gdLst>
                <a:gd name="connsiteX0" fmla="*/ 236220 w 236220"/>
                <a:gd name="connsiteY0" fmla="*/ 0 h 1272540"/>
                <a:gd name="connsiteX1" fmla="*/ 0 w 236220"/>
                <a:gd name="connsiteY1" fmla="*/ 251460 h 1272540"/>
                <a:gd name="connsiteX2" fmla="*/ 0 w 236220"/>
                <a:gd name="connsiteY2" fmla="*/ 1272540 h 1272540"/>
                <a:gd name="connsiteX3" fmla="*/ 228600 w 236220"/>
                <a:gd name="connsiteY3" fmla="*/ 1043940 h 1272540"/>
                <a:gd name="connsiteX4" fmla="*/ 236220 w 236220"/>
                <a:gd name="connsiteY4" fmla="*/ 0 h 1272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220" h="1272540">
                  <a:moveTo>
                    <a:pt x="236220" y="0"/>
                  </a:moveTo>
                  <a:lnTo>
                    <a:pt x="0" y="251460"/>
                  </a:lnTo>
                  <a:lnTo>
                    <a:pt x="0" y="1272540"/>
                  </a:lnTo>
                  <a:lnTo>
                    <a:pt x="228600" y="1043940"/>
                  </a:lnTo>
                  <a:lnTo>
                    <a:pt x="236220" y="0"/>
                  </a:lnTo>
                  <a:close/>
                </a:path>
              </a:pathLst>
            </a:custGeom>
            <a:solidFill>
              <a:schemeClr val="tx2">
                <a:lumMod val="65000"/>
              </a:schemeClr>
            </a:solidFill>
            <a:ln cap="rnd">
              <a:solidFill>
                <a:schemeClr val="tx2">
                  <a:lumMod val="6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FFFFFF"/>
                </a:solidFill>
                <a:effectLst/>
                <a:uLnTx/>
                <a:uFillTx/>
                <a:latin typeface="+mj-lt"/>
                <a:ea typeface="+mn-ea"/>
                <a:cs typeface="+mn-cs"/>
              </a:endParaRPr>
            </a:p>
          </p:txBody>
        </p:sp>
        <p:sp>
          <p:nvSpPr>
            <p:cNvPr id="57" name="Freeform 125">
              <a:extLst>
                <a:ext uri="{FF2B5EF4-FFF2-40B4-BE49-F238E27FC236}">
                  <a16:creationId xmlns:a16="http://schemas.microsoft.com/office/drawing/2014/main" id="{DC326D70-719F-4CC7-B9AA-41AA0873237A}"/>
                </a:ext>
              </a:extLst>
            </p:cNvPr>
            <p:cNvSpPr/>
            <p:nvPr/>
          </p:nvSpPr>
          <p:spPr>
            <a:xfrm>
              <a:off x="446304" y="5276236"/>
              <a:ext cx="180321" cy="894817"/>
            </a:xfrm>
            <a:custGeom>
              <a:avLst/>
              <a:gdLst>
                <a:gd name="connsiteX0" fmla="*/ 236220 w 236220"/>
                <a:gd name="connsiteY0" fmla="*/ 0 h 1272540"/>
                <a:gd name="connsiteX1" fmla="*/ 0 w 236220"/>
                <a:gd name="connsiteY1" fmla="*/ 251460 h 1272540"/>
                <a:gd name="connsiteX2" fmla="*/ 0 w 236220"/>
                <a:gd name="connsiteY2" fmla="*/ 1272540 h 1272540"/>
                <a:gd name="connsiteX3" fmla="*/ 228600 w 236220"/>
                <a:gd name="connsiteY3" fmla="*/ 1043940 h 1272540"/>
                <a:gd name="connsiteX4" fmla="*/ 236220 w 236220"/>
                <a:gd name="connsiteY4" fmla="*/ 0 h 1272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220" h="1272540">
                  <a:moveTo>
                    <a:pt x="236220" y="0"/>
                  </a:moveTo>
                  <a:lnTo>
                    <a:pt x="0" y="251460"/>
                  </a:lnTo>
                  <a:lnTo>
                    <a:pt x="0" y="1272540"/>
                  </a:lnTo>
                  <a:lnTo>
                    <a:pt x="228600" y="1043940"/>
                  </a:lnTo>
                  <a:lnTo>
                    <a:pt x="236220" y="0"/>
                  </a:lnTo>
                  <a:close/>
                </a:path>
              </a:pathLst>
            </a:custGeom>
            <a:solidFill>
              <a:schemeClr val="accent3"/>
            </a:solidFill>
            <a:ln cap="rnd">
              <a:solidFill>
                <a:schemeClr val="accent3"/>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FFFFFF"/>
                </a:solidFill>
                <a:effectLst/>
                <a:uLnTx/>
                <a:uFillTx/>
                <a:latin typeface="+mj-lt"/>
                <a:ea typeface="+mn-ea"/>
                <a:cs typeface="+mn-cs"/>
              </a:endParaRPr>
            </a:p>
          </p:txBody>
        </p:sp>
        <p:sp>
          <p:nvSpPr>
            <p:cNvPr id="58" name="Freeform 6">
              <a:extLst>
                <a:ext uri="{FF2B5EF4-FFF2-40B4-BE49-F238E27FC236}">
                  <a16:creationId xmlns:a16="http://schemas.microsoft.com/office/drawing/2014/main" id="{180C45CF-7992-442A-B398-6A40683757F2}"/>
                </a:ext>
              </a:extLst>
            </p:cNvPr>
            <p:cNvSpPr>
              <a:spLocks noEditPoints="1"/>
            </p:cNvSpPr>
            <p:nvPr/>
          </p:nvSpPr>
          <p:spPr bwMode="auto">
            <a:xfrm>
              <a:off x="716055" y="1614986"/>
              <a:ext cx="511855" cy="428661"/>
            </a:xfrm>
            <a:custGeom>
              <a:avLst/>
              <a:gdLst>
                <a:gd name="T0" fmla="*/ 829 w 881"/>
                <a:gd name="T1" fmla="*/ 371 h 741"/>
                <a:gd name="T2" fmla="*/ 835 w 881"/>
                <a:gd name="T3" fmla="*/ 504 h 741"/>
                <a:gd name="T4" fmla="*/ 818 w 881"/>
                <a:gd name="T5" fmla="*/ 725 h 741"/>
                <a:gd name="T6" fmla="*/ 62 w 881"/>
                <a:gd name="T7" fmla="*/ 741 h 741"/>
                <a:gd name="T8" fmla="*/ 0 w 881"/>
                <a:gd name="T9" fmla="*/ 504 h 741"/>
                <a:gd name="T10" fmla="*/ 56 w 881"/>
                <a:gd name="T11" fmla="*/ 359 h 741"/>
                <a:gd name="T12" fmla="*/ 102 w 881"/>
                <a:gd name="T13" fmla="*/ 337 h 741"/>
                <a:gd name="T14" fmla="*/ 168 w 881"/>
                <a:gd name="T15" fmla="*/ 253 h 741"/>
                <a:gd name="T16" fmla="*/ 189 w 881"/>
                <a:gd name="T17" fmla="*/ 204 h 741"/>
                <a:gd name="T18" fmla="*/ 266 w 881"/>
                <a:gd name="T19" fmla="*/ 40 h 741"/>
                <a:gd name="T20" fmla="*/ 331 w 881"/>
                <a:gd name="T21" fmla="*/ 92 h 741"/>
                <a:gd name="T22" fmla="*/ 357 w 881"/>
                <a:gd name="T23" fmla="*/ 0 h 741"/>
                <a:gd name="T24" fmla="*/ 522 w 881"/>
                <a:gd name="T25" fmla="*/ 68 h 741"/>
                <a:gd name="T26" fmla="*/ 570 w 881"/>
                <a:gd name="T27" fmla="*/ 88 h 741"/>
                <a:gd name="T28" fmla="*/ 737 w 881"/>
                <a:gd name="T29" fmla="*/ 160 h 741"/>
                <a:gd name="T30" fmla="*/ 683 w 881"/>
                <a:gd name="T31" fmla="*/ 228 h 741"/>
                <a:gd name="T32" fmla="*/ 777 w 881"/>
                <a:gd name="T33" fmla="*/ 253 h 741"/>
                <a:gd name="T34" fmla="*/ 538 w 881"/>
                <a:gd name="T35" fmla="*/ 432 h 741"/>
                <a:gd name="T36" fmla="*/ 515 w 881"/>
                <a:gd name="T37" fmla="*/ 480 h 741"/>
                <a:gd name="T38" fmla="*/ 108 w 881"/>
                <a:gd name="T39" fmla="*/ 504 h 741"/>
                <a:gd name="T40" fmla="*/ 87 w 881"/>
                <a:gd name="T41" fmla="*/ 701 h 741"/>
                <a:gd name="T42" fmla="*/ 538 w 881"/>
                <a:gd name="T43" fmla="*/ 715 h 741"/>
                <a:gd name="T44" fmla="*/ 582 w 881"/>
                <a:gd name="T45" fmla="*/ 336 h 741"/>
                <a:gd name="T46" fmla="*/ 748 w 881"/>
                <a:gd name="T47" fmla="*/ 278 h 741"/>
                <a:gd name="T48" fmla="*/ 670 w 881"/>
                <a:gd name="T49" fmla="*/ 269 h 741"/>
                <a:gd name="T50" fmla="*/ 696 w 881"/>
                <a:gd name="T51" fmla="*/ 159 h 741"/>
                <a:gd name="T52" fmla="*/ 568 w 881"/>
                <a:gd name="T53" fmla="*/ 131 h 741"/>
                <a:gd name="T54" fmla="*/ 497 w 881"/>
                <a:gd name="T55" fmla="*/ 88 h 741"/>
                <a:gd name="T56" fmla="*/ 381 w 881"/>
                <a:gd name="T57" fmla="*/ 27 h 741"/>
                <a:gd name="T58" fmla="*/ 309 w 881"/>
                <a:gd name="T59" fmla="*/ 132 h 741"/>
                <a:gd name="T60" fmla="*/ 180 w 881"/>
                <a:gd name="T61" fmla="*/ 161 h 741"/>
                <a:gd name="T62" fmla="*/ 213 w 881"/>
                <a:gd name="T63" fmla="*/ 260 h 741"/>
                <a:gd name="T64" fmla="*/ 131 w 881"/>
                <a:gd name="T65" fmla="*/ 278 h 741"/>
                <a:gd name="T66" fmla="*/ 297 w 881"/>
                <a:gd name="T67" fmla="*/ 336 h 741"/>
                <a:gd name="T68" fmla="*/ 440 w 881"/>
                <a:gd name="T69" fmla="*/ 197 h 741"/>
                <a:gd name="T70" fmla="*/ 38 w 881"/>
                <a:gd name="T71" fmla="*/ 478 h 741"/>
                <a:gd name="T72" fmla="*/ 467 w 881"/>
                <a:gd name="T73" fmla="*/ 478 h 741"/>
                <a:gd name="T74" fmla="*/ 531 w 881"/>
                <a:gd name="T75" fmla="*/ 366 h 741"/>
                <a:gd name="T76" fmla="*/ 95 w 881"/>
                <a:gd name="T77" fmla="*/ 363 h 741"/>
                <a:gd name="T78" fmla="*/ 38 w 881"/>
                <a:gd name="T79" fmla="*/ 478 h 741"/>
                <a:gd name="T80" fmla="*/ 774 w 881"/>
                <a:gd name="T81" fmla="*/ 717 h 741"/>
                <a:gd name="T82" fmla="*/ 792 w 881"/>
                <a:gd name="T83" fmla="*/ 524 h 741"/>
                <a:gd name="T84" fmla="*/ 768 w 881"/>
                <a:gd name="T85" fmla="*/ 504 h 741"/>
                <a:gd name="T86" fmla="*/ 593 w 881"/>
                <a:gd name="T87" fmla="*/ 488 h 741"/>
                <a:gd name="T88" fmla="*/ 567 w 881"/>
                <a:gd name="T89" fmla="*/ 431 h 741"/>
                <a:gd name="T90" fmla="*/ 572 w 881"/>
                <a:gd name="T91" fmla="*/ 363 h 741"/>
                <a:gd name="T92" fmla="*/ 634 w 881"/>
                <a:gd name="T93" fmla="*/ 478 h 741"/>
                <a:gd name="T94" fmla="*/ 842 w 881"/>
                <a:gd name="T95" fmla="*/ 478 h 741"/>
                <a:gd name="T96" fmla="*/ 786 w 881"/>
                <a:gd name="T97" fmla="*/ 363 h 741"/>
                <a:gd name="T98" fmla="*/ 327 w 881"/>
                <a:gd name="T99" fmla="*/ 336 h 741"/>
                <a:gd name="T100" fmla="*/ 440 w 881"/>
                <a:gd name="T101" fmla="*/ 222 h 7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1" h="741">
                  <a:moveTo>
                    <a:pt x="777" y="340"/>
                  </a:moveTo>
                  <a:cubicBezTo>
                    <a:pt x="811" y="328"/>
                    <a:pt x="820" y="348"/>
                    <a:pt x="829" y="371"/>
                  </a:cubicBezTo>
                  <a:cubicBezTo>
                    <a:pt x="845" y="415"/>
                    <a:pt x="863" y="458"/>
                    <a:pt x="881" y="504"/>
                  </a:cubicBezTo>
                  <a:cubicBezTo>
                    <a:pt x="864" y="504"/>
                    <a:pt x="849" y="505"/>
                    <a:pt x="835" y="504"/>
                  </a:cubicBezTo>
                  <a:cubicBezTo>
                    <a:pt x="822" y="503"/>
                    <a:pt x="818" y="508"/>
                    <a:pt x="818" y="521"/>
                  </a:cubicBezTo>
                  <a:cubicBezTo>
                    <a:pt x="818" y="589"/>
                    <a:pt x="818" y="657"/>
                    <a:pt x="818" y="725"/>
                  </a:cubicBezTo>
                  <a:cubicBezTo>
                    <a:pt x="818" y="730"/>
                    <a:pt x="818" y="734"/>
                    <a:pt x="818" y="741"/>
                  </a:cubicBezTo>
                  <a:cubicBezTo>
                    <a:pt x="566" y="741"/>
                    <a:pt x="316" y="741"/>
                    <a:pt x="62" y="741"/>
                  </a:cubicBezTo>
                  <a:cubicBezTo>
                    <a:pt x="62" y="663"/>
                    <a:pt x="62" y="585"/>
                    <a:pt x="62" y="504"/>
                  </a:cubicBezTo>
                  <a:cubicBezTo>
                    <a:pt x="41" y="504"/>
                    <a:pt x="22" y="504"/>
                    <a:pt x="0" y="504"/>
                  </a:cubicBezTo>
                  <a:cubicBezTo>
                    <a:pt x="7" y="486"/>
                    <a:pt x="12" y="471"/>
                    <a:pt x="18" y="456"/>
                  </a:cubicBezTo>
                  <a:cubicBezTo>
                    <a:pt x="31" y="423"/>
                    <a:pt x="45" y="392"/>
                    <a:pt x="56" y="359"/>
                  </a:cubicBezTo>
                  <a:cubicBezTo>
                    <a:pt x="62" y="341"/>
                    <a:pt x="70" y="334"/>
                    <a:pt x="88" y="337"/>
                  </a:cubicBezTo>
                  <a:cubicBezTo>
                    <a:pt x="92" y="338"/>
                    <a:pt x="96" y="337"/>
                    <a:pt x="102" y="337"/>
                  </a:cubicBezTo>
                  <a:cubicBezTo>
                    <a:pt x="102" y="309"/>
                    <a:pt x="102" y="283"/>
                    <a:pt x="102" y="253"/>
                  </a:cubicBezTo>
                  <a:cubicBezTo>
                    <a:pt x="125" y="253"/>
                    <a:pt x="147" y="251"/>
                    <a:pt x="168" y="253"/>
                  </a:cubicBezTo>
                  <a:cubicBezTo>
                    <a:pt x="188" y="256"/>
                    <a:pt x="189" y="241"/>
                    <a:pt x="196" y="229"/>
                  </a:cubicBezTo>
                  <a:cubicBezTo>
                    <a:pt x="203" y="217"/>
                    <a:pt x="197" y="211"/>
                    <a:pt x="189" y="204"/>
                  </a:cubicBezTo>
                  <a:cubicBezTo>
                    <a:pt x="174" y="190"/>
                    <a:pt x="158" y="175"/>
                    <a:pt x="143" y="161"/>
                  </a:cubicBezTo>
                  <a:cubicBezTo>
                    <a:pt x="185" y="120"/>
                    <a:pt x="224" y="81"/>
                    <a:pt x="266" y="40"/>
                  </a:cubicBezTo>
                  <a:cubicBezTo>
                    <a:pt x="280" y="55"/>
                    <a:pt x="295" y="72"/>
                    <a:pt x="312" y="89"/>
                  </a:cubicBezTo>
                  <a:cubicBezTo>
                    <a:pt x="316" y="93"/>
                    <a:pt x="326" y="95"/>
                    <a:pt x="331" y="92"/>
                  </a:cubicBezTo>
                  <a:cubicBezTo>
                    <a:pt x="341" y="87"/>
                    <a:pt x="358" y="90"/>
                    <a:pt x="357" y="70"/>
                  </a:cubicBezTo>
                  <a:cubicBezTo>
                    <a:pt x="356" y="47"/>
                    <a:pt x="357" y="24"/>
                    <a:pt x="357" y="0"/>
                  </a:cubicBezTo>
                  <a:cubicBezTo>
                    <a:pt x="413" y="0"/>
                    <a:pt x="466" y="0"/>
                    <a:pt x="523" y="0"/>
                  </a:cubicBezTo>
                  <a:cubicBezTo>
                    <a:pt x="523" y="23"/>
                    <a:pt x="524" y="46"/>
                    <a:pt x="522" y="68"/>
                  </a:cubicBezTo>
                  <a:cubicBezTo>
                    <a:pt x="522" y="81"/>
                    <a:pt x="528" y="86"/>
                    <a:pt x="539" y="89"/>
                  </a:cubicBezTo>
                  <a:cubicBezTo>
                    <a:pt x="549" y="92"/>
                    <a:pt x="559" y="102"/>
                    <a:pt x="570" y="88"/>
                  </a:cubicBezTo>
                  <a:cubicBezTo>
                    <a:pt x="584" y="70"/>
                    <a:pt x="602" y="55"/>
                    <a:pt x="617" y="39"/>
                  </a:cubicBezTo>
                  <a:cubicBezTo>
                    <a:pt x="657" y="79"/>
                    <a:pt x="695" y="118"/>
                    <a:pt x="737" y="160"/>
                  </a:cubicBezTo>
                  <a:cubicBezTo>
                    <a:pt x="721" y="175"/>
                    <a:pt x="705" y="191"/>
                    <a:pt x="688" y="206"/>
                  </a:cubicBezTo>
                  <a:cubicBezTo>
                    <a:pt x="680" y="213"/>
                    <a:pt x="678" y="220"/>
                    <a:pt x="683" y="228"/>
                  </a:cubicBezTo>
                  <a:cubicBezTo>
                    <a:pt x="690" y="238"/>
                    <a:pt x="687" y="254"/>
                    <a:pt x="706" y="253"/>
                  </a:cubicBezTo>
                  <a:cubicBezTo>
                    <a:pt x="729" y="252"/>
                    <a:pt x="751" y="253"/>
                    <a:pt x="777" y="253"/>
                  </a:cubicBezTo>
                  <a:cubicBezTo>
                    <a:pt x="777" y="281"/>
                    <a:pt x="777" y="308"/>
                    <a:pt x="777" y="340"/>
                  </a:cubicBezTo>
                  <a:close/>
                  <a:moveTo>
                    <a:pt x="538" y="432"/>
                  </a:moveTo>
                  <a:cubicBezTo>
                    <a:pt x="537" y="432"/>
                    <a:pt x="536" y="431"/>
                    <a:pt x="535" y="431"/>
                  </a:cubicBezTo>
                  <a:cubicBezTo>
                    <a:pt x="528" y="447"/>
                    <a:pt x="520" y="463"/>
                    <a:pt x="515" y="480"/>
                  </a:cubicBezTo>
                  <a:cubicBezTo>
                    <a:pt x="510" y="499"/>
                    <a:pt x="500" y="505"/>
                    <a:pt x="480" y="505"/>
                  </a:cubicBezTo>
                  <a:cubicBezTo>
                    <a:pt x="356" y="503"/>
                    <a:pt x="232" y="504"/>
                    <a:pt x="108" y="504"/>
                  </a:cubicBezTo>
                  <a:cubicBezTo>
                    <a:pt x="91" y="504"/>
                    <a:pt x="86" y="509"/>
                    <a:pt x="86" y="525"/>
                  </a:cubicBezTo>
                  <a:cubicBezTo>
                    <a:pt x="87" y="584"/>
                    <a:pt x="87" y="642"/>
                    <a:pt x="87" y="701"/>
                  </a:cubicBezTo>
                  <a:cubicBezTo>
                    <a:pt x="87" y="706"/>
                    <a:pt x="88" y="711"/>
                    <a:pt x="89" y="715"/>
                  </a:cubicBezTo>
                  <a:cubicBezTo>
                    <a:pt x="239" y="715"/>
                    <a:pt x="388" y="715"/>
                    <a:pt x="538" y="715"/>
                  </a:cubicBezTo>
                  <a:cubicBezTo>
                    <a:pt x="538" y="620"/>
                    <a:pt x="538" y="526"/>
                    <a:pt x="538" y="432"/>
                  </a:cubicBezTo>
                  <a:close/>
                  <a:moveTo>
                    <a:pt x="582" y="336"/>
                  </a:moveTo>
                  <a:cubicBezTo>
                    <a:pt x="638" y="336"/>
                    <a:pt x="693" y="336"/>
                    <a:pt x="748" y="336"/>
                  </a:cubicBezTo>
                  <a:cubicBezTo>
                    <a:pt x="748" y="316"/>
                    <a:pt x="748" y="298"/>
                    <a:pt x="748" y="278"/>
                  </a:cubicBezTo>
                  <a:cubicBezTo>
                    <a:pt x="726" y="278"/>
                    <a:pt x="706" y="279"/>
                    <a:pt x="685" y="278"/>
                  </a:cubicBezTo>
                  <a:cubicBezTo>
                    <a:pt x="680" y="278"/>
                    <a:pt x="672" y="274"/>
                    <a:pt x="670" y="269"/>
                  </a:cubicBezTo>
                  <a:cubicBezTo>
                    <a:pt x="662" y="250"/>
                    <a:pt x="654" y="231"/>
                    <a:pt x="644" y="203"/>
                  </a:cubicBezTo>
                  <a:cubicBezTo>
                    <a:pt x="660" y="189"/>
                    <a:pt x="679" y="173"/>
                    <a:pt x="696" y="159"/>
                  </a:cubicBezTo>
                  <a:cubicBezTo>
                    <a:pt x="669" y="131"/>
                    <a:pt x="644" y="105"/>
                    <a:pt x="615" y="75"/>
                  </a:cubicBezTo>
                  <a:cubicBezTo>
                    <a:pt x="598" y="94"/>
                    <a:pt x="582" y="114"/>
                    <a:pt x="568" y="131"/>
                  </a:cubicBezTo>
                  <a:cubicBezTo>
                    <a:pt x="546" y="121"/>
                    <a:pt x="529" y="113"/>
                    <a:pt x="512" y="108"/>
                  </a:cubicBezTo>
                  <a:cubicBezTo>
                    <a:pt x="500" y="104"/>
                    <a:pt x="497" y="100"/>
                    <a:pt x="497" y="88"/>
                  </a:cubicBezTo>
                  <a:cubicBezTo>
                    <a:pt x="498" y="68"/>
                    <a:pt x="497" y="47"/>
                    <a:pt x="497" y="27"/>
                  </a:cubicBezTo>
                  <a:cubicBezTo>
                    <a:pt x="457" y="27"/>
                    <a:pt x="420" y="27"/>
                    <a:pt x="381" y="27"/>
                  </a:cubicBezTo>
                  <a:cubicBezTo>
                    <a:pt x="381" y="54"/>
                    <a:pt x="381" y="79"/>
                    <a:pt x="381" y="102"/>
                  </a:cubicBezTo>
                  <a:cubicBezTo>
                    <a:pt x="357" y="111"/>
                    <a:pt x="336" y="120"/>
                    <a:pt x="309" y="132"/>
                  </a:cubicBezTo>
                  <a:cubicBezTo>
                    <a:pt x="294" y="115"/>
                    <a:pt x="277" y="96"/>
                    <a:pt x="262" y="79"/>
                  </a:cubicBezTo>
                  <a:cubicBezTo>
                    <a:pt x="235" y="107"/>
                    <a:pt x="209" y="132"/>
                    <a:pt x="180" y="161"/>
                  </a:cubicBezTo>
                  <a:cubicBezTo>
                    <a:pt x="198" y="177"/>
                    <a:pt x="217" y="193"/>
                    <a:pt x="234" y="208"/>
                  </a:cubicBezTo>
                  <a:cubicBezTo>
                    <a:pt x="226" y="228"/>
                    <a:pt x="217" y="244"/>
                    <a:pt x="213" y="260"/>
                  </a:cubicBezTo>
                  <a:cubicBezTo>
                    <a:pt x="209" y="276"/>
                    <a:pt x="201" y="280"/>
                    <a:pt x="186" y="279"/>
                  </a:cubicBezTo>
                  <a:cubicBezTo>
                    <a:pt x="168" y="277"/>
                    <a:pt x="150" y="278"/>
                    <a:pt x="131" y="278"/>
                  </a:cubicBezTo>
                  <a:cubicBezTo>
                    <a:pt x="131" y="300"/>
                    <a:pt x="131" y="318"/>
                    <a:pt x="131" y="336"/>
                  </a:cubicBezTo>
                  <a:cubicBezTo>
                    <a:pt x="188" y="336"/>
                    <a:pt x="243" y="336"/>
                    <a:pt x="297" y="336"/>
                  </a:cubicBezTo>
                  <a:cubicBezTo>
                    <a:pt x="317" y="267"/>
                    <a:pt x="321" y="256"/>
                    <a:pt x="341" y="237"/>
                  </a:cubicBezTo>
                  <a:cubicBezTo>
                    <a:pt x="368" y="210"/>
                    <a:pt x="401" y="196"/>
                    <a:pt x="440" y="197"/>
                  </a:cubicBezTo>
                  <a:cubicBezTo>
                    <a:pt x="515" y="197"/>
                    <a:pt x="555" y="236"/>
                    <a:pt x="582" y="336"/>
                  </a:cubicBezTo>
                  <a:close/>
                  <a:moveTo>
                    <a:pt x="38" y="478"/>
                  </a:moveTo>
                  <a:cubicBezTo>
                    <a:pt x="65" y="478"/>
                    <a:pt x="88" y="478"/>
                    <a:pt x="111" y="478"/>
                  </a:cubicBezTo>
                  <a:cubicBezTo>
                    <a:pt x="230" y="478"/>
                    <a:pt x="349" y="478"/>
                    <a:pt x="467" y="478"/>
                  </a:cubicBezTo>
                  <a:cubicBezTo>
                    <a:pt x="474" y="478"/>
                    <a:pt x="486" y="476"/>
                    <a:pt x="488" y="472"/>
                  </a:cubicBezTo>
                  <a:cubicBezTo>
                    <a:pt x="504" y="437"/>
                    <a:pt x="517" y="401"/>
                    <a:pt x="531" y="366"/>
                  </a:cubicBezTo>
                  <a:cubicBezTo>
                    <a:pt x="527" y="364"/>
                    <a:pt x="526" y="363"/>
                    <a:pt x="525" y="363"/>
                  </a:cubicBezTo>
                  <a:cubicBezTo>
                    <a:pt x="382" y="363"/>
                    <a:pt x="239" y="363"/>
                    <a:pt x="95" y="363"/>
                  </a:cubicBezTo>
                  <a:cubicBezTo>
                    <a:pt x="91" y="363"/>
                    <a:pt x="83" y="365"/>
                    <a:pt x="82" y="369"/>
                  </a:cubicBezTo>
                  <a:cubicBezTo>
                    <a:pt x="67" y="404"/>
                    <a:pt x="53" y="440"/>
                    <a:pt x="38" y="478"/>
                  </a:cubicBezTo>
                  <a:close/>
                  <a:moveTo>
                    <a:pt x="567" y="717"/>
                  </a:moveTo>
                  <a:cubicBezTo>
                    <a:pt x="637" y="717"/>
                    <a:pt x="705" y="717"/>
                    <a:pt x="774" y="717"/>
                  </a:cubicBezTo>
                  <a:cubicBezTo>
                    <a:pt x="789" y="718"/>
                    <a:pt x="793" y="712"/>
                    <a:pt x="793" y="698"/>
                  </a:cubicBezTo>
                  <a:cubicBezTo>
                    <a:pt x="792" y="640"/>
                    <a:pt x="793" y="582"/>
                    <a:pt x="792" y="524"/>
                  </a:cubicBezTo>
                  <a:cubicBezTo>
                    <a:pt x="792" y="518"/>
                    <a:pt x="792" y="512"/>
                    <a:pt x="791" y="504"/>
                  </a:cubicBezTo>
                  <a:cubicBezTo>
                    <a:pt x="782" y="504"/>
                    <a:pt x="775" y="504"/>
                    <a:pt x="768" y="504"/>
                  </a:cubicBezTo>
                  <a:cubicBezTo>
                    <a:pt x="717" y="504"/>
                    <a:pt x="667" y="504"/>
                    <a:pt x="616" y="504"/>
                  </a:cubicBezTo>
                  <a:cubicBezTo>
                    <a:pt x="603" y="504"/>
                    <a:pt x="597" y="501"/>
                    <a:pt x="593" y="488"/>
                  </a:cubicBezTo>
                  <a:cubicBezTo>
                    <a:pt x="586" y="469"/>
                    <a:pt x="577" y="450"/>
                    <a:pt x="570" y="430"/>
                  </a:cubicBezTo>
                  <a:cubicBezTo>
                    <a:pt x="569" y="431"/>
                    <a:pt x="568" y="431"/>
                    <a:pt x="567" y="431"/>
                  </a:cubicBezTo>
                  <a:cubicBezTo>
                    <a:pt x="567" y="525"/>
                    <a:pt x="567" y="620"/>
                    <a:pt x="567" y="717"/>
                  </a:cubicBezTo>
                  <a:close/>
                  <a:moveTo>
                    <a:pt x="572" y="363"/>
                  </a:moveTo>
                  <a:cubicBezTo>
                    <a:pt x="586" y="399"/>
                    <a:pt x="600" y="431"/>
                    <a:pt x="612" y="464"/>
                  </a:cubicBezTo>
                  <a:cubicBezTo>
                    <a:pt x="616" y="475"/>
                    <a:pt x="623" y="478"/>
                    <a:pt x="634" y="478"/>
                  </a:cubicBezTo>
                  <a:cubicBezTo>
                    <a:pt x="687" y="477"/>
                    <a:pt x="740" y="478"/>
                    <a:pt x="794" y="478"/>
                  </a:cubicBezTo>
                  <a:cubicBezTo>
                    <a:pt x="809" y="478"/>
                    <a:pt x="824" y="478"/>
                    <a:pt x="842" y="478"/>
                  </a:cubicBezTo>
                  <a:cubicBezTo>
                    <a:pt x="827" y="440"/>
                    <a:pt x="813" y="405"/>
                    <a:pt x="798" y="370"/>
                  </a:cubicBezTo>
                  <a:cubicBezTo>
                    <a:pt x="797" y="366"/>
                    <a:pt x="790" y="363"/>
                    <a:pt x="786" y="363"/>
                  </a:cubicBezTo>
                  <a:cubicBezTo>
                    <a:pt x="716" y="363"/>
                    <a:pt x="646" y="363"/>
                    <a:pt x="572" y="363"/>
                  </a:cubicBezTo>
                  <a:close/>
                  <a:moveTo>
                    <a:pt x="327" y="336"/>
                  </a:moveTo>
                  <a:cubicBezTo>
                    <a:pt x="403" y="336"/>
                    <a:pt x="478" y="336"/>
                    <a:pt x="552" y="336"/>
                  </a:cubicBezTo>
                  <a:cubicBezTo>
                    <a:pt x="550" y="271"/>
                    <a:pt x="501" y="222"/>
                    <a:pt x="440" y="222"/>
                  </a:cubicBezTo>
                  <a:cubicBezTo>
                    <a:pt x="379" y="222"/>
                    <a:pt x="330" y="271"/>
                    <a:pt x="327" y="33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a:lnSpc>
                  <a:spcPct val="90000"/>
                </a:lnSpc>
              </a:pPr>
              <a:endParaRPr lang="en-US" sz="1500">
                <a:latin typeface="+mj-lt"/>
              </a:endParaRPr>
            </a:p>
          </p:txBody>
        </p:sp>
        <p:sp>
          <p:nvSpPr>
            <p:cNvPr id="59" name="Pentagon 74">
              <a:extLst>
                <a:ext uri="{FF2B5EF4-FFF2-40B4-BE49-F238E27FC236}">
                  <a16:creationId xmlns:a16="http://schemas.microsoft.com/office/drawing/2014/main" id="{1565595C-F6F8-41C6-824A-E3A4B8EFAA69}"/>
                </a:ext>
              </a:extLst>
            </p:cNvPr>
            <p:cNvSpPr/>
            <p:nvPr/>
          </p:nvSpPr>
          <p:spPr>
            <a:xfrm>
              <a:off x="629045" y="4322412"/>
              <a:ext cx="780664" cy="723355"/>
            </a:xfrm>
            <a:prstGeom prst="homePlate">
              <a:avLst>
                <a:gd name="adj" fmla="val 23913"/>
              </a:avLst>
            </a:prstGeom>
            <a:solidFill>
              <a:srgbClr val="E5E5E5"/>
            </a:solidFill>
            <a:ln cap="rnd">
              <a:solidFill>
                <a:srgbClr val="E5E5E5"/>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buClrTx/>
                <a:buSzTx/>
                <a:buFontTx/>
                <a:buNone/>
                <a:tabLst/>
                <a:defRPr/>
              </a:pPr>
              <a:endParaRPr kumimoji="0" lang="en-US" sz="1500" b="0" i="0" u="none" strike="noStrike" kern="1200" cap="none" spc="0" normalizeH="0" baseline="0" noProof="0">
                <a:ln>
                  <a:noFill/>
                </a:ln>
                <a:solidFill>
                  <a:srgbClr val="FFFFFF"/>
                </a:solidFill>
                <a:effectLst/>
                <a:uLnTx/>
                <a:uFillTx/>
                <a:latin typeface="+mj-lt"/>
                <a:ea typeface="+mn-ea"/>
                <a:cs typeface="+mn-cs"/>
              </a:endParaRPr>
            </a:p>
          </p:txBody>
        </p:sp>
        <p:grpSp>
          <p:nvGrpSpPr>
            <p:cNvPr id="63" name="Group 62">
              <a:extLst>
                <a:ext uri="{FF2B5EF4-FFF2-40B4-BE49-F238E27FC236}">
                  <a16:creationId xmlns:a16="http://schemas.microsoft.com/office/drawing/2014/main" id="{AEE94676-1107-4F22-BD37-76B22C35785A}"/>
                </a:ext>
              </a:extLst>
            </p:cNvPr>
            <p:cNvGrpSpPr/>
            <p:nvPr/>
          </p:nvGrpSpPr>
          <p:grpSpPr>
            <a:xfrm>
              <a:off x="703263" y="5395913"/>
              <a:ext cx="536575" cy="517526"/>
              <a:chOff x="703263" y="5395913"/>
              <a:chExt cx="536575" cy="517526"/>
            </a:xfrm>
            <a:solidFill>
              <a:schemeClr val="tx1"/>
            </a:solidFill>
          </p:grpSpPr>
          <p:sp>
            <p:nvSpPr>
              <p:cNvPr id="64" name="Freeform 19">
                <a:extLst>
                  <a:ext uri="{FF2B5EF4-FFF2-40B4-BE49-F238E27FC236}">
                    <a16:creationId xmlns:a16="http://schemas.microsoft.com/office/drawing/2014/main" id="{2F27E7BE-71CE-45F6-91C9-182D4A66DAB4}"/>
                  </a:ext>
                </a:extLst>
              </p:cNvPr>
              <p:cNvSpPr>
                <a:spLocks/>
              </p:cNvSpPr>
              <p:nvPr/>
            </p:nvSpPr>
            <p:spPr bwMode="auto">
              <a:xfrm>
                <a:off x="971550" y="5440363"/>
                <a:ext cx="187325" cy="127000"/>
              </a:xfrm>
              <a:custGeom>
                <a:avLst/>
                <a:gdLst>
                  <a:gd name="T0" fmla="*/ 324 w 324"/>
                  <a:gd name="T1" fmla="*/ 208 h 219"/>
                  <a:gd name="T2" fmla="*/ 1 w 324"/>
                  <a:gd name="T3" fmla="*/ 8 h 219"/>
                  <a:gd name="T4" fmla="*/ 0 w 324"/>
                  <a:gd name="T5" fmla="*/ 20 h 219"/>
                  <a:gd name="T6" fmla="*/ 1 w 324"/>
                  <a:gd name="T7" fmla="*/ 32 h 219"/>
                  <a:gd name="T8" fmla="*/ 302 w 324"/>
                  <a:gd name="T9" fmla="*/ 219 h 219"/>
                  <a:gd name="T10" fmla="*/ 324 w 324"/>
                  <a:gd name="T11" fmla="*/ 208 h 219"/>
                </a:gdLst>
                <a:ahLst/>
                <a:cxnLst>
                  <a:cxn ang="0">
                    <a:pos x="T0" y="T1"/>
                  </a:cxn>
                  <a:cxn ang="0">
                    <a:pos x="T2" y="T3"/>
                  </a:cxn>
                  <a:cxn ang="0">
                    <a:pos x="T4" y="T5"/>
                  </a:cxn>
                  <a:cxn ang="0">
                    <a:pos x="T6" y="T7"/>
                  </a:cxn>
                  <a:cxn ang="0">
                    <a:pos x="T8" y="T9"/>
                  </a:cxn>
                  <a:cxn ang="0">
                    <a:pos x="T10" y="T11"/>
                  </a:cxn>
                </a:cxnLst>
                <a:rect l="0" t="0" r="r" b="b"/>
                <a:pathLst>
                  <a:path w="324" h="219">
                    <a:moveTo>
                      <a:pt x="324" y="208"/>
                    </a:moveTo>
                    <a:cubicBezTo>
                      <a:pt x="264" y="78"/>
                      <a:pt x="113" y="0"/>
                      <a:pt x="1" y="8"/>
                    </a:cubicBezTo>
                    <a:cubicBezTo>
                      <a:pt x="1" y="12"/>
                      <a:pt x="0" y="16"/>
                      <a:pt x="0" y="20"/>
                    </a:cubicBezTo>
                    <a:cubicBezTo>
                      <a:pt x="0" y="24"/>
                      <a:pt x="1" y="27"/>
                      <a:pt x="1" y="32"/>
                    </a:cubicBezTo>
                    <a:cubicBezTo>
                      <a:pt x="137" y="38"/>
                      <a:pt x="237" y="101"/>
                      <a:pt x="302" y="219"/>
                    </a:cubicBezTo>
                    <a:cubicBezTo>
                      <a:pt x="310" y="215"/>
                      <a:pt x="317" y="212"/>
                      <a:pt x="324" y="208"/>
                    </a:cubicBezTo>
                    <a:close/>
                  </a:path>
                </a:pathLst>
              </a:custGeom>
              <a:grpFill/>
              <a:ln>
                <a:noFill/>
              </a:ln>
            </p:spPr>
            <p:txBody>
              <a:bodyPr vert="horz" wrap="square" lIns="91440" tIns="45720" rIns="91440" bIns="45720" numCol="1" anchor="t" anchorCtr="0" compatLnSpc="1">
                <a:prstTxWarp prst="textNoShape">
                  <a:avLst/>
                </a:prstTxWarp>
              </a:bodyPr>
              <a:lstStyle/>
              <a:p>
                <a:pPr>
                  <a:lnSpc>
                    <a:spcPct val="90000"/>
                  </a:lnSpc>
                </a:pPr>
                <a:endParaRPr lang="en-US" sz="1500">
                  <a:latin typeface="+mj-lt"/>
                </a:endParaRPr>
              </a:p>
            </p:txBody>
          </p:sp>
          <p:sp>
            <p:nvSpPr>
              <p:cNvPr id="65" name="Freeform 20">
                <a:extLst>
                  <a:ext uri="{FF2B5EF4-FFF2-40B4-BE49-F238E27FC236}">
                    <a16:creationId xmlns:a16="http://schemas.microsoft.com/office/drawing/2014/main" id="{1EC23A64-58CF-4823-901D-408F50500CD6}"/>
                  </a:ext>
                </a:extLst>
              </p:cNvPr>
              <p:cNvSpPr>
                <a:spLocks/>
              </p:cNvSpPr>
              <p:nvPr/>
            </p:nvSpPr>
            <p:spPr bwMode="auto">
              <a:xfrm>
                <a:off x="963613" y="5734051"/>
                <a:ext cx="14288" cy="96838"/>
              </a:xfrm>
              <a:custGeom>
                <a:avLst/>
                <a:gdLst>
                  <a:gd name="T0" fmla="*/ 0 w 25"/>
                  <a:gd name="T1" fmla="*/ 0 h 169"/>
                  <a:gd name="T2" fmla="*/ 0 w 25"/>
                  <a:gd name="T3" fmla="*/ 169 h 169"/>
                  <a:gd name="T4" fmla="*/ 25 w 25"/>
                  <a:gd name="T5" fmla="*/ 169 h 169"/>
                  <a:gd name="T6" fmla="*/ 25 w 25"/>
                  <a:gd name="T7" fmla="*/ 0 h 169"/>
                  <a:gd name="T8" fmla="*/ 0 w 25"/>
                  <a:gd name="T9" fmla="*/ 0 h 169"/>
                </a:gdLst>
                <a:ahLst/>
                <a:cxnLst>
                  <a:cxn ang="0">
                    <a:pos x="T0" y="T1"/>
                  </a:cxn>
                  <a:cxn ang="0">
                    <a:pos x="T2" y="T3"/>
                  </a:cxn>
                  <a:cxn ang="0">
                    <a:pos x="T4" y="T5"/>
                  </a:cxn>
                  <a:cxn ang="0">
                    <a:pos x="T6" y="T7"/>
                  </a:cxn>
                  <a:cxn ang="0">
                    <a:pos x="T8" y="T9"/>
                  </a:cxn>
                </a:cxnLst>
                <a:rect l="0" t="0" r="r" b="b"/>
                <a:pathLst>
                  <a:path w="25" h="169">
                    <a:moveTo>
                      <a:pt x="0" y="0"/>
                    </a:moveTo>
                    <a:cubicBezTo>
                      <a:pt x="0" y="57"/>
                      <a:pt x="0" y="113"/>
                      <a:pt x="0" y="169"/>
                    </a:cubicBezTo>
                    <a:cubicBezTo>
                      <a:pt x="9" y="169"/>
                      <a:pt x="17" y="169"/>
                      <a:pt x="25" y="169"/>
                    </a:cubicBezTo>
                    <a:cubicBezTo>
                      <a:pt x="25" y="112"/>
                      <a:pt x="25" y="56"/>
                      <a:pt x="25" y="0"/>
                    </a:cubicBezTo>
                    <a:cubicBezTo>
                      <a:pt x="16" y="0"/>
                      <a:pt x="9" y="0"/>
                      <a:pt x="0" y="0"/>
                    </a:cubicBezTo>
                    <a:close/>
                  </a:path>
                </a:pathLst>
              </a:custGeom>
              <a:grpFill/>
              <a:ln>
                <a:noFill/>
              </a:ln>
            </p:spPr>
            <p:txBody>
              <a:bodyPr vert="horz" wrap="square" lIns="91440" tIns="45720" rIns="91440" bIns="45720" numCol="1" anchor="t" anchorCtr="0" compatLnSpc="1">
                <a:prstTxWarp prst="textNoShape">
                  <a:avLst/>
                </a:prstTxWarp>
              </a:bodyPr>
              <a:lstStyle/>
              <a:p>
                <a:pPr>
                  <a:lnSpc>
                    <a:spcPct val="90000"/>
                  </a:lnSpc>
                </a:pPr>
                <a:endParaRPr lang="en-US" sz="1500">
                  <a:latin typeface="+mj-lt"/>
                </a:endParaRPr>
              </a:p>
            </p:txBody>
          </p:sp>
          <p:sp>
            <p:nvSpPr>
              <p:cNvPr id="66" name="Freeform 21">
                <a:extLst>
                  <a:ext uri="{FF2B5EF4-FFF2-40B4-BE49-F238E27FC236}">
                    <a16:creationId xmlns:a16="http://schemas.microsoft.com/office/drawing/2014/main" id="{B2B2A686-9A31-4720-9718-C36ACA898621}"/>
                  </a:ext>
                </a:extLst>
              </p:cNvPr>
              <p:cNvSpPr>
                <a:spLocks/>
              </p:cNvSpPr>
              <p:nvPr/>
            </p:nvSpPr>
            <p:spPr bwMode="auto">
              <a:xfrm>
                <a:off x="914400" y="5421313"/>
                <a:ext cx="14288" cy="12700"/>
              </a:xfrm>
              <a:custGeom>
                <a:avLst/>
                <a:gdLst>
                  <a:gd name="T0" fmla="*/ 0 w 26"/>
                  <a:gd name="T1" fmla="*/ 22 h 22"/>
                  <a:gd name="T2" fmla="*/ 26 w 26"/>
                  <a:gd name="T3" fmla="*/ 22 h 22"/>
                  <a:gd name="T4" fmla="*/ 26 w 26"/>
                  <a:gd name="T5" fmla="*/ 0 h 22"/>
                  <a:gd name="T6" fmla="*/ 0 w 26"/>
                  <a:gd name="T7" fmla="*/ 0 h 22"/>
                  <a:gd name="T8" fmla="*/ 0 w 26"/>
                  <a:gd name="T9" fmla="*/ 22 h 22"/>
                </a:gdLst>
                <a:ahLst/>
                <a:cxnLst>
                  <a:cxn ang="0">
                    <a:pos x="T0" y="T1"/>
                  </a:cxn>
                  <a:cxn ang="0">
                    <a:pos x="T2" y="T3"/>
                  </a:cxn>
                  <a:cxn ang="0">
                    <a:pos x="T4" y="T5"/>
                  </a:cxn>
                  <a:cxn ang="0">
                    <a:pos x="T6" y="T7"/>
                  </a:cxn>
                  <a:cxn ang="0">
                    <a:pos x="T8" y="T9"/>
                  </a:cxn>
                </a:cxnLst>
                <a:rect l="0" t="0" r="r" b="b"/>
                <a:pathLst>
                  <a:path w="26" h="22">
                    <a:moveTo>
                      <a:pt x="0" y="22"/>
                    </a:moveTo>
                    <a:cubicBezTo>
                      <a:pt x="10" y="22"/>
                      <a:pt x="18" y="22"/>
                      <a:pt x="26" y="22"/>
                    </a:cubicBezTo>
                    <a:cubicBezTo>
                      <a:pt x="26" y="13"/>
                      <a:pt x="26" y="6"/>
                      <a:pt x="26" y="0"/>
                    </a:cubicBezTo>
                    <a:cubicBezTo>
                      <a:pt x="16" y="0"/>
                      <a:pt x="9" y="0"/>
                      <a:pt x="0" y="0"/>
                    </a:cubicBezTo>
                    <a:cubicBezTo>
                      <a:pt x="0" y="7"/>
                      <a:pt x="0" y="14"/>
                      <a:pt x="0" y="22"/>
                    </a:cubicBezTo>
                    <a:close/>
                  </a:path>
                </a:pathLst>
              </a:custGeom>
              <a:grpFill/>
              <a:ln>
                <a:noFill/>
              </a:ln>
            </p:spPr>
            <p:txBody>
              <a:bodyPr vert="horz" wrap="square" lIns="91440" tIns="45720" rIns="91440" bIns="45720" numCol="1" anchor="t" anchorCtr="0" compatLnSpc="1">
                <a:prstTxWarp prst="textNoShape">
                  <a:avLst/>
                </a:prstTxWarp>
              </a:bodyPr>
              <a:lstStyle/>
              <a:p>
                <a:pPr>
                  <a:lnSpc>
                    <a:spcPct val="90000"/>
                  </a:lnSpc>
                </a:pPr>
                <a:endParaRPr lang="en-US" sz="1500">
                  <a:latin typeface="+mj-lt"/>
                </a:endParaRPr>
              </a:p>
            </p:txBody>
          </p:sp>
          <p:sp>
            <p:nvSpPr>
              <p:cNvPr id="67" name="Freeform 22">
                <a:extLst>
                  <a:ext uri="{FF2B5EF4-FFF2-40B4-BE49-F238E27FC236}">
                    <a16:creationId xmlns:a16="http://schemas.microsoft.com/office/drawing/2014/main" id="{5367A1FD-1BD8-4099-A61F-6C01641643F3}"/>
                  </a:ext>
                </a:extLst>
              </p:cNvPr>
              <p:cNvSpPr>
                <a:spLocks/>
              </p:cNvSpPr>
              <p:nvPr/>
            </p:nvSpPr>
            <p:spPr bwMode="auto">
              <a:xfrm>
                <a:off x="939800" y="5443538"/>
                <a:ext cx="12700" cy="15875"/>
              </a:xfrm>
              <a:custGeom>
                <a:avLst/>
                <a:gdLst>
                  <a:gd name="T0" fmla="*/ 0 w 23"/>
                  <a:gd name="T1" fmla="*/ 25 h 25"/>
                  <a:gd name="T2" fmla="*/ 23 w 23"/>
                  <a:gd name="T3" fmla="*/ 25 h 25"/>
                  <a:gd name="T4" fmla="*/ 23 w 23"/>
                  <a:gd name="T5" fmla="*/ 0 h 25"/>
                  <a:gd name="T6" fmla="*/ 0 w 23"/>
                  <a:gd name="T7" fmla="*/ 0 h 25"/>
                  <a:gd name="T8" fmla="*/ 0 w 23"/>
                  <a:gd name="T9" fmla="*/ 25 h 25"/>
                </a:gdLst>
                <a:ahLst/>
                <a:cxnLst>
                  <a:cxn ang="0">
                    <a:pos x="T0" y="T1"/>
                  </a:cxn>
                  <a:cxn ang="0">
                    <a:pos x="T2" y="T3"/>
                  </a:cxn>
                  <a:cxn ang="0">
                    <a:pos x="T4" y="T5"/>
                  </a:cxn>
                  <a:cxn ang="0">
                    <a:pos x="T6" y="T7"/>
                  </a:cxn>
                  <a:cxn ang="0">
                    <a:pos x="T8" y="T9"/>
                  </a:cxn>
                </a:cxnLst>
                <a:rect l="0" t="0" r="r" b="b"/>
                <a:pathLst>
                  <a:path w="23" h="25">
                    <a:moveTo>
                      <a:pt x="0" y="25"/>
                    </a:moveTo>
                    <a:cubicBezTo>
                      <a:pt x="8" y="25"/>
                      <a:pt x="15" y="25"/>
                      <a:pt x="23" y="25"/>
                    </a:cubicBezTo>
                    <a:cubicBezTo>
                      <a:pt x="23" y="16"/>
                      <a:pt x="23" y="9"/>
                      <a:pt x="23" y="0"/>
                    </a:cubicBezTo>
                    <a:cubicBezTo>
                      <a:pt x="15" y="0"/>
                      <a:pt x="8" y="0"/>
                      <a:pt x="0" y="0"/>
                    </a:cubicBezTo>
                    <a:cubicBezTo>
                      <a:pt x="0" y="8"/>
                      <a:pt x="0" y="16"/>
                      <a:pt x="0" y="25"/>
                    </a:cubicBezTo>
                    <a:close/>
                  </a:path>
                </a:pathLst>
              </a:custGeom>
              <a:grpFill/>
              <a:ln>
                <a:noFill/>
              </a:ln>
            </p:spPr>
            <p:txBody>
              <a:bodyPr vert="horz" wrap="square" lIns="91440" tIns="45720" rIns="91440" bIns="45720" numCol="1" anchor="t" anchorCtr="0" compatLnSpc="1">
                <a:prstTxWarp prst="textNoShape">
                  <a:avLst/>
                </a:prstTxWarp>
              </a:bodyPr>
              <a:lstStyle/>
              <a:p>
                <a:pPr>
                  <a:lnSpc>
                    <a:spcPct val="90000"/>
                  </a:lnSpc>
                </a:pPr>
                <a:endParaRPr lang="en-US" sz="1500">
                  <a:latin typeface="+mj-lt"/>
                </a:endParaRPr>
              </a:p>
            </p:txBody>
          </p:sp>
          <p:sp>
            <p:nvSpPr>
              <p:cNvPr id="68" name="Freeform 23">
                <a:extLst>
                  <a:ext uri="{FF2B5EF4-FFF2-40B4-BE49-F238E27FC236}">
                    <a16:creationId xmlns:a16="http://schemas.microsoft.com/office/drawing/2014/main" id="{F3FB816E-7625-456F-9EED-E49613AC8C10}"/>
                  </a:ext>
                </a:extLst>
              </p:cNvPr>
              <p:cNvSpPr>
                <a:spLocks/>
              </p:cNvSpPr>
              <p:nvPr/>
            </p:nvSpPr>
            <p:spPr bwMode="auto">
              <a:xfrm>
                <a:off x="987425" y="5848351"/>
                <a:ext cx="14288" cy="15875"/>
              </a:xfrm>
              <a:custGeom>
                <a:avLst/>
                <a:gdLst>
                  <a:gd name="T0" fmla="*/ 0 w 23"/>
                  <a:gd name="T1" fmla="*/ 25 h 25"/>
                  <a:gd name="T2" fmla="*/ 23 w 23"/>
                  <a:gd name="T3" fmla="*/ 25 h 25"/>
                  <a:gd name="T4" fmla="*/ 23 w 23"/>
                  <a:gd name="T5" fmla="*/ 0 h 25"/>
                  <a:gd name="T6" fmla="*/ 0 w 23"/>
                  <a:gd name="T7" fmla="*/ 0 h 25"/>
                  <a:gd name="T8" fmla="*/ 0 w 23"/>
                  <a:gd name="T9" fmla="*/ 25 h 25"/>
                </a:gdLst>
                <a:ahLst/>
                <a:cxnLst>
                  <a:cxn ang="0">
                    <a:pos x="T0" y="T1"/>
                  </a:cxn>
                  <a:cxn ang="0">
                    <a:pos x="T2" y="T3"/>
                  </a:cxn>
                  <a:cxn ang="0">
                    <a:pos x="T4" y="T5"/>
                  </a:cxn>
                  <a:cxn ang="0">
                    <a:pos x="T6" y="T7"/>
                  </a:cxn>
                  <a:cxn ang="0">
                    <a:pos x="T8" y="T9"/>
                  </a:cxn>
                </a:cxnLst>
                <a:rect l="0" t="0" r="r" b="b"/>
                <a:pathLst>
                  <a:path w="23" h="25">
                    <a:moveTo>
                      <a:pt x="0" y="25"/>
                    </a:moveTo>
                    <a:cubicBezTo>
                      <a:pt x="9" y="25"/>
                      <a:pt x="16" y="25"/>
                      <a:pt x="23" y="25"/>
                    </a:cubicBezTo>
                    <a:cubicBezTo>
                      <a:pt x="23" y="16"/>
                      <a:pt x="23" y="8"/>
                      <a:pt x="23" y="0"/>
                    </a:cubicBezTo>
                    <a:cubicBezTo>
                      <a:pt x="15" y="0"/>
                      <a:pt x="8" y="0"/>
                      <a:pt x="0" y="0"/>
                    </a:cubicBezTo>
                    <a:cubicBezTo>
                      <a:pt x="0" y="8"/>
                      <a:pt x="0" y="16"/>
                      <a:pt x="0" y="25"/>
                    </a:cubicBezTo>
                    <a:close/>
                  </a:path>
                </a:pathLst>
              </a:custGeom>
              <a:grpFill/>
              <a:ln>
                <a:noFill/>
              </a:ln>
            </p:spPr>
            <p:txBody>
              <a:bodyPr vert="horz" wrap="square" lIns="91440" tIns="45720" rIns="91440" bIns="45720" numCol="1" anchor="t" anchorCtr="0" compatLnSpc="1">
                <a:prstTxWarp prst="textNoShape">
                  <a:avLst/>
                </a:prstTxWarp>
              </a:bodyPr>
              <a:lstStyle/>
              <a:p>
                <a:pPr>
                  <a:lnSpc>
                    <a:spcPct val="90000"/>
                  </a:lnSpc>
                </a:pPr>
                <a:endParaRPr lang="en-US" sz="1500">
                  <a:latin typeface="+mj-lt"/>
                </a:endParaRPr>
              </a:p>
            </p:txBody>
          </p:sp>
          <p:sp>
            <p:nvSpPr>
              <p:cNvPr id="69" name="Freeform 24">
                <a:extLst>
                  <a:ext uri="{FF2B5EF4-FFF2-40B4-BE49-F238E27FC236}">
                    <a16:creationId xmlns:a16="http://schemas.microsoft.com/office/drawing/2014/main" id="{B451E220-5F1F-4FBA-A991-6AF0723B3A31}"/>
                  </a:ext>
                </a:extLst>
              </p:cNvPr>
              <p:cNvSpPr>
                <a:spLocks/>
              </p:cNvSpPr>
              <p:nvPr/>
            </p:nvSpPr>
            <p:spPr bwMode="auto">
              <a:xfrm>
                <a:off x="1011238" y="5873751"/>
                <a:ext cx="15875" cy="12700"/>
              </a:xfrm>
              <a:custGeom>
                <a:avLst/>
                <a:gdLst>
                  <a:gd name="T0" fmla="*/ 26 w 26"/>
                  <a:gd name="T1" fmla="*/ 0 h 24"/>
                  <a:gd name="T2" fmla="*/ 0 w 26"/>
                  <a:gd name="T3" fmla="*/ 1 h 24"/>
                  <a:gd name="T4" fmla="*/ 0 w 26"/>
                  <a:gd name="T5" fmla="*/ 24 h 24"/>
                  <a:gd name="T6" fmla="*/ 26 w 26"/>
                  <a:gd name="T7" fmla="*/ 24 h 24"/>
                  <a:gd name="T8" fmla="*/ 26 w 26"/>
                  <a:gd name="T9" fmla="*/ 0 h 24"/>
                </a:gdLst>
                <a:ahLst/>
                <a:cxnLst>
                  <a:cxn ang="0">
                    <a:pos x="T0" y="T1"/>
                  </a:cxn>
                  <a:cxn ang="0">
                    <a:pos x="T2" y="T3"/>
                  </a:cxn>
                  <a:cxn ang="0">
                    <a:pos x="T4" y="T5"/>
                  </a:cxn>
                  <a:cxn ang="0">
                    <a:pos x="T6" y="T7"/>
                  </a:cxn>
                  <a:cxn ang="0">
                    <a:pos x="T8" y="T9"/>
                  </a:cxn>
                </a:cxnLst>
                <a:rect l="0" t="0" r="r" b="b"/>
                <a:pathLst>
                  <a:path w="26" h="24">
                    <a:moveTo>
                      <a:pt x="26" y="0"/>
                    </a:moveTo>
                    <a:cubicBezTo>
                      <a:pt x="16" y="0"/>
                      <a:pt x="8" y="0"/>
                      <a:pt x="0" y="1"/>
                    </a:cubicBezTo>
                    <a:cubicBezTo>
                      <a:pt x="0" y="10"/>
                      <a:pt x="0" y="17"/>
                      <a:pt x="0" y="24"/>
                    </a:cubicBezTo>
                    <a:cubicBezTo>
                      <a:pt x="9" y="24"/>
                      <a:pt x="17" y="24"/>
                      <a:pt x="26" y="24"/>
                    </a:cubicBezTo>
                    <a:cubicBezTo>
                      <a:pt x="26" y="16"/>
                      <a:pt x="26" y="9"/>
                      <a:pt x="26" y="0"/>
                    </a:cubicBezTo>
                    <a:close/>
                  </a:path>
                </a:pathLst>
              </a:custGeom>
              <a:grpFill/>
              <a:ln>
                <a:noFill/>
              </a:ln>
            </p:spPr>
            <p:txBody>
              <a:bodyPr vert="horz" wrap="square" lIns="91440" tIns="45720" rIns="91440" bIns="45720" numCol="1" anchor="t" anchorCtr="0" compatLnSpc="1">
                <a:prstTxWarp prst="textNoShape">
                  <a:avLst/>
                </a:prstTxWarp>
              </a:bodyPr>
              <a:lstStyle/>
              <a:p>
                <a:pPr>
                  <a:lnSpc>
                    <a:spcPct val="90000"/>
                  </a:lnSpc>
                </a:pPr>
                <a:endParaRPr lang="en-US" sz="1500">
                  <a:latin typeface="+mj-lt"/>
                </a:endParaRPr>
              </a:p>
            </p:txBody>
          </p:sp>
          <p:sp>
            <p:nvSpPr>
              <p:cNvPr id="70" name="Freeform 25">
                <a:extLst>
                  <a:ext uri="{FF2B5EF4-FFF2-40B4-BE49-F238E27FC236}">
                    <a16:creationId xmlns:a16="http://schemas.microsoft.com/office/drawing/2014/main" id="{19980150-651E-4479-A43F-C436EDDA3F45}"/>
                  </a:ext>
                </a:extLst>
              </p:cNvPr>
              <p:cNvSpPr>
                <a:spLocks noEditPoints="1"/>
              </p:cNvSpPr>
              <p:nvPr/>
            </p:nvSpPr>
            <p:spPr bwMode="auto">
              <a:xfrm>
                <a:off x="750888" y="5395913"/>
                <a:ext cx="488950" cy="476250"/>
              </a:xfrm>
              <a:custGeom>
                <a:avLst/>
                <a:gdLst>
                  <a:gd name="T0" fmla="*/ 522 w 845"/>
                  <a:gd name="T1" fmla="*/ 25 h 830"/>
                  <a:gd name="T2" fmla="*/ 705 w 845"/>
                  <a:gd name="T3" fmla="*/ 759 h 830"/>
                  <a:gd name="T4" fmla="*/ 738 w 845"/>
                  <a:gd name="T5" fmla="*/ 796 h 830"/>
                  <a:gd name="T6" fmla="*/ 550 w 845"/>
                  <a:gd name="T7" fmla="*/ 828 h 830"/>
                  <a:gd name="T8" fmla="*/ 575 w 845"/>
                  <a:gd name="T9" fmla="*/ 641 h 830"/>
                  <a:gd name="T10" fmla="*/ 605 w 845"/>
                  <a:gd name="T11" fmla="*/ 595 h 830"/>
                  <a:gd name="T12" fmla="*/ 455 w 845"/>
                  <a:gd name="T13" fmla="*/ 524 h 830"/>
                  <a:gd name="T14" fmla="*/ 395 w 845"/>
                  <a:gd name="T15" fmla="*/ 554 h 830"/>
                  <a:gd name="T16" fmla="*/ 306 w 845"/>
                  <a:gd name="T17" fmla="*/ 569 h 830"/>
                  <a:gd name="T18" fmla="*/ 290 w 845"/>
                  <a:gd name="T19" fmla="*/ 529 h 830"/>
                  <a:gd name="T20" fmla="*/ 154 w 845"/>
                  <a:gd name="T21" fmla="*/ 609 h 830"/>
                  <a:gd name="T22" fmla="*/ 165 w 845"/>
                  <a:gd name="T23" fmla="*/ 711 h 830"/>
                  <a:gd name="T24" fmla="*/ 375 w 845"/>
                  <a:gd name="T25" fmla="*/ 788 h 830"/>
                  <a:gd name="T26" fmla="*/ 378 w 845"/>
                  <a:gd name="T27" fmla="*/ 801 h 830"/>
                  <a:gd name="T28" fmla="*/ 91 w 845"/>
                  <a:gd name="T29" fmla="*/ 671 h 830"/>
                  <a:gd name="T30" fmla="*/ 31 w 845"/>
                  <a:gd name="T31" fmla="*/ 368 h 830"/>
                  <a:gd name="T32" fmla="*/ 51 w 845"/>
                  <a:gd name="T33" fmla="*/ 530 h 830"/>
                  <a:gd name="T34" fmla="*/ 92 w 845"/>
                  <a:gd name="T35" fmla="*/ 466 h 830"/>
                  <a:gd name="T36" fmla="*/ 176 w 845"/>
                  <a:gd name="T37" fmla="*/ 284 h 830"/>
                  <a:gd name="T38" fmla="*/ 237 w 845"/>
                  <a:gd name="T39" fmla="*/ 421 h 830"/>
                  <a:gd name="T40" fmla="*/ 210 w 845"/>
                  <a:gd name="T41" fmla="*/ 507 h 830"/>
                  <a:gd name="T42" fmla="*/ 297 w 845"/>
                  <a:gd name="T43" fmla="*/ 499 h 830"/>
                  <a:gd name="T44" fmla="*/ 298 w 845"/>
                  <a:gd name="T45" fmla="*/ 428 h 830"/>
                  <a:gd name="T46" fmla="*/ 270 w 845"/>
                  <a:gd name="T47" fmla="*/ 293 h 830"/>
                  <a:gd name="T48" fmla="*/ 489 w 845"/>
                  <a:gd name="T49" fmla="*/ 293 h 830"/>
                  <a:gd name="T50" fmla="*/ 469 w 845"/>
                  <a:gd name="T51" fmla="*/ 415 h 830"/>
                  <a:gd name="T52" fmla="*/ 464 w 845"/>
                  <a:gd name="T53" fmla="*/ 499 h 830"/>
                  <a:gd name="T54" fmla="*/ 549 w 845"/>
                  <a:gd name="T55" fmla="*/ 507 h 830"/>
                  <a:gd name="T56" fmla="*/ 522 w 845"/>
                  <a:gd name="T57" fmla="*/ 412 h 830"/>
                  <a:gd name="T58" fmla="*/ 602 w 845"/>
                  <a:gd name="T59" fmla="*/ 281 h 830"/>
                  <a:gd name="T60" fmla="*/ 664 w 845"/>
                  <a:gd name="T61" fmla="*/ 470 h 830"/>
                  <a:gd name="T62" fmla="*/ 710 w 845"/>
                  <a:gd name="T63" fmla="*/ 533 h 830"/>
                  <a:gd name="T64" fmla="*/ 745 w 845"/>
                  <a:gd name="T65" fmla="*/ 440 h 830"/>
                  <a:gd name="T66" fmla="*/ 577 w 845"/>
                  <a:gd name="T67" fmla="*/ 680 h 830"/>
                  <a:gd name="T68" fmla="*/ 697 w 845"/>
                  <a:gd name="T69" fmla="*/ 801 h 830"/>
                  <a:gd name="T70" fmla="*/ 765 w 845"/>
                  <a:gd name="T71" fmla="*/ 279 h 830"/>
                  <a:gd name="T72" fmla="*/ 382 w 845"/>
                  <a:gd name="T73" fmla="*/ 0 h 830"/>
                  <a:gd name="T74" fmla="*/ 365 w 845"/>
                  <a:gd name="T75" fmla="*/ 475 h 830"/>
                  <a:gd name="T76" fmla="*/ 462 w 845"/>
                  <a:gd name="T77" fmla="*/ 357 h 830"/>
                  <a:gd name="T78" fmla="*/ 379 w 845"/>
                  <a:gd name="T79" fmla="*/ 210 h 830"/>
                  <a:gd name="T80" fmla="*/ 297 w 845"/>
                  <a:gd name="T81" fmla="*/ 348 h 830"/>
                  <a:gd name="T82" fmla="*/ 333 w 845"/>
                  <a:gd name="T83" fmla="*/ 442 h 830"/>
                  <a:gd name="T84" fmla="*/ 379 w 845"/>
                  <a:gd name="T85" fmla="*/ 520 h 830"/>
                  <a:gd name="T86" fmla="*/ 427 w 845"/>
                  <a:gd name="T87" fmla="*/ 462 h 830"/>
                  <a:gd name="T88" fmla="*/ 157 w 845"/>
                  <a:gd name="T89" fmla="*/ 470 h 830"/>
                  <a:gd name="T90" fmla="*/ 210 w 845"/>
                  <a:gd name="T91" fmla="*/ 355 h 830"/>
                  <a:gd name="T92" fmla="*/ 118 w 845"/>
                  <a:gd name="T93" fmla="*/ 321 h 830"/>
                  <a:gd name="T94" fmla="*/ 126 w 845"/>
                  <a:gd name="T95" fmla="*/ 485 h 830"/>
                  <a:gd name="T96" fmla="*/ 105 w 845"/>
                  <a:gd name="T97" fmla="*/ 540 h 830"/>
                  <a:gd name="T98" fmla="*/ 127 w 845"/>
                  <a:gd name="T99" fmla="*/ 675 h 830"/>
                  <a:gd name="T100" fmla="*/ 182 w 845"/>
                  <a:gd name="T101" fmla="*/ 533 h 830"/>
                  <a:gd name="T102" fmla="*/ 158 w 845"/>
                  <a:gd name="T103" fmla="*/ 493 h 830"/>
                  <a:gd name="T104" fmla="*/ 633 w 845"/>
                  <a:gd name="T105" fmla="*/ 668 h 830"/>
                  <a:gd name="T106" fmla="*/ 696 w 845"/>
                  <a:gd name="T107" fmla="*/ 572 h 830"/>
                  <a:gd name="T108" fmla="*/ 645 w 845"/>
                  <a:gd name="T109" fmla="*/ 536 h 830"/>
                  <a:gd name="T110" fmla="*/ 649 w 845"/>
                  <a:gd name="T111" fmla="*/ 445 h 830"/>
                  <a:gd name="T112" fmla="*/ 661 w 845"/>
                  <a:gd name="T113" fmla="*/ 357 h 830"/>
                  <a:gd name="T114" fmla="*/ 548 w 845"/>
                  <a:gd name="T115" fmla="*/ 361 h 830"/>
                  <a:gd name="T116" fmla="*/ 588 w 845"/>
                  <a:gd name="T117" fmla="*/ 464 h 830"/>
                  <a:gd name="T118" fmla="*/ 601 w 845"/>
                  <a:gd name="T119" fmla="*/ 493 h 830"/>
                  <a:gd name="T120" fmla="*/ 574 w 845"/>
                  <a:gd name="T121" fmla="*/ 532 h 8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45" h="830">
                    <a:moveTo>
                      <a:pt x="410" y="0"/>
                    </a:moveTo>
                    <a:cubicBezTo>
                      <a:pt x="447" y="8"/>
                      <a:pt x="486" y="12"/>
                      <a:pt x="522" y="25"/>
                    </a:cubicBezTo>
                    <a:cubicBezTo>
                      <a:pt x="692" y="86"/>
                      <a:pt x="794" y="207"/>
                      <a:pt x="821" y="385"/>
                    </a:cubicBezTo>
                    <a:cubicBezTo>
                      <a:pt x="843" y="527"/>
                      <a:pt x="803" y="653"/>
                      <a:pt x="705" y="759"/>
                    </a:cubicBezTo>
                    <a:cubicBezTo>
                      <a:pt x="703" y="760"/>
                      <a:pt x="703" y="762"/>
                      <a:pt x="700" y="766"/>
                    </a:cubicBezTo>
                    <a:cubicBezTo>
                      <a:pt x="712" y="776"/>
                      <a:pt x="725" y="786"/>
                      <a:pt x="738" y="796"/>
                    </a:cubicBezTo>
                    <a:cubicBezTo>
                      <a:pt x="722" y="818"/>
                      <a:pt x="709" y="830"/>
                      <a:pt x="685" y="829"/>
                    </a:cubicBezTo>
                    <a:cubicBezTo>
                      <a:pt x="640" y="826"/>
                      <a:pt x="596" y="828"/>
                      <a:pt x="550" y="828"/>
                    </a:cubicBezTo>
                    <a:cubicBezTo>
                      <a:pt x="550" y="775"/>
                      <a:pt x="548" y="725"/>
                      <a:pt x="551" y="675"/>
                    </a:cubicBezTo>
                    <a:cubicBezTo>
                      <a:pt x="551" y="663"/>
                      <a:pt x="566" y="653"/>
                      <a:pt x="575" y="641"/>
                    </a:cubicBezTo>
                    <a:cubicBezTo>
                      <a:pt x="586" y="651"/>
                      <a:pt x="594" y="659"/>
                      <a:pt x="606" y="669"/>
                    </a:cubicBezTo>
                    <a:cubicBezTo>
                      <a:pt x="606" y="642"/>
                      <a:pt x="608" y="619"/>
                      <a:pt x="605" y="595"/>
                    </a:cubicBezTo>
                    <a:cubicBezTo>
                      <a:pt x="603" y="585"/>
                      <a:pt x="594" y="570"/>
                      <a:pt x="584" y="566"/>
                    </a:cubicBezTo>
                    <a:cubicBezTo>
                      <a:pt x="543" y="550"/>
                      <a:pt x="500" y="538"/>
                      <a:pt x="455" y="524"/>
                    </a:cubicBezTo>
                    <a:cubicBezTo>
                      <a:pt x="455" y="542"/>
                      <a:pt x="454" y="556"/>
                      <a:pt x="453" y="570"/>
                    </a:cubicBezTo>
                    <a:cubicBezTo>
                      <a:pt x="430" y="577"/>
                      <a:pt x="410" y="572"/>
                      <a:pt x="395" y="554"/>
                    </a:cubicBezTo>
                    <a:cubicBezTo>
                      <a:pt x="386" y="544"/>
                      <a:pt x="378" y="544"/>
                      <a:pt x="368" y="553"/>
                    </a:cubicBezTo>
                    <a:cubicBezTo>
                      <a:pt x="351" y="569"/>
                      <a:pt x="332" y="579"/>
                      <a:pt x="306" y="569"/>
                    </a:cubicBezTo>
                    <a:cubicBezTo>
                      <a:pt x="305" y="557"/>
                      <a:pt x="305" y="543"/>
                      <a:pt x="304" y="527"/>
                    </a:cubicBezTo>
                    <a:cubicBezTo>
                      <a:pt x="299" y="528"/>
                      <a:pt x="294" y="527"/>
                      <a:pt x="290" y="529"/>
                    </a:cubicBezTo>
                    <a:cubicBezTo>
                      <a:pt x="256" y="539"/>
                      <a:pt x="223" y="549"/>
                      <a:pt x="189" y="560"/>
                    </a:cubicBezTo>
                    <a:cubicBezTo>
                      <a:pt x="164" y="568"/>
                      <a:pt x="154" y="582"/>
                      <a:pt x="154" y="609"/>
                    </a:cubicBezTo>
                    <a:cubicBezTo>
                      <a:pt x="154" y="635"/>
                      <a:pt x="153" y="662"/>
                      <a:pt x="154" y="688"/>
                    </a:cubicBezTo>
                    <a:cubicBezTo>
                      <a:pt x="155" y="696"/>
                      <a:pt x="159" y="706"/>
                      <a:pt x="165" y="711"/>
                    </a:cubicBezTo>
                    <a:cubicBezTo>
                      <a:pt x="222" y="759"/>
                      <a:pt x="289" y="783"/>
                      <a:pt x="363" y="788"/>
                    </a:cubicBezTo>
                    <a:cubicBezTo>
                      <a:pt x="367" y="788"/>
                      <a:pt x="371" y="788"/>
                      <a:pt x="375" y="788"/>
                    </a:cubicBezTo>
                    <a:cubicBezTo>
                      <a:pt x="375" y="788"/>
                      <a:pt x="376" y="789"/>
                      <a:pt x="377" y="791"/>
                    </a:cubicBezTo>
                    <a:cubicBezTo>
                      <a:pt x="378" y="793"/>
                      <a:pt x="378" y="797"/>
                      <a:pt x="378" y="801"/>
                    </a:cubicBezTo>
                    <a:cubicBezTo>
                      <a:pt x="378" y="805"/>
                      <a:pt x="377" y="809"/>
                      <a:pt x="377" y="815"/>
                    </a:cubicBezTo>
                    <a:cubicBezTo>
                      <a:pt x="259" y="810"/>
                      <a:pt x="163" y="764"/>
                      <a:pt x="91" y="671"/>
                    </a:cubicBezTo>
                    <a:cubicBezTo>
                      <a:pt x="22" y="581"/>
                      <a:pt x="0" y="480"/>
                      <a:pt x="24" y="369"/>
                    </a:cubicBezTo>
                    <a:cubicBezTo>
                      <a:pt x="28" y="369"/>
                      <a:pt x="29" y="368"/>
                      <a:pt x="31" y="368"/>
                    </a:cubicBezTo>
                    <a:cubicBezTo>
                      <a:pt x="36" y="370"/>
                      <a:pt x="42" y="372"/>
                      <a:pt x="50" y="374"/>
                    </a:cubicBezTo>
                    <a:cubicBezTo>
                      <a:pt x="39" y="425"/>
                      <a:pt x="38" y="476"/>
                      <a:pt x="51" y="530"/>
                    </a:cubicBezTo>
                    <a:cubicBezTo>
                      <a:pt x="66" y="525"/>
                      <a:pt x="80" y="521"/>
                      <a:pt x="93" y="515"/>
                    </a:cubicBezTo>
                    <a:cubicBezTo>
                      <a:pt x="102" y="511"/>
                      <a:pt x="101" y="478"/>
                      <a:pt x="92" y="466"/>
                    </a:cubicBezTo>
                    <a:cubicBezTo>
                      <a:pt x="65" y="431"/>
                      <a:pt x="61" y="362"/>
                      <a:pt x="84" y="324"/>
                    </a:cubicBezTo>
                    <a:cubicBezTo>
                      <a:pt x="103" y="291"/>
                      <a:pt x="140" y="275"/>
                      <a:pt x="176" y="284"/>
                    </a:cubicBezTo>
                    <a:cubicBezTo>
                      <a:pt x="212" y="294"/>
                      <a:pt x="238" y="327"/>
                      <a:pt x="238" y="365"/>
                    </a:cubicBezTo>
                    <a:cubicBezTo>
                      <a:pt x="238" y="384"/>
                      <a:pt x="239" y="403"/>
                      <a:pt x="237" y="421"/>
                    </a:cubicBezTo>
                    <a:cubicBezTo>
                      <a:pt x="235" y="434"/>
                      <a:pt x="231" y="448"/>
                      <a:pt x="222" y="457"/>
                    </a:cubicBezTo>
                    <a:cubicBezTo>
                      <a:pt x="208" y="473"/>
                      <a:pt x="210" y="490"/>
                      <a:pt x="210" y="507"/>
                    </a:cubicBezTo>
                    <a:cubicBezTo>
                      <a:pt x="210" y="519"/>
                      <a:pt x="215" y="523"/>
                      <a:pt x="226" y="520"/>
                    </a:cubicBezTo>
                    <a:cubicBezTo>
                      <a:pt x="250" y="513"/>
                      <a:pt x="273" y="506"/>
                      <a:pt x="297" y="499"/>
                    </a:cubicBezTo>
                    <a:cubicBezTo>
                      <a:pt x="300" y="498"/>
                      <a:pt x="305" y="495"/>
                      <a:pt x="304" y="494"/>
                    </a:cubicBezTo>
                    <a:cubicBezTo>
                      <a:pt x="303" y="472"/>
                      <a:pt x="307" y="446"/>
                      <a:pt x="298" y="428"/>
                    </a:cubicBezTo>
                    <a:cubicBezTo>
                      <a:pt x="282" y="400"/>
                      <a:pt x="269" y="372"/>
                      <a:pt x="269" y="339"/>
                    </a:cubicBezTo>
                    <a:cubicBezTo>
                      <a:pt x="270" y="323"/>
                      <a:pt x="269" y="308"/>
                      <a:pt x="270" y="293"/>
                    </a:cubicBezTo>
                    <a:cubicBezTo>
                      <a:pt x="271" y="233"/>
                      <a:pt x="320" y="184"/>
                      <a:pt x="380" y="184"/>
                    </a:cubicBezTo>
                    <a:cubicBezTo>
                      <a:pt x="439" y="184"/>
                      <a:pt x="489" y="233"/>
                      <a:pt x="489" y="293"/>
                    </a:cubicBezTo>
                    <a:cubicBezTo>
                      <a:pt x="490" y="321"/>
                      <a:pt x="488" y="349"/>
                      <a:pt x="485" y="376"/>
                    </a:cubicBezTo>
                    <a:cubicBezTo>
                      <a:pt x="483" y="390"/>
                      <a:pt x="478" y="405"/>
                      <a:pt x="469" y="415"/>
                    </a:cubicBezTo>
                    <a:cubicBezTo>
                      <a:pt x="450" y="436"/>
                      <a:pt x="454" y="462"/>
                      <a:pt x="455" y="486"/>
                    </a:cubicBezTo>
                    <a:cubicBezTo>
                      <a:pt x="455" y="491"/>
                      <a:pt x="460" y="497"/>
                      <a:pt x="464" y="499"/>
                    </a:cubicBezTo>
                    <a:cubicBezTo>
                      <a:pt x="486" y="506"/>
                      <a:pt x="509" y="513"/>
                      <a:pt x="531" y="519"/>
                    </a:cubicBezTo>
                    <a:cubicBezTo>
                      <a:pt x="542" y="523"/>
                      <a:pt x="549" y="519"/>
                      <a:pt x="549" y="507"/>
                    </a:cubicBezTo>
                    <a:cubicBezTo>
                      <a:pt x="550" y="490"/>
                      <a:pt x="550" y="474"/>
                      <a:pt x="538" y="458"/>
                    </a:cubicBezTo>
                    <a:cubicBezTo>
                      <a:pt x="528" y="446"/>
                      <a:pt x="525" y="428"/>
                      <a:pt x="522" y="412"/>
                    </a:cubicBezTo>
                    <a:cubicBezTo>
                      <a:pt x="519" y="400"/>
                      <a:pt x="523" y="386"/>
                      <a:pt x="521" y="373"/>
                    </a:cubicBezTo>
                    <a:cubicBezTo>
                      <a:pt x="516" y="329"/>
                      <a:pt x="552" y="284"/>
                      <a:pt x="602" y="281"/>
                    </a:cubicBezTo>
                    <a:cubicBezTo>
                      <a:pt x="645" y="279"/>
                      <a:pt x="685" y="316"/>
                      <a:pt x="688" y="364"/>
                    </a:cubicBezTo>
                    <a:cubicBezTo>
                      <a:pt x="691" y="401"/>
                      <a:pt x="692" y="439"/>
                      <a:pt x="664" y="470"/>
                    </a:cubicBezTo>
                    <a:cubicBezTo>
                      <a:pt x="650" y="486"/>
                      <a:pt x="661" y="515"/>
                      <a:pt x="681" y="522"/>
                    </a:cubicBezTo>
                    <a:cubicBezTo>
                      <a:pt x="689" y="525"/>
                      <a:pt x="697" y="528"/>
                      <a:pt x="710" y="533"/>
                    </a:cubicBezTo>
                    <a:cubicBezTo>
                      <a:pt x="713" y="501"/>
                      <a:pt x="717" y="471"/>
                      <a:pt x="720" y="440"/>
                    </a:cubicBezTo>
                    <a:cubicBezTo>
                      <a:pt x="727" y="440"/>
                      <a:pt x="735" y="440"/>
                      <a:pt x="745" y="440"/>
                    </a:cubicBezTo>
                    <a:cubicBezTo>
                      <a:pt x="744" y="552"/>
                      <a:pt x="705" y="647"/>
                      <a:pt x="619" y="726"/>
                    </a:cubicBezTo>
                    <a:cubicBezTo>
                      <a:pt x="606" y="711"/>
                      <a:pt x="593" y="697"/>
                      <a:pt x="577" y="680"/>
                    </a:cubicBezTo>
                    <a:cubicBezTo>
                      <a:pt x="577" y="723"/>
                      <a:pt x="577" y="761"/>
                      <a:pt x="577" y="801"/>
                    </a:cubicBezTo>
                    <a:cubicBezTo>
                      <a:pt x="616" y="801"/>
                      <a:pt x="654" y="801"/>
                      <a:pt x="697" y="801"/>
                    </a:cubicBezTo>
                    <a:cubicBezTo>
                      <a:pt x="684" y="788"/>
                      <a:pt x="674" y="777"/>
                      <a:pt x="663" y="766"/>
                    </a:cubicBezTo>
                    <a:cubicBezTo>
                      <a:pt x="799" y="624"/>
                      <a:pt x="845" y="462"/>
                      <a:pt x="765" y="279"/>
                    </a:cubicBezTo>
                    <a:cubicBezTo>
                      <a:pt x="693" y="117"/>
                      <a:pt x="560" y="36"/>
                      <a:pt x="382" y="26"/>
                    </a:cubicBezTo>
                    <a:cubicBezTo>
                      <a:pt x="382" y="18"/>
                      <a:pt x="382" y="9"/>
                      <a:pt x="382" y="0"/>
                    </a:cubicBezTo>
                    <a:cubicBezTo>
                      <a:pt x="391" y="0"/>
                      <a:pt x="400" y="0"/>
                      <a:pt x="410" y="0"/>
                    </a:cubicBezTo>
                    <a:close/>
                    <a:moveTo>
                      <a:pt x="365" y="475"/>
                    </a:moveTo>
                    <a:cubicBezTo>
                      <a:pt x="366" y="456"/>
                      <a:pt x="370" y="449"/>
                      <a:pt x="386" y="446"/>
                    </a:cubicBezTo>
                    <a:cubicBezTo>
                      <a:pt x="427" y="439"/>
                      <a:pt x="459" y="399"/>
                      <a:pt x="462" y="357"/>
                    </a:cubicBezTo>
                    <a:cubicBezTo>
                      <a:pt x="463" y="333"/>
                      <a:pt x="463" y="310"/>
                      <a:pt x="462" y="287"/>
                    </a:cubicBezTo>
                    <a:cubicBezTo>
                      <a:pt x="460" y="242"/>
                      <a:pt x="425" y="210"/>
                      <a:pt x="379" y="210"/>
                    </a:cubicBezTo>
                    <a:cubicBezTo>
                      <a:pt x="333" y="211"/>
                      <a:pt x="298" y="243"/>
                      <a:pt x="297" y="288"/>
                    </a:cubicBezTo>
                    <a:cubicBezTo>
                      <a:pt x="296" y="308"/>
                      <a:pt x="296" y="328"/>
                      <a:pt x="297" y="348"/>
                    </a:cubicBezTo>
                    <a:cubicBezTo>
                      <a:pt x="297" y="374"/>
                      <a:pt x="307" y="396"/>
                      <a:pt x="323" y="415"/>
                    </a:cubicBezTo>
                    <a:cubicBezTo>
                      <a:pt x="329" y="422"/>
                      <a:pt x="332" y="433"/>
                      <a:pt x="333" y="442"/>
                    </a:cubicBezTo>
                    <a:cubicBezTo>
                      <a:pt x="334" y="475"/>
                      <a:pt x="333" y="509"/>
                      <a:pt x="333" y="542"/>
                    </a:cubicBezTo>
                    <a:cubicBezTo>
                      <a:pt x="348" y="534"/>
                      <a:pt x="364" y="520"/>
                      <a:pt x="379" y="520"/>
                    </a:cubicBezTo>
                    <a:cubicBezTo>
                      <a:pt x="395" y="520"/>
                      <a:pt x="411" y="533"/>
                      <a:pt x="427" y="540"/>
                    </a:cubicBezTo>
                    <a:cubicBezTo>
                      <a:pt x="427" y="515"/>
                      <a:pt x="427" y="488"/>
                      <a:pt x="427" y="462"/>
                    </a:cubicBezTo>
                    <a:cubicBezTo>
                      <a:pt x="407" y="467"/>
                      <a:pt x="387" y="471"/>
                      <a:pt x="365" y="475"/>
                    </a:cubicBezTo>
                    <a:close/>
                    <a:moveTo>
                      <a:pt x="157" y="470"/>
                    </a:moveTo>
                    <a:cubicBezTo>
                      <a:pt x="195" y="456"/>
                      <a:pt x="207" y="445"/>
                      <a:pt x="210" y="419"/>
                    </a:cubicBezTo>
                    <a:cubicBezTo>
                      <a:pt x="212" y="398"/>
                      <a:pt x="212" y="376"/>
                      <a:pt x="210" y="355"/>
                    </a:cubicBezTo>
                    <a:cubicBezTo>
                      <a:pt x="208" y="334"/>
                      <a:pt x="196" y="318"/>
                      <a:pt x="175" y="311"/>
                    </a:cubicBezTo>
                    <a:cubicBezTo>
                      <a:pt x="154" y="304"/>
                      <a:pt x="135" y="308"/>
                      <a:pt x="118" y="321"/>
                    </a:cubicBezTo>
                    <a:cubicBezTo>
                      <a:pt x="92" y="343"/>
                      <a:pt x="86" y="423"/>
                      <a:pt x="112" y="447"/>
                    </a:cubicBezTo>
                    <a:cubicBezTo>
                      <a:pt x="124" y="459"/>
                      <a:pt x="126" y="470"/>
                      <a:pt x="126" y="485"/>
                    </a:cubicBezTo>
                    <a:cubicBezTo>
                      <a:pt x="125" y="493"/>
                      <a:pt x="125" y="501"/>
                      <a:pt x="126" y="509"/>
                    </a:cubicBezTo>
                    <a:cubicBezTo>
                      <a:pt x="128" y="527"/>
                      <a:pt x="122" y="536"/>
                      <a:pt x="105" y="540"/>
                    </a:cubicBezTo>
                    <a:cubicBezTo>
                      <a:pt x="89" y="544"/>
                      <a:pt x="75" y="551"/>
                      <a:pt x="59" y="557"/>
                    </a:cubicBezTo>
                    <a:cubicBezTo>
                      <a:pt x="73" y="600"/>
                      <a:pt x="94" y="638"/>
                      <a:pt x="127" y="675"/>
                    </a:cubicBezTo>
                    <a:cubicBezTo>
                      <a:pt x="127" y="655"/>
                      <a:pt x="128" y="640"/>
                      <a:pt x="127" y="625"/>
                    </a:cubicBezTo>
                    <a:cubicBezTo>
                      <a:pt x="124" y="581"/>
                      <a:pt x="139" y="547"/>
                      <a:pt x="182" y="533"/>
                    </a:cubicBezTo>
                    <a:cubicBezTo>
                      <a:pt x="182" y="518"/>
                      <a:pt x="182" y="504"/>
                      <a:pt x="182" y="491"/>
                    </a:cubicBezTo>
                    <a:cubicBezTo>
                      <a:pt x="173" y="492"/>
                      <a:pt x="166" y="492"/>
                      <a:pt x="158" y="493"/>
                    </a:cubicBezTo>
                    <a:cubicBezTo>
                      <a:pt x="158" y="485"/>
                      <a:pt x="157" y="478"/>
                      <a:pt x="157" y="470"/>
                    </a:cubicBezTo>
                    <a:close/>
                    <a:moveTo>
                      <a:pt x="633" y="668"/>
                    </a:moveTo>
                    <a:cubicBezTo>
                      <a:pt x="636" y="669"/>
                      <a:pt x="639" y="669"/>
                      <a:pt x="642" y="670"/>
                    </a:cubicBezTo>
                    <a:cubicBezTo>
                      <a:pt x="660" y="637"/>
                      <a:pt x="678" y="605"/>
                      <a:pt x="696" y="572"/>
                    </a:cubicBezTo>
                    <a:cubicBezTo>
                      <a:pt x="701" y="561"/>
                      <a:pt x="696" y="556"/>
                      <a:pt x="686" y="553"/>
                    </a:cubicBezTo>
                    <a:cubicBezTo>
                      <a:pt x="672" y="548"/>
                      <a:pt x="659" y="542"/>
                      <a:pt x="645" y="536"/>
                    </a:cubicBezTo>
                    <a:cubicBezTo>
                      <a:pt x="641" y="534"/>
                      <a:pt x="634" y="530"/>
                      <a:pt x="634" y="527"/>
                    </a:cubicBezTo>
                    <a:cubicBezTo>
                      <a:pt x="639" y="500"/>
                      <a:pt x="620" y="469"/>
                      <a:pt x="649" y="445"/>
                    </a:cubicBezTo>
                    <a:cubicBezTo>
                      <a:pt x="656" y="440"/>
                      <a:pt x="660" y="429"/>
                      <a:pt x="661" y="421"/>
                    </a:cubicBezTo>
                    <a:cubicBezTo>
                      <a:pt x="662" y="400"/>
                      <a:pt x="663" y="378"/>
                      <a:pt x="661" y="357"/>
                    </a:cubicBezTo>
                    <a:cubicBezTo>
                      <a:pt x="657" y="327"/>
                      <a:pt x="630" y="306"/>
                      <a:pt x="600" y="308"/>
                    </a:cubicBezTo>
                    <a:cubicBezTo>
                      <a:pt x="571" y="309"/>
                      <a:pt x="550" y="330"/>
                      <a:pt x="548" y="361"/>
                    </a:cubicBezTo>
                    <a:cubicBezTo>
                      <a:pt x="547" y="379"/>
                      <a:pt x="547" y="397"/>
                      <a:pt x="548" y="415"/>
                    </a:cubicBezTo>
                    <a:cubicBezTo>
                      <a:pt x="550" y="440"/>
                      <a:pt x="564" y="456"/>
                      <a:pt x="588" y="464"/>
                    </a:cubicBezTo>
                    <a:cubicBezTo>
                      <a:pt x="593" y="466"/>
                      <a:pt x="598" y="468"/>
                      <a:pt x="602" y="470"/>
                    </a:cubicBezTo>
                    <a:cubicBezTo>
                      <a:pt x="602" y="479"/>
                      <a:pt x="601" y="486"/>
                      <a:pt x="601" y="493"/>
                    </a:cubicBezTo>
                    <a:cubicBezTo>
                      <a:pt x="592" y="492"/>
                      <a:pt x="585" y="492"/>
                      <a:pt x="577" y="491"/>
                    </a:cubicBezTo>
                    <a:cubicBezTo>
                      <a:pt x="576" y="505"/>
                      <a:pt x="575" y="518"/>
                      <a:pt x="574" y="532"/>
                    </a:cubicBezTo>
                    <a:cubicBezTo>
                      <a:pt x="646" y="553"/>
                      <a:pt x="632" y="614"/>
                      <a:pt x="633" y="668"/>
                    </a:cubicBezTo>
                    <a:close/>
                  </a:path>
                </a:pathLst>
              </a:custGeom>
              <a:grpFill/>
              <a:ln>
                <a:noFill/>
              </a:ln>
            </p:spPr>
            <p:txBody>
              <a:bodyPr vert="horz" wrap="square" lIns="91440" tIns="45720" rIns="91440" bIns="45720" numCol="1" anchor="t" anchorCtr="0" compatLnSpc="1">
                <a:prstTxWarp prst="textNoShape">
                  <a:avLst/>
                </a:prstTxWarp>
              </a:bodyPr>
              <a:lstStyle/>
              <a:p>
                <a:pPr>
                  <a:lnSpc>
                    <a:spcPct val="90000"/>
                  </a:lnSpc>
                </a:pPr>
                <a:endParaRPr lang="en-US" sz="1500">
                  <a:latin typeface="+mj-lt"/>
                </a:endParaRPr>
              </a:p>
            </p:txBody>
          </p:sp>
          <p:sp>
            <p:nvSpPr>
              <p:cNvPr id="71" name="Freeform 27">
                <a:extLst>
                  <a:ext uri="{FF2B5EF4-FFF2-40B4-BE49-F238E27FC236}">
                    <a16:creationId xmlns:a16="http://schemas.microsoft.com/office/drawing/2014/main" id="{54266D7A-A4A9-4AD5-86C6-08DAEDF4CD55}"/>
                  </a:ext>
                </a:extLst>
              </p:cNvPr>
              <p:cNvSpPr>
                <a:spLocks/>
              </p:cNvSpPr>
              <p:nvPr/>
            </p:nvSpPr>
            <p:spPr bwMode="auto">
              <a:xfrm>
                <a:off x="703263" y="5435601"/>
                <a:ext cx="266700" cy="477838"/>
              </a:xfrm>
              <a:custGeom>
                <a:avLst/>
                <a:gdLst>
                  <a:gd name="T0" fmla="*/ 433 w 461"/>
                  <a:gd name="T1" fmla="*/ 831 h 831"/>
                  <a:gd name="T2" fmla="*/ 322 w 461"/>
                  <a:gd name="T3" fmla="*/ 806 h 831"/>
                  <a:gd name="T4" fmla="*/ 17 w 461"/>
                  <a:gd name="T5" fmla="*/ 438 h 831"/>
                  <a:gd name="T6" fmla="*/ 13 w 461"/>
                  <a:gd name="T7" fmla="*/ 399 h 831"/>
                  <a:gd name="T8" fmla="*/ 13 w 461"/>
                  <a:gd name="T9" fmla="*/ 359 h 831"/>
                  <a:gd name="T10" fmla="*/ 22 w 461"/>
                  <a:gd name="T11" fmla="*/ 294 h 831"/>
                  <a:gd name="T12" fmla="*/ 144 w 461"/>
                  <a:gd name="T13" fmla="*/ 64 h 831"/>
                  <a:gd name="T14" fmla="*/ 104 w 461"/>
                  <a:gd name="T15" fmla="*/ 34 h 831"/>
                  <a:gd name="T16" fmla="*/ 160 w 461"/>
                  <a:gd name="T17" fmla="*/ 2 h 831"/>
                  <a:gd name="T18" fmla="*/ 293 w 461"/>
                  <a:gd name="T19" fmla="*/ 2 h 831"/>
                  <a:gd name="T20" fmla="*/ 293 w 461"/>
                  <a:gd name="T21" fmla="*/ 87 h 831"/>
                  <a:gd name="T22" fmla="*/ 293 w 461"/>
                  <a:gd name="T23" fmla="*/ 131 h 831"/>
                  <a:gd name="T24" fmla="*/ 265 w 461"/>
                  <a:gd name="T25" fmla="*/ 187 h 831"/>
                  <a:gd name="T26" fmla="*/ 219 w 461"/>
                  <a:gd name="T27" fmla="*/ 144 h 831"/>
                  <a:gd name="T28" fmla="*/ 157 w 461"/>
                  <a:gd name="T29" fmla="*/ 228 h 831"/>
                  <a:gd name="T30" fmla="*/ 132 w 461"/>
                  <a:gd name="T31" fmla="*/ 216 h 831"/>
                  <a:gd name="T32" fmla="*/ 218 w 461"/>
                  <a:gd name="T33" fmla="*/ 106 h 831"/>
                  <a:gd name="T34" fmla="*/ 265 w 461"/>
                  <a:gd name="T35" fmla="*/ 150 h 831"/>
                  <a:gd name="T36" fmla="*/ 265 w 461"/>
                  <a:gd name="T37" fmla="*/ 29 h 831"/>
                  <a:gd name="T38" fmla="*/ 145 w 461"/>
                  <a:gd name="T39" fmla="*/ 29 h 831"/>
                  <a:gd name="T40" fmla="*/ 180 w 461"/>
                  <a:gd name="T41" fmla="*/ 65 h 831"/>
                  <a:gd name="T42" fmla="*/ 67 w 461"/>
                  <a:gd name="T43" fmla="*/ 530 h 831"/>
                  <a:gd name="T44" fmla="*/ 461 w 461"/>
                  <a:gd name="T45" fmla="*/ 805 h 831"/>
                  <a:gd name="T46" fmla="*/ 461 w 461"/>
                  <a:gd name="T47" fmla="*/ 831 h 831"/>
                  <a:gd name="T48" fmla="*/ 433 w 461"/>
                  <a:gd name="T49" fmla="*/ 831 h 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61" h="831">
                    <a:moveTo>
                      <a:pt x="433" y="831"/>
                    </a:moveTo>
                    <a:cubicBezTo>
                      <a:pt x="396" y="823"/>
                      <a:pt x="358" y="819"/>
                      <a:pt x="322" y="806"/>
                    </a:cubicBezTo>
                    <a:cubicBezTo>
                      <a:pt x="147" y="745"/>
                      <a:pt x="47" y="621"/>
                      <a:pt x="17" y="438"/>
                    </a:cubicBezTo>
                    <a:cubicBezTo>
                      <a:pt x="15" y="425"/>
                      <a:pt x="14" y="412"/>
                      <a:pt x="13" y="399"/>
                    </a:cubicBezTo>
                    <a:cubicBezTo>
                      <a:pt x="13" y="385"/>
                      <a:pt x="13" y="372"/>
                      <a:pt x="13" y="359"/>
                    </a:cubicBezTo>
                    <a:cubicBezTo>
                      <a:pt x="16" y="337"/>
                      <a:pt x="18" y="315"/>
                      <a:pt x="22" y="294"/>
                    </a:cubicBezTo>
                    <a:cubicBezTo>
                      <a:pt x="39" y="207"/>
                      <a:pt x="79" y="132"/>
                      <a:pt x="144" y="64"/>
                    </a:cubicBezTo>
                    <a:cubicBezTo>
                      <a:pt x="131" y="54"/>
                      <a:pt x="117" y="44"/>
                      <a:pt x="104" y="34"/>
                    </a:cubicBezTo>
                    <a:cubicBezTo>
                      <a:pt x="121" y="11"/>
                      <a:pt x="135" y="0"/>
                      <a:pt x="160" y="2"/>
                    </a:cubicBezTo>
                    <a:cubicBezTo>
                      <a:pt x="203" y="4"/>
                      <a:pt x="247" y="2"/>
                      <a:pt x="293" y="2"/>
                    </a:cubicBezTo>
                    <a:cubicBezTo>
                      <a:pt x="293" y="31"/>
                      <a:pt x="293" y="59"/>
                      <a:pt x="293" y="87"/>
                    </a:cubicBezTo>
                    <a:cubicBezTo>
                      <a:pt x="293" y="101"/>
                      <a:pt x="291" y="116"/>
                      <a:pt x="293" y="131"/>
                    </a:cubicBezTo>
                    <a:cubicBezTo>
                      <a:pt x="296" y="155"/>
                      <a:pt x="288" y="173"/>
                      <a:pt x="265" y="187"/>
                    </a:cubicBezTo>
                    <a:cubicBezTo>
                      <a:pt x="251" y="174"/>
                      <a:pt x="237" y="161"/>
                      <a:pt x="219" y="144"/>
                    </a:cubicBezTo>
                    <a:cubicBezTo>
                      <a:pt x="198" y="172"/>
                      <a:pt x="178" y="200"/>
                      <a:pt x="157" y="228"/>
                    </a:cubicBezTo>
                    <a:cubicBezTo>
                      <a:pt x="151" y="225"/>
                      <a:pt x="144" y="222"/>
                      <a:pt x="132" y="216"/>
                    </a:cubicBezTo>
                    <a:cubicBezTo>
                      <a:pt x="161" y="178"/>
                      <a:pt x="189" y="142"/>
                      <a:pt x="218" y="106"/>
                    </a:cubicBezTo>
                    <a:cubicBezTo>
                      <a:pt x="235" y="122"/>
                      <a:pt x="249" y="135"/>
                      <a:pt x="265" y="150"/>
                    </a:cubicBezTo>
                    <a:cubicBezTo>
                      <a:pt x="265" y="107"/>
                      <a:pt x="265" y="68"/>
                      <a:pt x="265" y="29"/>
                    </a:cubicBezTo>
                    <a:cubicBezTo>
                      <a:pt x="226" y="29"/>
                      <a:pt x="188" y="29"/>
                      <a:pt x="145" y="29"/>
                    </a:cubicBezTo>
                    <a:cubicBezTo>
                      <a:pt x="158" y="43"/>
                      <a:pt x="168" y="54"/>
                      <a:pt x="180" y="65"/>
                    </a:cubicBezTo>
                    <a:cubicBezTo>
                      <a:pt x="48" y="198"/>
                      <a:pt x="0" y="354"/>
                      <a:pt x="67" y="530"/>
                    </a:cubicBezTo>
                    <a:cubicBezTo>
                      <a:pt x="135" y="705"/>
                      <a:pt x="272" y="792"/>
                      <a:pt x="461" y="805"/>
                    </a:cubicBezTo>
                    <a:cubicBezTo>
                      <a:pt x="461" y="813"/>
                      <a:pt x="461" y="822"/>
                      <a:pt x="461" y="831"/>
                    </a:cubicBezTo>
                    <a:cubicBezTo>
                      <a:pt x="451" y="831"/>
                      <a:pt x="442" y="831"/>
                      <a:pt x="433" y="831"/>
                    </a:cubicBezTo>
                    <a:close/>
                  </a:path>
                </a:pathLst>
              </a:custGeom>
              <a:grpFill/>
              <a:ln>
                <a:noFill/>
              </a:ln>
            </p:spPr>
            <p:txBody>
              <a:bodyPr vert="horz" wrap="square" lIns="91440" tIns="45720" rIns="91440" bIns="45720" numCol="1" anchor="t" anchorCtr="0" compatLnSpc="1">
                <a:prstTxWarp prst="textNoShape">
                  <a:avLst/>
                </a:prstTxWarp>
              </a:bodyPr>
              <a:lstStyle/>
              <a:p>
                <a:pPr>
                  <a:lnSpc>
                    <a:spcPct val="90000"/>
                  </a:lnSpc>
                </a:pPr>
                <a:endParaRPr lang="en-US" sz="1500">
                  <a:latin typeface="+mj-lt"/>
                </a:endParaRPr>
              </a:p>
            </p:txBody>
          </p:sp>
          <p:sp>
            <p:nvSpPr>
              <p:cNvPr id="72" name="Freeform 28">
                <a:extLst>
                  <a:ext uri="{FF2B5EF4-FFF2-40B4-BE49-F238E27FC236}">
                    <a16:creationId xmlns:a16="http://schemas.microsoft.com/office/drawing/2014/main" id="{07DFC253-3CBA-47F3-877D-E6BC76100BB6}"/>
                  </a:ext>
                </a:extLst>
              </p:cNvPr>
              <p:cNvSpPr>
                <a:spLocks/>
              </p:cNvSpPr>
              <p:nvPr/>
            </p:nvSpPr>
            <p:spPr bwMode="auto">
              <a:xfrm>
                <a:off x="939800" y="5395913"/>
                <a:ext cx="14288" cy="14288"/>
              </a:xfrm>
              <a:custGeom>
                <a:avLst/>
                <a:gdLst>
                  <a:gd name="T0" fmla="*/ 24 w 24"/>
                  <a:gd name="T1" fmla="*/ 0 h 26"/>
                  <a:gd name="T2" fmla="*/ 24 w 24"/>
                  <a:gd name="T3" fmla="*/ 26 h 26"/>
                  <a:gd name="T4" fmla="*/ 0 w 24"/>
                  <a:gd name="T5" fmla="*/ 26 h 26"/>
                  <a:gd name="T6" fmla="*/ 0 w 24"/>
                  <a:gd name="T7" fmla="*/ 0 h 26"/>
                  <a:gd name="T8" fmla="*/ 24 w 24"/>
                  <a:gd name="T9" fmla="*/ 0 h 26"/>
                </a:gdLst>
                <a:ahLst/>
                <a:cxnLst>
                  <a:cxn ang="0">
                    <a:pos x="T0" y="T1"/>
                  </a:cxn>
                  <a:cxn ang="0">
                    <a:pos x="T2" y="T3"/>
                  </a:cxn>
                  <a:cxn ang="0">
                    <a:pos x="T4" y="T5"/>
                  </a:cxn>
                  <a:cxn ang="0">
                    <a:pos x="T6" y="T7"/>
                  </a:cxn>
                  <a:cxn ang="0">
                    <a:pos x="T8" y="T9"/>
                  </a:cxn>
                </a:cxnLst>
                <a:rect l="0" t="0" r="r" b="b"/>
                <a:pathLst>
                  <a:path w="24" h="26">
                    <a:moveTo>
                      <a:pt x="24" y="0"/>
                    </a:moveTo>
                    <a:cubicBezTo>
                      <a:pt x="24" y="8"/>
                      <a:pt x="24" y="17"/>
                      <a:pt x="24" y="26"/>
                    </a:cubicBezTo>
                    <a:cubicBezTo>
                      <a:pt x="16" y="26"/>
                      <a:pt x="9" y="26"/>
                      <a:pt x="0" y="26"/>
                    </a:cubicBezTo>
                    <a:cubicBezTo>
                      <a:pt x="0" y="18"/>
                      <a:pt x="0" y="9"/>
                      <a:pt x="0" y="0"/>
                    </a:cubicBezTo>
                    <a:cubicBezTo>
                      <a:pt x="8" y="0"/>
                      <a:pt x="16" y="0"/>
                      <a:pt x="24" y="0"/>
                    </a:cubicBezTo>
                    <a:close/>
                  </a:path>
                </a:pathLst>
              </a:custGeom>
              <a:grpFill/>
              <a:ln>
                <a:noFill/>
              </a:ln>
            </p:spPr>
            <p:txBody>
              <a:bodyPr vert="horz" wrap="square" lIns="91440" tIns="45720" rIns="91440" bIns="45720" numCol="1" anchor="t" anchorCtr="0" compatLnSpc="1">
                <a:prstTxWarp prst="textNoShape">
                  <a:avLst/>
                </a:prstTxWarp>
              </a:bodyPr>
              <a:lstStyle/>
              <a:p>
                <a:pPr>
                  <a:lnSpc>
                    <a:spcPct val="90000"/>
                  </a:lnSpc>
                </a:pPr>
                <a:endParaRPr lang="en-US" sz="1500">
                  <a:latin typeface="+mj-lt"/>
                </a:endParaRPr>
              </a:p>
            </p:txBody>
          </p:sp>
          <p:sp>
            <p:nvSpPr>
              <p:cNvPr id="73" name="Freeform 29">
                <a:extLst>
                  <a:ext uri="{FF2B5EF4-FFF2-40B4-BE49-F238E27FC236}">
                    <a16:creationId xmlns:a16="http://schemas.microsoft.com/office/drawing/2014/main" id="{3D72FB8A-1C27-432E-BF99-2880DD9A3F78}"/>
                  </a:ext>
                </a:extLst>
              </p:cNvPr>
              <p:cNvSpPr>
                <a:spLocks/>
              </p:cNvSpPr>
              <p:nvPr/>
            </p:nvSpPr>
            <p:spPr bwMode="auto">
              <a:xfrm>
                <a:off x="987425" y="5897563"/>
                <a:ext cx="14288" cy="15875"/>
              </a:xfrm>
              <a:custGeom>
                <a:avLst/>
                <a:gdLst>
                  <a:gd name="T0" fmla="*/ 0 w 24"/>
                  <a:gd name="T1" fmla="*/ 27 h 27"/>
                  <a:gd name="T2" fmla="*/ 0 w 24"/>
                  <a:gd name="T3" fmla="*/ 0 h 27"/>
                  <a:gd name="T4" fmla="*/ 24 w 24"/>
                  <a:gd name="T5" fmla="*/ 0 h 27"/>
                  <a:gd name="T6" fmla="*/ 24 w 24"/>
                  <a:gd name="T7" fmla="*/ 27 h 27"/>
                  <a:gd name="T8" fmla="*/ 0 w 24"/>
                  <a:gd name="T9" fmla="*/ 27 h 27"/>
                </a:gdLst>
                <a:ahLst/>
                <a:cxnLst>
                  <a:cxn ang="0">
                    <a:pos x="T0" y="T1"/>
                  </a:cxn>
                  <a:cxn ang="0">
                    <a:pos x="T2" y="T3"/>
                  </a:cxn>
                  <a:cxn ang="0">
                    <a:pos x="T4" y="T5"/>
                  </a:cxn>
                  <a:cxn ang="0">
                    <a:pos x="T6" y="T7"/>
                  </a:cxn>
                  <a:cxn ang="0">
                    <a:pos x="T8" y="T9"/>
                  </a:cxn>
                </a:cxnLst>
                <a:rect l="0" t="0" r="r" b="b"/>
                <a:pathLst>
                  <a:path w="24" h="27">
                    <a:moveTo>
                      <a:pt x="0" y="27"/>
                    </a:moveTo>
                    <a:cubicBezTo>
                      <a:pt x="0" y="18"/>
                      <a:pt x="0" y="10"/>
                      <a:pt x="0" y="0"/>
                    </a:cubicBezTo>
                    <a:cubicBezTo>
                      <a:pt x="7" y="0"/>
                      <a:pt x="14" y="0"/>
                      <a:pt x="24" y="0"/>
                    </a:cubicBezTo>
                    <a:cubicBezTo>
                      <a:pt x="24" y="9"/>
                      <a:pt x="24" y="18"/>
                      <a:pt x="24" y="27"/>
                    </a:cubicBezTo>
                    <a:cubicBezTo>
                      <a:pt x="16" y="27"/>
                      <a:pt x="8" y="27"/>
                      <a:pt x="0" y="27"/>
                    </a:cubicBezTo>
                    <a:close/>
                  </a:path>
                </a:pathLst>
              </a:custGeom>
              <a:grpFill/>
              <a:ln>
                <a:noFill/>
              </a:ln>
            </p:spPr>
            <p:txBody>
              <a:bodyPr vert="horz" wrap="square" lIns="91440" tIns="45720" rIns="91440" bIns="45720" numCol="1" anchor="t" anchorCtr="0" compatLnSpc="1">
                <a:prstTxWarp prst="textNoShape">
                  <a:avLst/>
                </a:prstTxWarp>
              </a:bodyPr>
              <a:lstStyle/>
              <a:p>
                <a:pPr>
                  <a:lnSpc>
                    <a:spcPct val="90000"/>
                  </a:lnSpc>
                </a:pPr>
                <a:endParaRPr lang="en-US" sz="1500">
                  <a:latin typeface="+mj-lt"/>
                </a:endParaRPr>
              </a:p>
            </p:txBody>
          </p:sp>
          <p:sp>
            <p:nvSpPr>
              <p:cNvPr id="74" name="Freeform 30">
                <a:extLst>
                  <a:ext uri="{FF2B5EF4-FFF2-40B4-BE49-F238E27FC236}">
                    <a16:creationId xmlns:a16="http://schemas.microsoft.com/office/drawing/2014/main" id="{EC53295D-A41D-4A92-9682-522AA2CDB3FD}"/>
                  </a:ext>
                </a:extLst>
              </p:cNvPr>
              <p:cNvSpPr>
                <a:spLocks/>
              </p:cNvSpPr>
              <p:nvPr/>
            </p:nvSpPr>
            <p:spPr bwMode="auto">
              <a:xfrm>
                <a:off x="971550" y="5440363"/>
                <a:ext cx="187325" cy="127000"/>
              </a:xfrm>
              <a:custGeom>
                <a:avLst/>
                <a:gdLst>
                  <a:gd name="T0" fmla="*/ 324 w 324"/>
                  <a:gd name="T1" fmla="*/ 208 h 219"/>
                  <a:gd name="T2" fmla="*/ 302 w 324"/>
                  <a:gd name="T3" fmla="*/ 219 h 219"/>
                  <a:gd name="T4" fmla="*/ 1 w 324"/>
                  <a:gd name="T5" fmla="*/ 32 h 219"/>
                  <a:gd name="T6" fmla="*/ 0 w 324"/>
                  <a:gd name="T7" fmla="*/ 20 h 219"/>
                  <a:gd name="T8" fmla="*/ 1 w 324"/>
                  <a:gd name="T9" fmla="*/ 8 h 219"/>
                  <a:gd name="T10" fmla="*/ 324 w 324"/>
                  <a:gd name="T11" fmla="*/ 208 h 219"/>
                </a:gdLst>
                <a:ahLst/>
                <a:cxnLst>
                  <a:cxn ang="0">
                    <a:pos x="T0" y="T1"/>
                  </a:cxn>
                  <a:cxn ang="0">
                    <a:pos x="T2" y="T3"/>
                  </a:cxn>
                  <a:cxn ang="0">
                    <a:pos x="T4" y="T5"/>
                  </a:cxn>
                  <a:cxn ang="0">
                    <a:pos x="T6" y="T7"/>
                  </a:cxn>
                  <a:cxn ang="0">
                    <a:pos x="T8" y="T9"/>
                  </a:cxn>
                  <a:cxn ang="0">
                    <a:pos x="T10" y="T11"/>
                  </a:cxn>
                </a:cxnLst>
                <a:rect l="0" t="0" r="r" b="b"/>
                <a:pathLst>
                  <a:path w="324" h="219">
                    <a:moveTo>
                      <a:pt x="324" y="208"/>
                    </a:moveTo>
                    <a:cubicBezTo>
                      <a:pt x="317" y="212"/>
                      <a:pt x="310" y="215"/>
                      <a:pt x="302" y="219"/>
                    </a:cubicBezTo>
                    <a:cubicBezTo>
                      <a:pt x="237" y="101"/>
                      <a:pt x="137" y="38"/>
                      <a:pt x="1" y="32"/>
                    </a:cubicBezTo>
                    <a:cubicBezTo>
                      <a:pt x="1" y="27"/>
                      <a:pt x="0" y="24"/>
                      <a:pt x="0" y="20"/>
                    </a:cubicBezTo>
                    <a:cubicBezTo>
                      <a:pt x="0" y="16"/>
                      <a:pt x="1" y="12"/>
                      <a:pt x="1" y="8"/>
                    </a:cubicBezTo>
                    <a:cubicBezTo>
                      <a:pt x="113" y="0"/>
                      <a:pt x="264" y="78"/>
                      <a:pt x="324" y="208"/>
                    </a:cubicBezTo>
                    <a:close/>
                  </a:path>
                </a:pathLst>
              </a:custGeom>
              <a:grpFill/>
              <a:ln>
                <a:noFill/>
              </a:ln>
            </p:spPr>
            <p:txBody>
              <a:bodyPr vert="horz" wrap="square" lIns="91440" tIns="45720" rIns="91440" bIns="45720" numCol="1" anchor="t" anchorCtr="0" compatLnSpc="1">
                <a:prstTxWarp prst="textNoShape">
                  <a:avLst/>
                </a:prstTxWarp>
              </a:bodyPr>
              <a:lstStyle/>
              <a:p>
                <a:pPr>
                  <a:lnSpc>
                    <a:spcPct val="90000"/>
                  </a:lnSpc>
                </a:pPr>
                <a:endParaRPr lang="en-US" sz="1500">
                  <a:latin typeface="+mj-lt"/>
                </a:endParaRPr>
              </a:p>
            </p:txBody>
          </p:sp>
          <p:sp>
            <p:nvSpPr>
              <p:cNvPr id="75" name="Freeform 31">
                <a:extLst>
                  <a:ext uri="{FF2B5EF4-FFF2-40B4-BE49-F238E27FC236}">
                    <a16:creationId xmlns:a16="http://schemas.microsoft.com/office/drawing/2014/main" id="{A17E7111-F34C-45F1-8548-730BA77F4411}"/>
                  </a:ext>
                </a:extLst>
              </p:cNvPr>
              <p:cNvSpPr>
                <a:spLocks/>
              </p:cNvSpPr>
              <p:nvPr/>
            </p:nvSpPr>
            <p:spPr bwMode="auto">
              <a:xfrm>
                <a:off x="963613" y="5734051"/>
                <a:ext cx="14288" cy="96838"/>
              </a:xfrm>
              <a:custGeom>
                <a:avLst/>
                <a:gdLst>
                  <a:gd name="T0" fmla="*/ 0 w 25"/>
                  <a:gd name="T1" fmla="*/ 0 h 169"/>
                  <a:gd name="T2" fmla="*/ 25 w 25"/>
                  <a:gd name="T3" fmla="*/ 0 h 169"/>
                  <a:gd name="T4" fmla="*/ 25 w 25"/>
                  <a:gd name="T5" fmla="*/ 169 h 169"/>
                  <a:gd name="T6" fmla="*/ 0 w 25"/>
                  <a:gd name="T7" fmla="*/ 169 h 169"/>
                  <a:gd name="T8" fmla="*/ 0 w 25"/>
                  <a:gd name="T9" fmla="*/ 0 h 169"/>
                </a:gdLst>
                <a:ahLst/>
                <a:cxnLst>
                  <a:cxn ang="0">
                    <a:pos x="T0" y="T1"/>
                  </a:cxn>
                  <a:cxn ang="0">
                    <a:pos x="T2" y="T3"/>
                  </a:cxn>
                  <a:cxn ang="0">
                    <a:pos x="T4" y="T5"/>
                  </a:cxn>
                  <a:cxn ang="0">
                    <a:pos x="T6" y="T7"/>
                  </a:cxn>
                  <a:cxn ang="0">
                    <a:pos x="T8" y="T9"/>
                  </a:cxn>
                </a:cxnLst>
                <a:rect l="0" t="0" r="r" b="b"/>
                <a:pathLst>
                  <a:path w="25" h="169">
                    <a:moveTo>
                      <a:pt x="0" y="0"/>
                    </a:moveTo>
                    <a:cubicBezTo>
                      <a:pt x="9" y="0"/>
                      <a:pt x="16" y="0"/>
                      <a:pt x="25" y="0"/>
                    </a:cubicBezTo>
                    <a:cubicBezTo>
                      <a:pt x="25" y="56"/>
                      <a:pt x="25" y="112"/>
                      <a:pt x="25" y="169"/>
                    </a:cubicBezTo>
                    <a:cubicBezTo>
                      <a:pt x="17" y="169"/>
                      <a:pt x="9" y="169"/>
                      <a:pt x="0" y="169"/>
                    </a:cubicBezTo>
                    <a:cubicBezTo>
                      <a:pt x="0" y="113"/>
                      <a:pt x="0" y="57"/>
                      <a:pt x="0" y="0"/>
                    </a:cubicBezTo>
                    <a:close/>
                  </a:path>
                </a:pathLst>
              </a:custGeom>
              <a:grpFill/>
              <a:ln>
                <a:noFill/>
              </a:ln>
            </p:spPr>
            <p:txBody>
              <a:bodyPr vert="horz" wrap="square" lIns="91440" tIns="45720" rIns="91440" bIns="45720" numCol="1" anchor="t" anchorCtr="0" compatLnSpc="1">
                <a:prstTxWarp prst="textNoShape">
                  <a:avLst/>
                </a:prstTxWarp>
              </a:bodyPr>
              <a:lstStyle/>
              <a:p>
                <a:pPr>
                  <a:lnSpc>
                    <a:spcPct val="90000"/>
                  </a:lnSpc>
                </a:pPr>
                <a:endParaRPr lang="en-US" sz="1500">
                  <a:latin typeface="+mj-lt"/>
                </a:endParaRPr>
              </a:p>
            </p:txBody>
          </p:sp>
          <p:sp>
            <p:nvSpPr>
              <p:cNvPr id="76" name="Freeform 32">
                <a:extLst>
                  <a:ext uri="{FF2B5EF4-FFF2-40B4-BE49-F238E27FC236}">
                    <a16:creationId xmlns:a16="http://schemas.microsoft.com/office/drawing/2014/main" id="{0C992704-9544-477D-A425-7E4A84841178}"/>
                  </a:ext>
                </a:extLst>
              </p:cNvPr>
              <p:cNvSpPr>
                <a:spLocks/>
              </p:cNvSpPr>
              <p:nvPr/>
            </p:nvSpPr>
            <p:spPr bwMode="auto">
              <a:xfrm>
                <a:off x="914400" y="5421313"/>
                <a:ext cx="14288" cy="12700"/>
              </a:xfrm>
              <a:custGeom>
                <a:avLst/>
                <a:gdLst>
                  <a:gd name="T0" fmla="*/ 0 w 26"/>
                  <a:gd name="T1" fmla="*/ 22 h 22"/>
                  <a:gd name="T2" fmla="*/ 0 w 26"/>
                  <a:gd name="T3" fmla="*/ 0 h 22"/>
                  <a:gd name="T4" fmla="*/ 26 w 26"/>
                  <a:gd name="T5" fmla="*/ 0 h 22"/>
                  <a:gd name="T6" fmla="*/ 26 w 26"/>
                  <a:gd name="T7" fmla="*/ 22 h 22"/>
                  <a:gd name="T8" fmla="*/ 0 w 26"/>
                  <a:gd name="T9" fmla="*/ 22 h 22"/>
                </a:gdLst>
                <a:ahLst/>
                <a:cxnLst>
                  <a:cxn ang="0">
                    <a:pos x="T0" y="T1"/>
                  </a:cxn>
                  <a:cxn ang="0">
                    <a:pos x="T2" y="T3"/>
                  </a:cxn>
                  <a:cxn ang="0">
                    <a:pos x="T4" y="T5"/>
                  </a:cxn>
                  <a:cxn ang="0">
                    <a:pos x="T6" y="T7"/>
                  </a:cxn>
                  <a:cxn ang="0">
                    <a:pos x="T8" y="T9"/>
                  </a:cxn>
                </a:cxnLst>
                <a:rect l="0" t="0" r="r" b="b"/>
                <a:pathLst>
                  <a:path w="26" h="22">
                    <a:moveTo>
                      <a:pt x="0" y="22"/>
                    </a:moveTo>
                    <a:cubicBezTo>
                      <a:pt x="0" y="14"/>
                      <a:pt x="0" y="7"/>
                      <a:pt x="0" y="0"/>
                    </a:cubicBezTo>
                    <a:cubicBezTo>
                      <a:pt x="9" y="0"/>
                      <a:pt x="16" y="0"/>
                      <a:pt x="26" y="0"/>
                    </a:cubicBezTo>
                    <a:cubicBezTo>
                      <a:pt x="26" y="6"/>
                      <a:pt x="26" y="13"/>
                      <a:pt x="26" y="22"/>
                    </a:cubicBezTo>
                    <a:cubicBezTo>
                      <a:pt x="18" y="22"/>
                      <a:pt x="10" y="22"/>
                      <a:pt x="0" y="22"/>
                    </a:cubicBezTo>
                    <a:close/>
                  </a:path>
                </a:pathLst>
              </a:custGeom>
              <a:grpFill/>
              <a:ln>
                <a:noFill/>
              </a:ln>
            </p:spPr>
            <p:txBody>
              <a:bodyPr vert="horz" wrap="square" lIns="91440" tIns="45720" rIns="91440" bIns="45720" numCol="1" anchor="t" anchorCtr="0" compatLnSpc="1">
                <a:prstTxWarp prst="textNoShape">
                  <a:avLst/>
                </a:prstTxWarp>
              </a:bodyPr>
              <a:lstStyle/>
              <a:p>
                <a:pPr>
                  <a:lnSpc>
                    <a:spcPct val="90000"/>
                  </a:lnSpc>
                </a:pPr>
                <a:endParaRPr lang="en-US" sz="1500">
                  <a:latin typeface="+mj-lt"/>
                </a:endParaRPr>
              </a:p>
            </p:txBody>
          </p:sp>
          <p:sp>
            <p:nvSpPr>
              <p:cNvPr id="77" name="Freeform 33">
                <a:extLst>
                  <a:ext uri="{FF2B5EF4-FFF2-40B4-BE49-F238E27FC236}">
                    <a16:creationId xmlns:a16="http://schemas.microsoft.com/office/drawing/2014/main" id="{CA02DCA5-34F6-4A20-BBF0-93E6B6D2BEBE}"/>
                  </a:ext>
                </a:extLst>
              </p:cNvPr>
              <p:cNvSpPr>
                <a:spLocks/>
              </p:cNvSpPr>
              <p:nvPr/>
            </p:nvSpPr>
            <p:spPr bwMode="auto">
              <a:xfrm>
                <a:off x="939800" y="5443538"/>
                <a:ext cx="12700" cy="15875"/>
              </a:xfrm>
              <a:custGeom>
                <a:avLst/>
                <a:gdLst>
                  <a:gd name="T0" fmla="*/ 0 w 23"/>
                  <a:gd name="T1" fmla="*/ 25 h 25"/>
                  <a:gd name="T2" fmla="*/ 0 w 23"/>
                  <a:gd name="T3" fmla="*/ 0 h 25"/>
                  <a:gd name="T4" fmla="*/ 23 w 23"/>
                  <a:gd name="T5" fmla="*/ 0 h 25"/>
                  <a:gd name="T6" fmla="*/ 23 w 23"/>
                  <a:gd name="T7" fmla="*/ 25 h 25"/>
                  <a:gd name="T8" fmla="*/ 0 w 23"/>
                  <a:gd name="T9" fmla="*/ 25 h 25"/>
                </a:gdLst>
                <a:ahLst/>
                <a:cxnLst>
                  <a:cxn ang="0">
                    <a:pos x="T0" y="T1"/>
                  </a:cxn>
                  <a:cxn ang="0">
                    <a:pos x="T2" y="T3"/>
                  </a:cxn>
                  <a:cxn ang="0">
                    <a:pos x="T4" y="T5"/>
                  </a:cxn>
                  <a:cxn ang="0">
                    <a:pos x="T6" y="T7"/>
                  </a:cxn>
                  <a:cxn ang="0">
                    <a:pos x="T8" y="T9"/>
                  </a:cxn>
                </a:cxnLst>
                <a:rect l="0" t="0" r="r" b="b"/>
                <a:pathLst>
                  <a:path w="23" h="25">
                    <a:moveTo>
                      <a:pt x="0" y="25"/>
                    </a:moveTo>
                    <a:cubicBezTo>
                      <a:pt x="0" y="16"/>
                      <a:pt x="0" y="8"/>
                      <a:pt x="0" y="0"/>
                    </a:cubicBezTo>
                    <a:cubicBezTo>
                      <a:pt x="8" y="0"/>
                      <a:pt x="15" y="0"/>
                      <a:pt x="23" y="0"/>
                    </a:cubicBezTo>
                    <a:cubicBezTo>
                      <a:pt x="23" y="9"/>
                      <a:pt x="23" y="16"/>
                      <a:pt x="23" y="25"/>
                    </a:cubicBezTo>
                    <a:cubicBezTo>
                      <a:pt x="15" y="25"/>
                      <a:pt x="8" y="25"/>
                      <a:pt x="0" y="25"/>
                    </a:cubicBezTo>
                    <a:close/>
                  </a:path>
                </a:pathLst>
              </a:custGeom>
              <a:grpFill/>
              <a:ln>
                <a:noFill/>
              </a:ln>
            </p:spPr>
            <p:txBody>
              <a:bodyPr vert="horz" wrap="square" lIns="91440" tIns="45720" rIns="91440" bIns="45720" numCol="1" anchor="t" anchorCtr="0" compatLnSpc="1">
                <a:prstTxWarp prst="textNoShape">
                  <a:avLst/>
                </a:prstTxWarp>
              </a:bodyPr>
              <a:lstStyle/>
              <a:p>
                <a:pPr>
                  <a:lnSpc>
                    <a:spcPct val="90000"/>
                  </a:lnSpc>
                </a:pPr>
                <a:endParaRPr lang="en-US" sz="1500">
                  <a:latin typeface="+mj-lt"/>
                </a:endParaRPr>
              </a:p>
            </p:txBody>
          </p:sp>
          <p:sp>
            <p:nvSpPr>
              <p:cNvPr id="78" name="Freeform 34">
                <a:extLst>
                  <a:ext uri="{FF2B5EF4-FFF2-40B4-BE49-F238E27FC236}">
                    <a16:creationId xmlns:a16="http://schemas.microsoft.com/office/drawing/2014/main" id="{766D5F3B-0564-48FD-BDC3-5B651CE8320E}"/>
                  </a:ext>
                </a:extLst>
              </p:cNvPr>
              <p:cNvSpPr>
                <a:spLocks/>
              </p:cNvSpPr>
              <p:nvPr/>
            </p:nvSpPr>
            <p:spPr bwMode="auto">
              <a:xfrm>
                <a:off x="987425" y="5848351"/>
                <a:ext cx="14288" cy="15875"/>
              </a:xfrm>
              <a:custGeom>
                <a:avLst/>
                <a:gdLst>
                  <a:gd name="T0" fmla="*/ 0 w 23"/>
                  <a:gd name="T1" fmla="*/ 25 h 25"/>
                  <a:gd name="T2" fmla="*/ 0 w 23"/>
                  <a:gd name="T3" fmla="*/ 0 h 25"/>
                  <a:gd name="T4" fmla="*/ 23 w 23"/>
                  <a:gd name="T5" fmla="*/ 0 h 25"/>
                  <a:gd name="T6" fmla="*/ 23 w 23"/>
                  <a:gd name="T7" fmla="*/ 25 h 25"/>
                  <a:gd name="T8" fmla="*/ 0 w 23"/>
                  <a:gd name="T9" fmla="*/ 25 h 25"/>
                </a:gdLst>
                <a:ahLst/>
                <a:cxnLst>
                  <a:cxn ang="0">
                    <a:pos x="T0" y="T1"/>
                  </a:cxn>
                  <a:cxn ang="0">
                    <a:pos x="T2" y="T3"/>
                  </a:cxn>
                  <a:cxn ang="0">
                    <a:pos x="T4" y="T5"/>
                  </a:cxn>
                  <a:cxn ang="0">
                    <a:pos x="T6" y="T7"/>
                  </a:cxn>
                  <a:cxn ang="0">
                    <a:pos x="T8" y="T9"/>
                  </a:cxn>
                </a:cxnLst>
                <a:rect l="0" t="0" r="r" b="b"/>
                <a:pathLst>
                  <a:path w="23" h="25">
                    <a:moveTo>
                      <a:pt x="0" y="25"/>
                    </a:moveTo>
                    <a:cubicBezTo>
                      <a:pt x="0" y="16"/>
                      <a:pt x="0" y="8"/>
                      <a:pt x="0" y="0"/>
                    </a:cubicBezTo>
                    <a:cubicBezTo>
                      <a:pt x="8" y="0"/>
                      <a:pt x="15" y="0"/>
                      <a:pt x="23" y="0"/>
                    </a:cubicBezTo>
                    <a:cubicBezTo>
                      <a:pt x="23" y="8"/>
                      <a:pt x="23" y="16"/>
                      <a:pt x="23" y="25"/>
                    </a:cubicBezTo>
                    <a:cubicBezTo>
                      <a:pt x="16" y="25"/>
                      <a:pt x="9" y="25"/>
                      <a:pt x="0" y="25"/>
                    </a:cubicBezTo>
                    <a:close/>
                  </a:path>
                </a:pathLst>
              </a:custGeom>
              <a:grpFill/>
              <a:ln>
                <a:noFill/>
              </a:ln>
            </p:spPr>
            <p:txBody>
              <a:bodyPr vert="horz" wrap="square" lIns="91440" tIns="45720" rIns="91440" bIns="45720" numCol="1" anchor="t" anchorCtr="0" compatLnSpc="1">
                <a:prstTxWarp prst="textNoShape">
                  <a:avLst/>
                </a:prstTxWarp>
              </a:bodyPr>
              <a:lstStyle/>
              <a:p>
                <a:pPr>
                  <a:lnSpc>
                    <a:spcPct val="90000"/>
                  </a:lnSpc>
                </a:pPr>
                <a:endParaRPr lang="en-US" sz="1500">
                  <a:latin typeface="+mj-lt"/>
                </a:endParaRPr>
              </a:p>
            </p:txBody>
          </p:sp>
          <p:sp>
            <p:nvSpPr>
              <p:cNvPr id="79" name="Freeform 35">
                <a:extLst>
                  <a:ext uri="{FF2B5EF4-FFF2-40B4-BE49-F238E27FC236}">
                    <a16:creationId xmlns:a16="http://schemas.microsoft.com/office/drawing/2014/main" id="{1D43D65D-2E1F-4E61-8C31-A9D340E25ADC}"/>
                  </a:ext>
                </a:extLst>
              </p:cNvPr>
              <p:cNvSpPr>
                <a:spLocks/>
              </p:cNvSpPr>
              <p:nvPr/>
            </p:nvSpPr>
            <p:spPr bwMode="auto">
              <a:xfrm>
                <a:off x="1011238" y="5873751"/>
                <a:ext cx="15875" cy="12700"/>
              </a:xfrm>
              <a:custGeom>
                <a:avLst/>
                <a:gdLst>
                  <a:gd name="T0" fmla="*/ 26 w 26"/>
                  <a:gd name="T1" fmla="*/ 0 h 24"/>
                  <a:gd name="T2" fmla="*/ 26 w 26"/>
                  <a:gd name="T3" fmla="*/ 24 h 24"/>
                  <a:gd name="T4" fmla="*/ 0 w 26"/>
                  <a:gd name="T5" fmla="*/ 24 h 24"/>
                  <a:gd name="T6" fmla="*/ 0 w 26"/>
                  <a:gd name="T7" fmla="*/ 1 h 24"/>
                  <a:gd name="T8" fmla="*/ 26 w 26"/>
                  <a:gd name="T9" fmla="*/ 0 h 24"/>
                </a:gdLst>
                <a:ahLst/>
                <a:cxnLst>
                  <a:cxn ang="0">
                    <a:pos x="T0" y="T1"/>
                  </a:cxn>
                  <a:cxn ang="0">
                    <a:pos x="T2" y="T3"/>
                  </a:cxn>
                  <a:cxn ang="0">
                    <a:pos x="T4" y="T5"/>
                  </a:cxn>
                  <a:cxn ang="0">
                    <a:pos x="T6" y="T7"/>
                  </a:cxn>
                  <a:cxn ang="0">
                    <a:pos x="T8" y="T9"/>
                  </a:cxn>
                </a:cxnLst>
                <a:rect l="0" t="0" r="r" b="b"/>
                <a:pathLst>
                  <a:path w="26" h="24">
                    <a:moveTo>
                      <a:pt x="26" y="0"/>
                    </a:moveTo>
                    <a:cubicBezTo>
                      <a:pt x="26" y="9"/>
                      <a:pt x="26" y="16"/>
                      <a:pt x="26" y="24"/>
                    </a:cubicBezTo>
                    <a:cubicBezTo>
                      <a:pt x="17" y="24"/>
                      <a:pt x="9" y="24"/>
                      <a:pt x="0" y="24"/>
                    </a:cubicBezTo>
                    <a:cubicBezTo>
                      <a:pt x="0" y="17"/>
                      <a:pt x="0" y="10"/>
                      <a:pt x="0" y="1"/>
                    </a:cubicBezTo>
                    <a:cubicBezTo>
                      <a:pt x="8" y="0"/>
                      <a:pt x="16" y="0"/>
                      <a:pt x="26" y="0"/>
                    </a:cubicBezTo>
                    <a:close/>
                  </a:path>
                </a:pathLst>
              </a:custGeom>
              <a:grpFill/>
              <a:ln>
                <a:noFill/>
              </a:ln>
            </p:spPr>
            <p:txBody>
              <a:bodyPr vert="horz" wrap="square" lIns="91440" tIns="45720" rIns="91440" bIns="45720" numCol="1" anchor="t" anchorCtr="0" compatLnSpc="1">
                <a:prstTxWarp prst="textNoShape">
                  <a:avLst/>
                </a:prstTxWarp>
              </a:bodyPr>
              <a:lstStyle/>
              <a:p>
                <a:pPr>
                  <a:lnSpc>
                    <a:spcPct val="90000"/>
                  </a:lnSpc>
                </a:pPr>
                <a:endParaRPr lang="en-US" sz="1500">
                  <a:latin typeface="+mj-lt"/>
                </a:endParaRPr>
              </a:p>
            </p:txBody>
          </p:sp>
        </p:grpSp>
      </p:grpSp>
      <p:sp>
        <p:nvSpPr>
          <p:cNvPr id="100" name="Freeform 21">
            <a:extLst>
              <a:ext uri="{FF2B5EF4-FFF2-40B4-BE49-F238E27FC236}">
                <a16:creationId xmlns:a16="http://schemas.microsoft.com/office/drawing/2014/main" id="{B0AFE5DB-C351-4C4B-8B1A-F468E938AC85}"/>
              </a:ext>
            </a:extLst>
          </p:cNvPr>
          <p:cNvSpPr>
            <a:spLocks noEditPoints="1"/>
          </p:cNvSpPr>
          <p:nvPr/>
        </p:nvSpPr>
        <p:spPr bwMode="auto">
          <a:xfrm>
            <a:off x="1033302" y="4406994"/>
            <a:ext cx="393050" cy="421064"/>
          </a:xfrm>
          <a:custGeom>
            <a:avLst/>
            <a:gdLst>
              <a:gd name="T0" fmla="*/ 78 w 106"/>
              <a:gd name="T1" fmla="*/ 24 h 202"/>
              <a:gd name="T2" fmla="*/ 28 w 106"/>
              <a:gd name="T3" fmla="*/ 24 h 202"/>
              <a:gd name="T4" fmla="*/ 28 w 106"/>
              <a:gd name="T5" fmla="*/ 24 h 202"/>
              <a:gd name="T6" fmla="*/ 24 w 106"/>
              <a:gd name="T7" fmla="*/ 22 h 202"/>
              <a:gd name="T8" fmla="*/ 20 w 106"/>
              <a:gd name="T9" fmla="*/ 20 h 202"/>
              <a:gd name="T10" fmla="*/ 18 w 106"/>
              <a:gd name="T11" fmla="*/ 16 h 202"/>
              <a:gd name="T12" fmla="*/ 16 w 106"/>
              <a:gd name="T13" fmla="*/ 12 h 202"/>
              <a:gd name="T14" fmla="*/ 16 w 106"/>
              <a:gd name="T15" fmla="*/ 12 h 202"/>
              <a:gd name="T16" fmla="*/ 18 w 106"/>
              <a:gd name="T17" fmla="*/ 6 h 202"/>
              <a:gd name="T18" fmla="*/ 20 w 106"/>
              <a:gd name="T19" fmla="*/ 2 h 202"/>
              <a:gd name="T20" fmla="*/ 24 w 106"/>
              <a:gd name="T21" fmla="*/ 0 h 202"/>
              <a:gd name="T22" fmla="*/ 28 w 106"/>
              <a:gd name="T23" fmla="*/ 0 h 202"/>
              <a:gd name="T24" fmla="*/ 78 w 106"/>
              <a:gd name="T25" fmla="*/ 0 h 202"/>
              <a:gd name="T26" fmla="*/ 78 w 106"/>
              <a:gd name="T27" fmla="*/ 0 h 202"/>
              <a:gd name="T28" fmla="*/ 82 w 106"/>
              <a:gd name="T29" fmla="*/ 0 h 202"/>
              <a:gd name="T30" fmla="*/ 86 w 106"/>
              <a:gd name="T31" fmla="*/ 2 h 202"/>
              <a:gd name="T32" fmla="*/ 88 w 106"/>
              <a:gd name="T33" fmla="*/ 6 h 202"/>
              <a:gd name="T34" fmla="*/ 90 w 106"/>
              <a:gd name="T35" fmla="*/ 12 h 202"/>
              <a:gd name="T36" fmla="*/ 90 w 106"/>
              <a:gd name="T37" fmla="*/ 12 h 202"/>
              <a:gd name="T38" fmla="*/ 88 w 106"/>
              <a:gd name="T39" fmla="*/ 16 h 202"/>
              <a:gd name="T40" fmla="*/ 86 w 106"/>
              <a:gd name="T41" fmla="*/ 20 h 202"/>
              <a:gd name="T42" fmla="*/ 82 w 106"/>
              <a:gd name="T43" fmla="*/ 22 h 202"/>
              <a:gd name="T44" fmla="*/ 78 w 106"/>
              <a:gd name="T45" fmla="*/ 24 h 202"/>
              <a:gd name="T46" fmla="*/ 78 w 106"/>
              <a:gd name="T47" fmla="*/ 24 h 202"/>
              <a:gd name="T48" fmla="*/ 52 w 106"/>
              <a:gd name="T49" fmla="*/ 202 h 202"/>
              <a:gd name="T50" fmla="*/ 40 w 106"/>
              <a:gd name="T51" fmla="*/ 130 h 202"/>
              <a:gd name="T52" fmla="*/ 64 w 106"/>
              <a:gd name="T53" fmla="*/ 130 h 202"/>
              <a:gd name="T54" fmla="*/ 52 w 106"/>
              <a:gd name="T55" fmla="*/ 202 h 202"/>
              <a:gd name="T56" fmla="*/ 24 w 106"/>
              <a:gd name="T57" fmla="*/ 80 h 202"/>
              <a:gd name="T58" fmla="*/ 34 w 106"/>
              <a:gd name="T59" fmla="*/ 32 h 202"/>
              <a:gd name="T60" fmla="*/ 72 w 106"/>
              <a:gd name="T61" fmla="*/ 32 h 202"/>
              <a:gd name="T62" fmla="*/ 82 w 106"/>
              <a:gd name="T63" fmla="*/ 80 h 202"/>
              <a:gd name="T64" fmla="*/ 24 w 106"/>
              <a:gd name="T65" fmla="*/ 80 h 202"/>
              <a:gd name="T66" fmla="*/ 90 w 106"/>
              <a:gd name="T67" fmla="*/ 122 h 202"/>
              <a:gd name="T68" fmla="*/ 16 w 106"/>
              <a:gd name="T69" fmla="*/ 122 h 202"/>
              <a:gd name="T70" fmla="*/ 16 w 106"/>
              <a:gd name="T71" fmla="*/ 122 h 202"/>
              <a:gd name="T72" fmla="*/ 10 w 106"/>
              <a:gd name="T73" fmla="*/ 120 h 202"/>
              <a:gd name="T74" fmla="*/ 4 w 106"/>
              <a:gd name="T75" fmla="*/ 116 h 202"/>
              <a:gd name="T76" fmla="*/ 2 w 106"/>
              <a:gd name="T77" fmla="*/ 112 h 202"/>
              <a:gd name="T78" fmla="*/ 0 w 106"/>
              <a:gd name="T79" fmla="*/ 104 h 202"/>
              <a:gd name="T80" fmla="*/ 0 w 106"/>
              <a:gd name="T81" fmla="*/ 104 h 202"/>
              <a:gd name="T82" fmla="*/ 2 w 106"/>
              <a:gd name="T83" fmla="*/ 98 h 202"/>
              <a:gd name="T84" fmla="*/ 4 w 106"/>
              <a:gd name="T85" fmla="*/ 94 h 202"/>
              <a:gd name="T86" fmla="*/ 10 w 106"/>
              <a:gd name="T87" fmla="*/ 90 h 202"/>
              <a:gd name="T88" fmla="*/ 16 w 106"/>
              <a:gd name="T89" fmla="*/ 88 h 202"/>
              <a:gd name="T90" fmla="*/ 90 w 106"/>
              <a:gd name="T91" fmla="*/ 88 h 202"/>
              <a:gd name="T92" fmla="*/ 90 w 106"/>
              <a:gd name="T93" fmla="*/ 88 h 202"/>
              <a:gd name="T94" fmla="*/ 96 w 106"/>
              <a:gd name="T95" fmla="*/ 90 h 202"/>
              <a:gd name="T96" fmla="*/ 100 w 106"/>
              <a:gd name="T97" fmla="*/ 94 h 202"/>
              <a:gd name="T98" fmla="*/ 104 w 106"/>
              <a:gd name="T99" fmla="*/ 98 h 202"/>
              <a:gd name="T100" fmla="*/ 106 w 106"/>
              <a:gd name="T101" fmla="*/ 104 h 202"/>
              <a:gd name="T102" fmla="*/ 106 w 106"/>
              <a:gd name="T103" fmla="*/ 104 h 202"/>
              <a:gd name="T104" fmla="*/ 104 w 106"/>
              <a:gd name="T105" fmla="*/ 112 h 202"/>
              <a:gd name="T106" fmla="*/ 100 w 106"/>
              <a:gd name="T107" fmla="*/ 116 h 202"/>
              <a:gd name="T108" fmla="*/ 96 w 106"/>
              <a:gd name="T109" fmla="*/ 120 h 202"/>
              <a:gd name="T110" fmla="*/ 90 w 106"/>
              <a:gd name="T111" fmla="*/ 122 h 202"/>
              <a:gd name="T112" fmla="*/ 90 w 106"/>
              <a:gd name="T113" fmla="*/ 12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6" h="202">
                <a:moveTo>
                  <a:pt x="78" y="24"/>
                </a:moveTo>
                <a:lnTo>
                  <a:pt x="28" y="24"/>
                </a:lnTo>
                <a:lnTo>
                  <a:pt x="28" y="24"/>
                </a:lnTo>
                <a:lnTo>
                  <a:pt x="24" y="22"/>
                </a:lnTo>
                <a:lnTo>
                  <a:pt x="20" y="20"/>
                </a:lnTo>
                <a:lnTo>
                  <a:pt x="18" y="16"/>
                </a:lnTo>
                <a:lnTo>
                  <a:pt x="16" y="12"/>
                </a:lnTo>
                <a:lnTo>
                  <a:pt x="16" y="12"/>
                </a:lnTo>
                <a:lnTo>
                  <a:pt x="18" y="6"/>
                </a:lnTo>
                <a:lnTo>
                  <a:pt x="20" y="2"/>
                </a:lnTo>
                <a:lnTo>
                  <a:pt x="24" y="0"/>
                </a:lnTo>
                <a:lnTo>
                  <a:pt x="28" y="0"/>
                </a:lnTo>
                <a:lnTo>
                  <a:pt x="78" y="0"/>
                </a:lnTo>
                <a:lnTo>
                  <a:pt x="78" y="0"/>
                </a:lnTo>
                <a:lnTo>
                  <a:pt x="82" y="0"/>
                </a:lnTo>
                <a:lnTo>
                  <a:pt x="86" y="2"/>
                </a:lnTo>
                <a:lnTo>
                  <a:pt x="88" y="6"/>
                </a:lnTo>
                <a:lnTo>
                  <a:pt x="90" y="12"/>
                </a:lnTo>
                <a:lnTo>
                  <a:pt x="90" y="12"/>
                </a:lnTo>
                <a:lnTo>
                  <a:pt x="88" y="16"/>
                </a:lnTo>
                <a:lnTo>
                  <a:pt x="86" y="20"/>
                </a:lnTo>
                <a:lnTo>
                  <a:pt x="82" y="22"/>
                </a:lnTo>
                <a:lnTo>
                  <a:pt x="78" y="24"/>
                </a:lnTo>
                <a:lnTo>
                  <a:pt x="78" y="24"/>
                </a:lnTo>
                <a:close/>
                <a:moveTo>
                  <a:pt x="52" y="202"/>
                </a:moveTo>
                <a:lnTo>
                  <a:pt x="40" y="130"/>
                </a:lnTo>
                <a:lnTo>
                  <a:pt x="64" y="130"/>
                </a:lnTo>
                <a:lnTo>
                  <a:pt x="52" y="202"/>
                </a:lnTo>
                <a:close/>
                <a:moveTo>
                  <a:pt x="24" y="80"/>
                </a:moveTo>
                <a:lnTo>
                  <a:pt x="34" y="32"/>
                </a:lnTo>
                <a:lnTo>
                  <a:pt x="72" y="32"/>
                </a:lnTo>
                <a:lnTo>
                  <a:pt x="82" y="80"/>
                </a:lnTo>
                <a:lnTo>
                  <a:pt x="24" y="80"/>
                </a:lnTo>
                <a:close/>
                <a:moveTo>
                  <a:pt x="90" y="122"/>
                </a:moveTo>
                <a:lnTo>
                  <a:pt x="16" y="122"/>
                </a:lnTo>
                <a:lnTo>
                  <a:pt x="16" y="122"/>
                </a:lnTo>
                <a:lnTo>
                  <a:pt x="10" y="120"/>
                </a:lnTo>
                <a:lnTo>
                  <a:pt x="4" y="116"/>
                </a:lnTo>
                <a:lnTo>
                  <a:pt x="2" y="112"/>
                </a:lnTo>
                <a:lnTo>
                  <a:pt x="0" y="104"/>
                </a:lnTo>
                <a:lnTo>
                  <a:pt x="0" y="104"/>
                </a:lnTo>
                <a:lnTo>
                  <a:pt x="2" y="98"/>
                </a:lnTo>
                <a:lnTo>
                  <a:pt x="4" y="94"/>
                </a:lnTo>
                <a:lnTo>
                  <a:pt x="10" y="90"/>
                </a:lnTo>
                <a:lnTo>
                  <a:pt x="16" y="88"/>
                </a:lnTo>
                <a:lnTo>
                  <a:pt x="90" y="88"/>
                </a:lnTo>
                <a:lnTo>
                  <a:pt x="90" y="88"/>
                </a:lnTo>
                <a:lnTo>
                  <a:pt x="96" y="90"/>
                </a:lnTo>
                <a:lnTo>
                  <a:pt x="100" y="94"/>
                </a:lnTo>
                <a:lnTo>
                  <a:pt x="104" y="98"/>
                </a:lnTo>
                <a:lnTo>
                  <a:pt x="106" y="104"/>
                </a:lnTo>
                <a:lnTo>
                  <a:pt x="106" y="104"/>
                </a:lnTo>
                <a:lnTo>
                  <a:pt x="104" y="112"/>
                </a:lnTo>
                <a:lnTo>
                  <a:pt x="100" y="116"/>
                </a:lnTo>
                <a:lnTo>
                  <a:pt x="96" y="120"/>
                </a:lnTo>
                <a:lnTo>
                  <a:pt x="90" y="122"/>
                </a:lnTo>
                <a:lnTo>
                  <a:pt x="90" y="12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1500">
              <a:latin typeface="+mj-lt"/>
            </a:endParaRPr>
          </a:p>
        </p:txBody>
      </p:sp>
    </p:spTree>
    <p:extLst>
      <p:ext uri="{BB962C8B-B14F-4D97-AF65-F5344CB8AC3E}">
        <p14:creationId xmlns:p14="http://schemas.microsoft.com/office/powerpoint/2010/main" val="195111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705F7-F0C7-5E42-A333-FBDC23D98177}"/>
              </a:ext>
            </a:extLst>
          </p:cNvPr>
          <p:cNvSpPr>
            <a:spLocks noGrp="1"/>
          </p:cNvSpPr>
          <p:nvPr>
            <p:ph type="title"/>
          </p:nvPr>
        </p:nvSpPr>
        <p:spPr/>
        <p:txBody>
          <a:bodyPr/>
          <a:lstStyle/>
          <a:p>
            <a:r>
              <a:rPr lang="en-US" b="1" dirty="0"/>
              <a:t>Introduction</a:t>
            </a:r>
          </a:p>
        </p:txBody>
      </p:sp>
      <p:pic>
        <p:nvPicPr>
          <p:cNvPr id="3" name="Picture 2">
            <a:extLst>
              <a:ext uri="{FF2B5EF4-FFF2-40B4-BE49-F238E27FC236}">
                <a16:creationId xmlns:a16="http://schemas.microsoft.com/office/drawing/2014/main" id="{2D888596-2EFB-4195-88E7-84559988E2EC}"/>
              </a:ext>
            </a:extLst>
          </p:cNvPr>
          <p:cNvPicPr>
            <a:picLocks noChangeAspect="1"/>
          </p:cNvPicPr>
          <p:nvPr/>
        </p:nvPicPr>
        <p:blipFill>
          <a:blip r:embed="rId2"/>
          <a:stretch>
            <a:fillRect/>
          </a:stretch>
        </p:blipFill>
        <p:spPr>
          <a:xfrm>
            <a:off x="5469173" y="1916436"/>
            <a:ext cx="6075127" cy="4252589"/>
          </a:xfrm>
          <a:prstGeom prst="rect">
            <a:avLst/>
          </a:prstGeom>
          <a:ln>
            <a:solidFill>
              <a:schemeClr val="tx1"/>
            </a:solidFill>
          </a:ln>
        </p:spPr>
      </p:pic>
      <p:sp>
        <p:nvSpPr>
          <p:cNvPr id="10" name="Content Placeholder 2">
            <a:extLst>
              <a:ext uri="{FF2B5EF4-FFF2-40B4-BE49-F238E27FC236}">
                <a16:creationId xmlns:a16="http://schemas.microsoft.com/office/drawing/2014/main" id="{FE6387F7-CDEC-4C94-B84A-3D0CA16D1D85}"/>
              </a:ext>
            </a:extLst>
          </p:cNvPr>
          <p:cNvSpPr txBox="1">
            <a:spLocks/>
          </p:cNvSpPr>
          <p:nvPr/>
        </p:nvSpPr>
        <p:spPr>
          <a:xfrm>
            <a:off x="711199" y="2285803"/>
            <a:ext cx="5384801" cy="3692965"/>
          </a:xfrm>
          <a:prstGeom prst="rect">
            <a:avLst/>
          </a:prstGeom>
          <a:solidFill>
            <a:schemeClr val="tx2">
              <a:lumMod val="95000"/>
            </a:schemeClr>
          </a:solidFill>
          <a:ln>
            <a:solidFill>
              <a:schemeClr val="tx1"/>
            </a:solid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2000"/>
              <a:buFont typeface="Georgia"/>
              <a:buNone/>
              <a:defRPr sz="2000" b="0" i="0" u="none" strike="noStrike" cap="none">
                <a:solidFill>
                  <a:schemeClr val="dk1"/>
                </a:solidFill>
                <a:latin typeface="Georgia"/>
                <a:ea typeface="Georgia"/>
                <a:cs typeface="Georgia"/>
                <a:sym typeface="Georgia"/>
              </a:defRPr>
            </a:lvl1pPr>
            <a:lvl2pPr marL="914400" marR="0" lvl="1" indent="-355600" algn="l" rtl="0">
              <a:lnSpc>
                <a:spcPct val="100000"/>
              </a:lnSpc>
              <a:spcBef>
                <a:spcPts val="900"/>
              </a:spcBef>
              <a:spcAft>
                <a:spcPts val="0"/>
              </a:spcAft>
              <a:buClr>
                <a:schemeClr val="dk1"/>
              </a:buClr>
              <a:buSzPts val="2000"/>
              <a:buFont typeface="Georgia"/>
              <a:buChar char="•"/>
              <a:defRPr sz="2000" b="0" i="0" u="none" strike="noStrike" cap="none">
                <a:solidFill>
                  <a:schemeClr val="dk1"/>
                </a:solidFill>
                <a:latin typeface="Georgia"/>
                <a:ea typeface="Georgia"/>
                <a:cs typeface="Georgia"/>
                <a:sym typeface="Georgia"/>
              </a:defRPr>
            </a:lvl2pPr>
            <a:lvl3pPr marL="1371600" marR="0" lvl="2" indent="-355600" algn="l" rtl="0">
              <a:lnSpc>
                <a:spcPct val="100000"/>
              </a:lnSpc>
              <a:spcBef>
                <a:spcPts val="900"/>
              </a:spcBef>
              <a:spcAft>
                <a:spcPts val="0"/>
              </a:spcAft>
              <a:buClr>
                <a:schemeClr val="dk1"/>
              </a:buClr>
              <a:buSzPts val="2000"/>
              <a:buFont typeface="Georgia"/>
              <a:buChar char="-"/>
              <a:defRPr sz="2000" b="0" i="0" u="none" strike="noStrike" cap="none">
                <a:solidFill>
                  <a:schemeClr val="dk1"/>
                </a:solidFill>
                <a:latin typeface="Georgia"/>
                <a:ea typeface="Georgia"/>
                <a:cs typeface="Georgia"/>
                <a:sym typeface="Georgia"/>
              </a:defRPr>
            </a:lvl3pPr>
            <a:lvl4pPr marL="1828800" marR="0" lvl="3" indent="-355600" algn="l" rtl="0">
              <a:lnSpc>
                <a:spcPct val="100000"/>
              </a:lnSpc>
              <a:spcBef>
                <a:spcPts val="900"/>
              </a:spcBef>
              <a:spcAft>
                <a:spcPts val="0"/>
              </a:spcAft>
              <a:buClr>
                <a:schemeClr val="dk1"/>
              </a:buClr>
              <a:buSzPts val="2000"/>
              <a:buFont typeface="Georgia"/>
              <a:buChar char="◦"/>
              <a:defRPr sz="2000" b="0" i="0" u="none" strike="noStrike" cap="none">
                <a:solidFill>
                  <a:schemeClr val="dk1"/>
                </a:solidFill>
                <a:latin typeface="Georgia"/>
                <a:ea typeface="Georgia"/>
                <a:cs typeface="Georgia"/>
                <a:sym typeface="Georgia"/>
              </a:defRPr>
            </a:lvl4pPr>
            <a:lvl5pPr marL="2286000" marR="0" lvl="4" indent="-355600" algn="l" rtl="0">
              <a:lnSpc>
                <a:spcPct val="100000"/>
              </a:lnSpc>
              <a:spcBef>
                <a:spcPts val="900"/>
              </a:spcBef>
              <a:spcAft>
                <a:spcPts val="0"/>
              </a:spcAft>
              <a:buClr>
                <a:schemeClr val="dk1"/>
              </a:buClr>
              <a:buSzPts val="2000"/>
              <a:buFont typeface="Georgia"/>
              <a:buChar char="›"/>
              <a:defRPr sz="2000" b="0" i="0" u="none" strike="noStrike" cap="none">
                <a:solidFill>
                  <a:schemeClr val="dk1"/>
                </a:solidFill>
                <a:latin typeface="Georgia"/>
                <a:ea typeface="Georgia"/>
                <a:cs typeface="Georgia"/>
                <a:sym typeface="Georgia"/>
              </a:defRPr>
            </a:lvl5pPr>
            <a:lvl6pPr marL="2743200" marR="0" lvl="5" indent="-355600" algn="l" rtl="0">
              <a:lnSpc>
                <a:spcPct val="100000"/>
              </a:lnSpc>
              <a:spcBef>
                <a:spcPts val="900"/>
              </a:spcBef>
              <a:spcAft>
                <a:spcPts val="0"/>
              </a:spcAft>
              <a:buClr>
                <a:schemeClr val="dk1"/>
              </a:buClr>
              <a:buSzPts val="2000"/>
              <a:buFont typeface="Georgia"/>
              <a:buAutoNum type="arabicPeriod"/>
              <a:defRPr sz="2000" b="0" i="0" u="none" strike="noStrike" cap="none">
                <a:solidFill>
                  <a:schemeClr val="dk1"/>
                </a:solidFill>
                <a:latin typeface="Georgia"/>
                <a:ea typeface="Georgia"/>
                <a:cs typeface="Georgia"/>
                <a:sym typeface="Georgia"/>
              </a:defRPr>
            </a:lvl6pPr>
            <a:lvl7pPr marL="3200400" marR="0" lvl="6" indent="-355600" algn="l" rtl="0">
              <a:lnSpc>
                <a:spcPct val="100000"/>
              </a:lnSpc>
              <a:spcBef>
                <a:spcPts val="900"/>
              </a:spcBef>
              <a:spcAft>
                <a:spcPts val="0"/>
              </a:spcAft>
              <a:buClr>
                <a:schemeClr val="dk1"/>
              </a:buClr>
              <a:buSzPts val="2000"/>
              <a:buFont typeface="Georgia"/>
              <a:buAutoNum type="alphaLcPeriod"/>
              <a:defRPr sz="2000" b="0" i="0" u="none" strike="noStrike" cap="none">
                <a:solidFill>
                  <a:schemeClr val="dk1"/>
                </a:solidFill>
                <a:latin typeface="Georgia"/>
                <a:ea typeface="Georgia"/>
                <a:cs typeface="Georgia"/>
                <a:sym typeface="Georgia"/>
              </a:defRPr>
            </a:lvl7pPr>
            <a:lvl8pPr marL="3657600" marR="0" lvl="7" indent="-355600" algn="l" rtl="0">
              <a:lnSpc>
                <a:spcPct val="100000"/>
              </a:lnSpc>
              <a:spcBef>
                <a:spcPts val="900"/>
              </a:spcBef>
              <a:spcAft>
                <a:spcPts val="0"/>
              </a:spcAft>
              <a:buClr>
                <a:schemeClr val="dk1"/>
              </a:buClr>
              <a:buSzPts val="2000"/>
              <a:buFont typeface="Georgia"/>
              <a:buAutoNum type="romanLcPeriod"/>
              <a:defRPr sz="2000" b="0" i="0" u="none" strike="noStrike" cap="none">
                <a:solidFill>
                  <a:schemeClr val="dk1"/>
                </a:solidFill>
                <a:latin typeface="Georgia"/>
                <a:ea typeface="Georgia"/>
                <a:cs typeface="Georgia"/>
                <a:sym typeface="Georgia"/>
              </a:defRPr>
            </a:lvl8pPr>
            <a:lvl9pPr marL="4114800" marR="0" lvl="8" indent="-228600" algn="l" rtl="0">
              <a:lnSpc>
                <a:spcPct val="100000"/>
              </a:lnSpc>
              <a:spcBef>
                <a:spcPts val="900"/>
              </a:spcBef>
              <a:spcAft>
                <a:spcPts val="900"/>
              </a:spcAft>
              <a:buClr>
                <a:schemeClr val="dk2"/>
              </a:buClr>
              <a:buSzPts val="2000"/>
              <a:buFont typeface="Arial"/>
              <a:buNone/>
              <a:defRPr sz="2000" b="1" i="0" u="none" strike="noStrike" cap="none">
                <a:solidFill>
                  <a:schemeClr val="dk2"/>
                </a:solidFill>
                <a:latin typeface="Georgia"/>
                <a:ea typeface="Georgia"/>
                <a:cs typeface="Georgia"/>
                <a:sym typeface="Georgia"/>
              </a:defRPr>
            </a:lvl9pPr>
          </a:lstStyle>
          <a:p>
            <a:pPr marL="571500" indent="-342900">
              <a:lnSpc>
                <a:spcPct val="150000"/>
              </a:lnSpc>
              <a:buClr>
                <a:schemeClr val="tx1"/>
              </a:buClr>
              <a:buFont typeface="Arial" panose="020B0604020202020204" pitchFamily="34" charset="0"/>
              <a:buChar char="•"/>
            </a:pPr>
            <a:r>
              <a:rPr lang="en-US" sz="1600" dirty="0">
                <a:solidFill>
                  <a:schemeClr val="tx1"/>
                </a:solidFill>
                <a:latin typeface="+mj-lt"/>
              </a:rPr>
              <a:t>Robust and technically advanced application.</a:t>
            </a:r>
          </a:p>
          <a:p>
            <a:pPr marL="571500" indent="-342900">
              <a:lnSpc>
                <a:spcPct val="150000"/>
              </a:lnSpc>
              <a:buClr>
                <a:schemeClr val="tx1"/>
              </a:buClr>
              <a:buFont typeface="Arial" panose="020B0604020202020204" pitchFamily="34" charset="0"/>
              <a:buChar char="•"/>
            </a:pPr>
            <a:r>
              <a:rPr lang="en-US" sz="1600" dirty="0">
                <a:solidFill>
                  <a:schemeClr val="tx1"/>
                </a:solidFill>
                <a:latin typeface="+mj-lt"/>
              </a:rPr>
              <a:t>Focuses on Ease of Doing Business for FBOs.</a:t>
            </a:r>
          </a:p>
          <a:p>
            <a:pPr marL="571500" indent="-342900">
              <a:lnSpc>
                <a:spcPct val="150000"/>
              </a:lnSpc>
              <a:buClr>
                <a:schemeClr val="tx1"/>
              </a:buClr>
              <a:buFont typeface="Arial" panose="020B0604020202020204" pitchFamily="34" charset="0"/>
              <a:buChar char="•"/>
            </a:pPr>
            <a:r>
              <a:rPr lang="en-US" sz="1600" dirty="0">
                <a:solidFill>
                  <a:schemeClr val="tx1"/>
                </a:solidFill>
                <a:latin typeface="+mj-lt"/>
              </a:rPr>
              <a:t>Application is built with Integral capabilities to merge with other IT systems.</a:t>
            </a:r>
          </a:p>
          <a:p>
            <a:pPr marL="571500" indent="-342900">
              <a:lnSpc>
                <a:spcPct val="150000"/>
              </a:lnSpc>
              <a:buClr>
                <a:schemeClr val="tx1"/>
              </a:buClr>
              <a:buFont typeface="Arial" panose="020B0604020202020204" pitchFamily="34" charset="0"/>
              <a:buChar char="•"/>
            </a:pPr>
            <a:r>
              <a:rPr lang="en-US" sz="1600" dirty="0">
                <a:solidFill>
                  <a:schemeClr val="tx1"/>
                </a:solidFill>
                <a:latin typeface="+mj-lt"/>
              </a:rPr>
              <a:t>Architectural capability to withstand higher user traffic and achieve performance excellence. </a:t>
            </a:r>
          </a:p>
          <a:p>
            <a:pPr marL="571500" indent="-342900">
              <a:lnSpc>
                <a:spcPct val="150000"/>
              </a:lnSpc>
              <a:buClr>
                <a:schemeClr val="tx1"/>
              </a:buClr>
              <a:buFont typeface="Arial" panose="020B0604020202020204" pitchFamily="34" charset="0"/>
              <a:buChar char="•"/>
            </a:pPr>
            <a:r>
              <a:rPr lang="en-US" sz="1600" dirty="0">
                <a:solidFill>
                  <a:schemeClr val="tx1"/>
                </a:solidFill>
                <a:latin typeface="+mj-lt"/>
              </a:rPr>
              <a:t>Intuitive and centralized application for various functions.</a:t>
            </a:r>
          </a:p>
          <a:p>
            <a:pPr marL="571500" indent="-342900">
              <a:lnSpc>
                <a:spcPct val="150000"/>
              </a:lnSpc>
              <a:buClr>
                <a:schemeClr val="tx1"/>
              </a:buClr>
              <a:buFont typeface="Arial" panose="020B0604020202020204" pitchFamily="34" charset="0"/>
              <a:buChar char="•"/>
            </a:pPr>
            <a:r>
              <a:rPr lang="en-US" sz="1600" dirty="0">
                <a:solidFill>
                  <a:schemeClr val="tx1"/>
                </a:solidFill>
                <a:latin typeface="+mj-lt"/>
              </a:rPr>
              <a:t>Application enables seamless interoperability for all stakeholders for application processing.</a:t>
            </a:r>
          </a:p>
          <a:p>
            <a:pPr marL="228600" indent="0">
              <a:lnSpc>
                <a:spcPct val="150000"/>
              </a:lnSpc>
              <a:buClr>
                <a:schemeClr val="tx1"/>
              </a:buClr>
            </a:pPr>
            <a:endParaRPr lang="en-US" sz="1600" dirty="0">
              <a:solidFill>
                <a:schemeClr val="tx1"/>
              </a:solidFill>
              <a:latin typeface="+mj-lt"/>
            </a:endParaRPr>
          </a:p>
          <a:p>
            <a:pPr marL="571500" indent="-342900">
              <a:lnSpc>
                <a:spcPct val="150000"/>
              </a:lnSpc>
              <a:buClr>
                <a:schemeClr val="tx1"/>
              </a:buClr>
              <a:buFont typeface="Arial" panose="020B0604020202020204" pitchFamily="34" charset="0"/>
              <a:buChar char="•"/>
            </a:pPr>
            <a:endParaRPr lang="en-US" sz="1600" dirty="0">
              <a:solidFill>
                <a:schemeClr val="tx1"/>
              </a:solidFill>
              <a:latin typeface="+mj-lt"/>
            </a:endParaRPr>
          </a:p>
          <a:p>
            <a:pPr marL="571500" indent="-342900">
              <a:lnSpc>
                <a:spcPct val="150000"/>
              </a:lnSpc>
              <a:buClr>
                <a:schemeClr val="tx1"/>
              </a:buClr>
              <a:buFont typeface="Arial" panose="020B0604020202020204" pitchFamily="34" charset="0"/>
              <a:buChar char="•"/>
            </a:pPr>
            <a:endParaRPr lang="en-US" sz="1600" dirty="0">
              <a:solidFill>
                <a:schemeClr val="tx1"/>
              </a:solidFill>
              <a:latin typeface="+mj-lt"/>
            </a:endParaRPr>
          </a:p>
          <a:p>
            <a:pPr marL="571500" indent="-342900">
              <a:lnSpc>
                <a:spcPct val="150000"/>
              </a:lnSpc>
              <a:buClr>
                <a:schemeClr val="tx1"/>
              </a:buClr>
              <a:buFont typeface="Arial" panose="020B0604020202020204" pitchFamily="34" charset="0"/>
              <a:buChar char="•"/>
            </a:pPr>
            <a:endParaRPr lang="en-US" sz="1600" dirty="0">
              <a:solidFill>
                <a:schemeClr val="tx1"/>
              </a:solidFill>
              <a:latin typeface="+mj-lt"/>
            </a:endParaRPr>
          </a:p>
          <a:p>
            <a:pPr marL="571500" indent="-342900">
              <a:lnSpc>
                <a:spcPct val="150000"/>
              </a:lnSpc>
              <a:buClr>
                <a:schemeClr val="tx1"/>
              </a:buClr>
              <a:buFont typeface="Arial" panose="020B0604020202020204" pitchFamily="34" charset="0"/>
              <a:buChar char="•"/>
            </a:pPr>
            <a:endParaRPr lang="en-US" sz="1600" dirty="0">
              <a:solidFill>
                <a:schemeClr val="tx1"/>
              </a:solidFill>
              <a:latin typeface="+mj-lt"/>
            </a:endParaRPr>
          </a:p>
        </p:txBody>
      </p:sp>
      <p:sp>
        <p:nvSpPr>
          <p:cNvPr id="4" name="Rectangle 3">
            <a:extLst>
              <a:ext uri="{FF2B5EF4-FFF2-40B4-BE49-F238E27FC236}">
                <a16:creationId xmlns:a16="http://schemas.microsoft.com/office/drawing/2014/main" id="{ECDD8F1F-F032-43FD-BCF6-49826BFD4260}"/>
              </a:ext>
            </a:extLst>
          </p:cNvPr>
          <p:cNvSpPr/>
          <p:nvPr/>
        </p:nvSpPr>
        <p:spPr>
          <a:xfrm>
            <a:off x="711200" y="1105502"/>
            <a:ext cx="10833100" cy="6578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000" dirty="0">
                <a:solidFill>
                  <a:schemeClr val="tx1"/>
                </a:solidFill>
                <a:latin typeface="+mj-lt"/>
              </a:rPr>
              <a:t>Change in focus from Licensing platform to a Centralized Food </a:t>
            </a:r>
            <a:r>
              <a:rPr lang="en-GB" sz="2000" b="1" dirty="0">
                <a:solidFill>
                  <a:schemeClr val="tx1"/>
                </a:solidFill>
                <a:latin typeface="+mj-lt"/>
              </a:rPr>
              <a:t>Safety Compliance Regulatory platform</a:t>
            </a:r>
          </a:p>
        </p:txBody>
      </p:sp>
    </p:spTree>
    <p:extLst>
      <p:ext uri="{BB962C8B-B14F-4D97-AF65-F5344CB8AC3E}">
        <p14:creationId xmlns:p14="http://schemas.microsoft.com/office/powerpoint/2010/main" val="857516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0C2FFE0-9FE8-49B5-97C0-5842842090CA}"/>
              </a:ext>
            </a:extLst>
          </p:cNvPr>
          <p:cNvSpPr/>
          <p:nvPr/>
        </p:nvSpPr>
        <p:spPr>
          <a:xfrm>
            <a:off x="740003" y="1066799"/>
            <a:ext cx="3291840" cy="52636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3EB1BFFB-BBE8-462A-B206-1E3219DE303C}"/>
              </a:ext>
            </a:extLst>
          </p:cNvPr>
          <p:cNvSpPr/>
          <p:nvPr/>
        </p:nvSpPr>
        <p:spPr>
          <a:xfrm>
            <a:off x="4493623" y="1066797"/>
            <a:ext cx="3291840" cy="5263663"/>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BDEC5D2F-E5DE-41A4-90B3-6CD9E146D514}"/>
              </a:ext>
            </a:extLst>
          </p:cNvPr>
          <p:cNvSpPr/>
          <p:nvPr/>
        </p:nvSpPr>
        <p:spPr>
          <a:xfrm>
            <a:off x="8261751" y="1066798"/>
            <a:ext cx="3291840" cy="5263662"/>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Google Shape;8003;p789">
            <a:extLst>
              <a:ext uri="{FF2B5EF4-FFF2-40B4-BE49-F238E27FC236}">
                <a16:creationId xmlns:a16="http://schemas.microsoft.com/office/drawing/2014/main" id="{3141D0F1-5524-4495-9611-0AC2449BAA3E}"/>
              </a:ext>
            </a:extLst>
          </p:cNvPr>
          <p:cNvSpPr/>
          <p:nvPr/>
        </p:nvSpPr>
        <p:spPr>
          <a:xfrm>
            <a:off x="847314" y="1441165"/>
            <a:ext cx="2814140" cy="281406"/>
          </a:xfrm>
          <a:prstGeom prst="rect">
            <a:avLst/>
          </a:prstGeom>
          <a:noFill/>
          <a:ln>
            <a:noFill/>
          </a:ln>
        </p:spPr>
        <p:txBody>
          <a:bodyPr spcFirstLastPara="1" wrap="square" lIns="0" tIns="0" rIns="0" bIns="0" anchor="b" anchorCtr="0">
            <a:noAutofit/>
          </a:bodyPr>
          <a:lstStyle/>
          <a:p>
            <a:pPr marL="0" marR="0" lvl="1" indent="0" rtl="0">
              <a:lnSpc>
                <a:spcPct val="90000"/>
              </a:lnSpc>
              <a:spcBef>
                <a:spcPts val="0"/>
              </a:spcBef>
              <a:spcAft>
                <a:spcPts val="0"/>
              </a:spcAft>
              <a:buClr>
                <a:srgbClr val="FFB600"/>
              </a:buClr>
              <a:buSzPts val="1400"/>
              <a:buFont typeface="Georgia"/>
              <a:buNone/>
            </a:pPr>
            <a:r>
              <a:rPr lang="en-GB" sz="1800" b="1" dirty="0">
                <a:solidFill>
                  <a:schemeClr val="tx2"/>
                </a:solidFill>
                <a:latin typeface="+mj-lt"/>
                <a:sym typeface="Georgia"/>
              </a:rPr>
              <a:t>Improved Operational Capabilities</a:t>
            </a:r>
            <a:endParaRPr sz="1800" b="1" dirty="0">
              <a:solidFill>
                <a:schemeClr val="tx2"/>
              </a:solidFill>
              <a:latin typeface="+mj-lt"/>
            </a:endParaRPr>
          </a:p>
        </p:txBody>
      </p:sp>
      <p:sp>
        <p:nvSpPr>
          <p:cNvPr id="8" name="Google Shape;8004;p789">
            <a:extLst>
              <a:ext uri="{FF2B5EF4-FFF2-40B4-BE49-F238E27FC236}">
                <a16:creationId xmlns:a16="http://schemas.microsoft.com/office/drawing/2014/main" id="{39A789CA-B55F-402F-BC13-0E7F948AD351}"/>
              </a:ext>
            </a:extLst>
          </p:cNvPr>
          <p:cNvSpPr txBox="1"/>
          <p:nvPr/>
        </p:nvSpPr>
        <p:spPr>
          <a:xfrm>
            <a:off x="845511" y="1965686"/>
            <a:ext cx="3080824" cy="1061075"/>
          </a:xfrm>
          <a:prstGeom prst="rect">
            <a:avLst/>
          </a:prstGeom>
          <a:noFill/>
          <a:ln>
            <a:noFill/>
          </a:ln>
        </p:spPr>
        <p:txBody>
          <a:bodyPr spcFirstLastPara="1" wrap="square" lIns="0" tIns="72000" rIns="0" bIns="0" anchor="t" anchorCtr="0">
            <a:noAutofit/>
          </a:bodyPr>
          <a:lstStyle/>
          <a:p>
            <a:pPr marL="285750" marR="0" lvl="1" indent="-285750" algn="l" rtl="0">
              <a:lnSpc>
                <a:spcPct val="150000"/>
              </a:lnSpc>
              <a:spcBef>
                <a:spcPts val="600"/>
              </a:spcBef>
              <a:spcAft>
                <a:spcPts val="0"/>
              </a:spcAft>
              <a:buClr>
                <a:srgbClr val="FFFFFF"/>
              </a:buClr>
              <a:buSzPts val="1000"/>
              <a:buFont typeface="Arial" panose="020B0604020202020204" pitchFamily="34" charset="0"/>
              <a:buChar char="•"/>
            </a:pPr>
            <a:r>
              <a:rPr lang="en-US" dirty="0">
                <a:solidFill>
                  <a:srgbClr val="FFFFFF"/>
                </a:solidFill>
                <a:latin typeface="+mj-lt"/>
              </a:rPr>
              <a:t>Standardized product approach rather than text box approach.</a:t>
            </a:r>
          </a:p>
          <a:p>
            <a:pPr marL="285750" marR="0" lvl="1" indent="-285750" algn="l" rtl="0">
              <a:lnSpc>
                <a:spcPct val="150000"/>
              </a:lnSpc>
              <a:spcBef>
                <a:spcPts val="600"/>
              </a:spcBef>
              <a:spcAft>
                <a:spcPts val="0"/>
              </a:spcAft>
              <a:buClr>
                <a:srgbClr val="FFFFFF"/>
              </a:buClr>
              <a:buSzPts val="1000"/>
              <a:buFont typeface="Arial" panose="020B0604020202020204" pitchFamily="34" charset="0"/>
              <a:buChar char="•"/>
            </a:pPr>
            <a:r>
              <a:rPr lang="en-US" dirty="0" err="1">
                <a:solidFill>
                  <a:srgbClr val="FFFFFF"/>
                </a:solidFill>
                <a:latin typeface="+mj-lt"/>
              </a:rPr>
              <a:t>KoB</a:t>
            </a:r>
            <a:r>
              <a:rPr lang="en-US" dirty="0">
                <a:solidFill>
                  <a:srgbClr val="FFFFFF"/>
                </a:solidFill>
                <a:latin typeface="+mj-lt"/>
              </a:rPr>
              <a:t> wise documentation required.</a:t>
            </a:r>
          </a:p>
          <a:p>
            <a:pPr marL="285750" marR="0" lvl="1" indent="-285750" algn="l" rtl="0">
              <a:lnSpc>
                <a:spcPct val="150000"/>
              </a:lnSpc>
              <a:spcBef>
                <a:spcPts val="600"/>
              </a:spcBef>
              <a:spcAft>
                <a:spcPts val="0"/>
              </a:spcAft>
              <a:buClr>
                <a:srgbClr val="FFFFFF"/>
              </a:buClr>
              <a:buSzPts val="1000"/>
              <a:buFont typeface="Arial" panose="020B0604020202020204" pitchFamily="34" charset="0"/>
              <a:buChar char="•"/>
            </a:pPr>
            <a:r>
              <a:rPr lang="en-US" dirty="0">
                <a:solidFill>
                  <a:srgbClr val="FFFFFF"/>
                </a:solidFill>
                <a:latin typeface="+mj-lt"/>
              </a:rPr>
              <a:t>Document based declarations revised to check box declarations.</a:t>
            </a:r>
          </a:p>
          <a:p>
            <a:pPr marL="285750" marR="0" lvl="1" indent="-285750" algn="l" rtl="0">
              <a:lnSpc>
                <a:spcPct val="150000"/>
              </a:lnSpc>
              <a:spcBef>
                <a:spcPts val="600"/>
              </a:spcBef>
              <a:spcAft>
                <a:spcPts val="0"/>
              </a:spcAft>
              <a:buClr>
                <a:srgbClr val="FFFFFF"/>
              </a:buClr>
              <a:buSzPts val="1000"/>
              <a:buFont typeface="Arial" panose="020B0604020202020204" pitchFamily="34" charset="0"/>
              <a:buChar char="•"/>
            </a:pPr>
            <a:r>
              <a:rPr lang="en-US" dirty="0">
                <a:solidFill>
                  <a:srgbClr val="FFFFFF"/>
                </a:solidFill>
                <a:latin typeface="+mj-lt"/>
              </a:rPr>
              <a:t>Enhanced segregations of </a:t>
            </a:r>
            <a:r>
              <a:rPr lang="en-US" dirty="0" err="1">
                <a:solidFill>
                  <a:srgbClr val="FFFFFF"/>
                </a:solidFill>
                <a:latin typeface="+mj-lt"/>
              </a:rPr>
              <a:t>KoBs</a:t>
            </a:r>
            <a:r>
              <a:rPr lang="en-US" dirty="0">
                <a:solidFill>
                  <a:srgbClr val="FFFFFF"/>
                </a:solidFill>
                <a:latin typeface="+mj-lt"/>
              </a:rPr>
              <a:t>.</a:t>
            </a:r>
          </a:p>
          <a:p>
            <a:pPr marL="285750" lvl="1" indent="-285750">
              <a:lnSpc>
                <a:spcPct val="150000"/>
              </a:lnSpc>
              <a:spcBef>
                <a:spcPts val="600"/>
              </a:spcBef>
              <a:buClr>
                <a:srgbClr val="FFFFFF"/>
              </a:buClr>
              <a:buSzPts val="1000"/>
              <a:buFont typeface="Arial" panose="020B0604020202020204" pitchFamily="34" charset="0"/>
              <a:buChar char="•"/>
            </a:pPr>
            <a:r>
              <a:rPr lang="en-US" dirty="0">
                <a:solidFill>
                  <a:srgbClr val="FFFFFF"/>
                </a:solidFill>
                <a:latin typeface="+mj-lt"/>
              </a:rPr>
              <a:t>Addition of Nutraceuticals and Non- Specified (Novel Foods) as separate business category under manufacturing.</a:t>
            </a:r>
          </a:p>
          <a:p>
            <a:pPr marL="285750" lvl="1" indent="-285750">
              <a:lnSpc>
                <a:spcPct val="150000"/>
              </a:lnSpc>
              <a:spcBef>
                <a:spcPts val="600"/>
              </a:spcBef>
              <a:buClr>
                <a:srgbClr val="FFFFFF"/>
              </a:buClr>
              <a:buSzPts val="1000"/>
              <a:buFont typeface="Arial" panose="020B0604020202020204" pitchFamily="34" charset="0"/>
              <a:buChar char="•"/>
            </a:pPr>
            <a:r>
              <a:rPr lang="en-US" dirty="0">
                <a:solidFill>
                  <a:srgbClr val="FFFFFF"/>
                </a:solidFill>
                <a:latin typeface="+mj-lt"/>
              </a:rPr>
              <a:t>New feature to submit annual returns online.</a:t>
            </a:r>
          </a:p>
          <a:p>
            <a:pPr marL="285750" marR="0" lvl="1" indent="-285750" algn="l" rtl="0">
              <a:lnSpc>
                <a:spcPct val="150000"/>
              </a:lnSpc>
              <a:spcBef>
                <a:spcPts val="0"/>
              </a:spcBef>
              <a:spcAft>
                <a:spcPts val="0"/>
              </a:spcAft>
              <a:buClr>
                <a:srgbClr val="FFFFFF"/>
              </a:buClr>
              <a:buSzPts val="1000"/>
              <a:buFont typeface="Arial" panose="020B0604020202020204" pitchFamily="34" charset="0"/>
              <a:buChar char="•"/>
            </a:pPr>
            <a:endParaRPr lang="en-US" b="0" i="0" u="none" strike="noStrike" cap="none" dirty="0">
              <a:solidFill>
                <a:srgbClr val="FFFFFF"/>
              </a:solidFill>
              <a:latin typeface="+mj-lt"/>
              <a:ea typeface="Arial"/>
              <a:cs typeface="Arial"/>
              <a:sym typeface="Arial"/>
            </a:endParaRPr>
          </a:p>
          <a:p>
            <a:pPr marL="0" marR="0" lvl="1" indent="0" algn="l" rtl="0">
              <a:lnSpc>
                <a:spcPct val="150000"/>
              </a:lnSpc>
              <a:spcBef>
                <a:spcPts val="0"/>
              </a:spcBef>
              <a:spcAft>
                <a:spcPts val="0"/>
              </a:spcAft>
              <a:buClr>
                <a:schemeClr val="lt1"/>
              </a:buClr>
              <a:buSzPts val="1000"/>
              <a:buFont typeface="Arial"/>
              <a:buNone/>
            </a:pPr>
            <a:endParaRPr lang="en-US" b="0" i="0" u="none" strike="noStrike" cap="none" dirty="0">
              <a:solidFill>
                <a:srgbClr val="FFFFFF"/>
              </a:solidFill>
              <a:latin typeface="+mj-lt"/>
              <a:ea typeface="Arial"/>
              <a:cs typeface="Arial"/>
              <a:sym typeface="Arial"/>
            </a:endParaRPr>
          </a:p>
        </p:txBody>
      </p:sp>
      <p:sp>
        <p:nvSpPr>
          <p:cNvPr id="13" name="Google Shape;8003;p789">
            <a:extLst>
              <a:ext uri="{FF2B5EF4-FFF2-40B4-BE49-F238E27FC236}">
                <a16:creationId xmlns:a16="http://schemas.microsoft.com/office/drawing/2014/main" id="{17382A86-A09D-4827-A5C3-57897C11CE52}"/>
              </a:ext>
            </a:extLst>
          </p:cNvPr>
          <p:cNvSpPr/>
          <p:nvPr/>
        </p:nvSpPr>
        <p:spPr>
          <a:xfrm>
            <a:off x="4726190" y="1498720"/>
            <a:ext cx="3088078" cy="243752"/>
          </a:xfrm>
          <a:prstGeom prst="rect">
            <a:avLst/>
          </a:prstGeom>
          <a:noFill/>
          <a:ln>
            <a:noFill/>
          </a:ln>
        </p:spPr>
        <p:txBody>
          <a:bodyPr spcFirstLastPara="1" wrap="square" lIns="0" tIns="0" rIns="0" bIns="0" anchor="b" anchorCtr="0">
            <a:noAutofit/>
          </a:bodyPr>
          <a:lstStyle/>
          <a:p>
            <a:pPr marL="0" marR="0" lvl="1" indent="0" algn="l" rtl="0">
              <a:lnSpc>
                <a:spcPct val="90000"/>
              </a:lnSpc>
              <a:spcBef>
                <a:spcPts val="0"/>
              </a:spcBef>
              <a:spcAft>
                <a:spcPts val="0"/>
              </a:spcAft>
              <a:buClr>
                <a:srgbClr val="FFB600"/>
              </a:buClr>
              <a:buSzPts val="1400"/>
              <a:buFont typeface="Georgia"/>
              <a:buNone/>
            </a:pPr>
            <a:r>
              <a:rPr lang="en-GB" sz="1800" b="1" dirty="0">
                <a:solidFill>
                  <a:schemeClr val="tx2"/>
                </a:solidFill>
                <a:latin typeface="+mj-lt"/>
                <a:sym typeface="Georgia"/>
              </a:rPr>
              <a:t>Enhanced Technology platform</a:t>
            </a:r>
            <a:endParaRPr sz="1800" b="1" dirty="0">
              <a:solidFill>
                <a:schemeClr val="tx2"/>
              </a:solidFill>
              <a:latin typeface="+mj-lt"/>
            </a:endParaRPr>
          </a:p>
        </p:txBody>
      </p:sp>
      <p:sp>
        <p:nvSpPr>
          <p:cNvPr id="14" name="Google Shape;8004;p789">
            <a:extLst>
              <a:ext uri="{FF2B5EF4-FFF2-40B4-BE49-F238E27FC236}">
                <a16:creationId xmlns:a16="http://schemas.microsoft.com/office/drawing/2014/main" id="{6901D952-1375-468C-9168-084B2F921B12}"/>
              </a:ext>
            </a:extLst>
          </p:cNvPr>
          <p:cNvSpPr txBox="1"/>
          <p:nvPr/>
        </p:nvSpPr>
        <p:spPr>
          <a:xfrm>
            <a:off x="4592818" y="2058944"/>
            <a:ext cx="2974254" cy="788286"/>
          </a:xfrm>
          <a:prstGeom prst="rect">
            <a:avLst/>
          </a:prstGeom>
          <a:noFill/>
          <a:ln>
            <a:noFill/>
          </a:ln>
        </p:spPr>
        <p:txBody>
          <a:bodyPr spcFirstLastPara="1" wrap="square" lIns="0" tIns="72000" rIns="0" bIns="0" anchor="t" anchorCtr="0">
            <a:noAutofit/>
          </a:bodyPr>
          <a:lstStyle/>
          <a:p>
            <a:pPr marL="285750" lvl="1" indent="-285750">
              <a:lnSpc>
                <a:spcPct val="150000"/>
              </a:lnSpc>
              <a:spcBef>
                <a:spcPts val="600"/>
              </a:spcBef>
              <a:buClr>
                <a:srgbClr val="FFFFFF"/>
              </a:buClr>
              <a:buSzPts val="1000"/>
              <a:buFont typeface="Arial" panose="020B0604020202020204" pitchFamily="34" charset="0"/>
              <a:buChar char="•"/>
            </a:pPr>
            <a:r>
              <a:rPr lang="en-US" dirty="0">
                <a:solidFill>
                  <a:srgbClr val="FFFFFF"/>
                </a:solidFill>
                <a:latin typeface="+mj-lt"/>
              </a:rPr>
              <a:t>Upgradation of hardware and Software for Enhanced processing speed and Higher user traffic capability</a:t>
            </a:r>
          </a:p>
          <a:p>
            <a:pPr marL="285750" lvl="1" indent="-285750">
              <a:lnSpc>
                <a:spcPct val="150000"/>
              </a:lnSpc>
              <a:spcBef>
                <a:spcPts val="600"/>
              </a:spcBef>
              <a:buClr>
                <a:srgbClr val="FFFFFF"/>
              </a:buClr>
              <a:buSzPts val="1000"/>
              <a:buFont typeface="Arial" panose="020B0604020202020204" pitchFamily="34" charset="0"/>
              <a:buChar char="•"/>
            </a:pPr>
            <a:r>
              <a:rPr lang="en-US" dirty="0">
                <a:solidFill>
                  <a:srgbClr val="FFFFFF"/>
                </a:solidFill>
                <a:latin typeface="+mj-lt"/>
              </a:rPr>
              <a:t>FBO will be able to view inspection report online on </a:t>
            </a:r>
            <a:r>
              <a:rPr lang="en-US" dirty="0" err="1">
                <a:solidFill>
                  <a:srgbClr val="FFFFFF"/>
                </a:solidFill>
                <a:latin typeface="+mj-lt"/>
              </a:rPr>
              <a:t>FoSCoS</a:t>
            </a:r>
            <a:r>
              <a:rPr lang="en-US" dirty="0">
                <a:solidFill>
                  <a:srgbClr val="FFFFFF"/>
                </a:solidFill>
                <a:latin typeface="+mj-lt"/>
              </a:rPr>
              <a:t>  as </a:t>
            </a:r>
            <a:r>
              <a:rPr lang="en-US" dirty="0" err="1">
                <a:solidFill>
                  <a:srgbClr val="FFFFFF"/>
                </a:solidFill>
                <a:latin typeface="+mj-lt"/>
              </a:rPr>
              <a:t>FoSCoRIS</a:t>
            </a:r>
            <a:r>
              <a:rPr lang="en-US" dirty="0">
                <a:solidFill>
                  <a:srgbClr val="FFFFFF"/>
                </a:solidFill>
                <a:latin typeface="+mj-lt"/>
              </a:rPr>
              <a:t> is now integrated.</a:t>
            </a:r>
          </a:p>
          <a:p>
            <a:pPr marL="285750" lvl="1" indent="-285750">
              <a:lnSpc>
                <a:spcPct val="150000"/>
              </a:lnSpc>
              <a:spcBef>
                <a:spcPts val="600"/>
              </a:spcBef>
              <a:buClr>
                <a:srgbClr val="FFFFFF"/>
              </a:buClr>
              <a:buSzPts val="1000"/>
              <a:buFont typeface="Arial" panose="020B0604020202020204" pitchFamily="34" charset="0"/>
              <a:buChar char="•"/>
            </a:pPr>
            <a:r>
              <a:rPr lang="en-US" dirty="0">
                <a:solidFill>
                  <a:srgbClr val="FFFFFF"/>
                </a:solidFill>
                <a:latin typeface="+mj-lt"/>
              </a:rPr>
              <a:t>Scalable Architecture to meet future upgrades, new functionalities and integration with other IT systems.</a:t>
            </a:r>
          </a:p>
          <a:p>
            <a:pPr marL="285750" lvl="1" indent="-285750">
              <a:lnSpc>
                <a:spcPct val="150000"/>
              </a:lnSpc>
              <a:buClr>
                <a:srgbClr val="FFFFFF"/>
              </a:buClr>
              <a:buSzPts val="1000"/>
              <a:buFont typeface="Arial" panose="020B0604020202020204" pitchFamily="34" charset="0"/>
              <a:buChar char="•"/>
            </a:pPr>
            <a:endParaRPr lang="en-US" dirty="0">
              <a:solidFill>
                <a:srgbClr val="FFFFFF"/>
              </a:solidFill>
              <a:latin typeface="+mj-lt"/>
            </a:endParaRPr>
          </a:p>
          <a:p>
            <a:pPr marL="285750" marR="0" lvl="1" indent="-285750" algn="l" rtl="0">
              <a:lnSpc>
                <a:spcPct val="150000"/>
              </a:lnSpc>
              <a:spcBef>
                <a:spcPts val="0"/>
              </a:spcBef>
              <a:spcAft>
                <a:spcPts val="0"/>
              </a:spcAft>
              <a:buClr>
                <a:srgbClr val="FFFFFF"/>
              </a:buClr>
              <a:buSzPts val="1000"/>
              <a:buFont typeface="Arial" panose="020B0604020202020204" pitchFamily="34" charset="0"/>
              <a:buChar char="•"/>
            </a:pPr>
            <a:endParaRPr b="0" i="0" u="none" strike="noStrike" cap="none" dirty="0">
              <a:solidFill>
                <a:srgbClr val="FFFFFF"/>
              </a:solidFill>
              <a:latin typeface="+mj-lt"/>
              <a:ea typeface="Arial"/>
              <a:cs typeface="Arial"/>
              <a:sym typeface="Arial"/>
            </a:endParaRPr>
          </a:p>
          <a:p>
            <a:pPr marL="0" marR="0" lvl="1" indent="0" algn="l" rtl="0">
              <a:lnSpc>
                <a:spcPct val="150000"/>
              </a:lnSpc>
              <a:spcBef>
                <a:spcPts val="0"/>
              </a:spcBef>
              <a:spcAft>
                <a:spcPts val="0"/>
              </a:spcAft>
              <a:buClr>
                <a:schemeClr val="lt1"/>
              </a:buClr>
              <a:buSzPts val="1000"/>
              <a:buFont typeface="Arial"/>
              <a:buNone/>
            </a:pPr>
            <a:endParaRPr b="0" i="0" u="none" strike="noStrike" cap="none" dirty="0">
              <a:solidFill>
                <a:srgbClr val="FFFFFF"/>
              </a:solidFill>
              <a:latin typeface="+mj-lt"/>
              <a:ea typeface="Arial"/>
              <a:cs typeface="Arial"/>
              <a:sym typeface="Arial"/>
            </a:endParaRPr>
          </a:p>
        </p:txBody>
      </p:sp>
      <p:sp>
        <p:nvSpPr>
          <p:cNvPr id="15" name="Freeform 79">
            <a:extLst>
              <a:ext uri="{FF2B5EF4-FFF2-40B4-BE49-F238E27FC236}">
                <a16:creationId xmlns:a16="http://schemas.microsoft.com/office/drawing/2014/main" id="{2AC587BA-591C-482E-90EF-F6773226FDCF}"/>
              </a:ext>
            </a:extLst>
          </p:cNvPr>
          <p:cNvSpPr>
            <a:spLocks noEditPoints="1"/>
          </p:cNvSpPr>
          <p:nvPr/>
        </p:nvSpPr>
        <p:spPr bwMode="auto">
          <a:xfrm>
            <a:off x="7095477" y="1460717"/>
            <a:ext cx="566815" cy="545507"/>
          </a:xfrm>
          <a:custGeom>
            <a:avLst/>
            <a:gdLst>
              <a:gd name="T0" fmla="*/ 130 w 282"/>
              <a:gd name="T1" fmla="*/ 166 h 282"/>
              <a:gd name="T2" fmla="*/ 114 w 282"/>
              <a:gd name="T3" fmla="*/ 140 h 282"/>
              <a:gd name="T4" fmla="*/ 122 w 282"/>
              <a:gd name="T5" fmla="*/ 122 h 282"/>
              <a:gd name="T6" fmla="*/ 140 w 282"/>
              <a:gd name="T7" fmla="*/ 114 h 282"/>
              <a:gd name="T8" fmla="*/ 166 w 282"/>
              <a:gd name="T9" fmla="*/ 130 h 282"/>
              <a:gd name="T10" fmla="*/ 166 w 282"/>
              <a:gd name="T11" fmla="*/ 152 h 282"/>
              <a:gd name="T12" fmla="*/ 140 w 282"/>
              <a:gd name="T13" fmla="*/ 168 h 282"/>
              <a:gd name="T14" fmla="*/ 140 w 282"/>
              <a:gd name="T15" fmla="*/ 70 h 282"/>
              <a:gd name="T16" fmla="*/ 100 w 282"/>
              <a:gd name="T17" fmla="*/ 82 h 282"/>
              <a:gd name="T18" fmla="*/ 76 w 282"/>
              <a:gd name="T19" fmla="*/ 114 h 282"/>
              <a:gd name="T20" fmla="*/ 70 w 282"/>
              <a:gd name="T21" fmla="*/ 140 h 282"/>
              <a:gd name="T22" fmla="*/ 82 w 282"/>
              <a:gd name="T23" fmla="*/ 180 h 282"/>
              <a:gd name="T24" fmla="*/ 112 w 282"/>
              <a:gd name="T25" fmla="*/ 206 h 282"/>
              <a:gd name="T26" fmla="*/ 140 w 282"/>
              <a:gd name="T27" fmla="*/ 212 h 282"/>
              <a:gd name="T28" fmla="*/ 180 w 282"/>
              <a:gd name="T29" fmla="*/ 200 h 282"/>
              <a:gd name="T30" fmla="*/ 206 w 282"/>
              <a:gd name="T31" fmla="*/ 168 h 282"/>
              <a:gd name="T32" fmla="*/ 210 w 282"/>
              <a:gd name="T33" fmla="*/ 140 h 282"/>
              <a:gd name="T34" fmla="*/ 198 w 282"/>
              <a:gd name="T35" fmla="*/ 102 h 282"/>
              <a:gd name="T36" fmla="*/ 168 w 282"/>
              <a:gd name="T37" fmla="*/ 76 h 282"/>
              <a:gd name="T38" fmla="*/ 140 w 282"/>
              <a:gd name="T39" fmla="*/ 70 h 282"/>
              <a:gd name="T40" fmla="*/ 282 w 282"/>
              <a:gd name="T41" fmla="*/ 156 h 282"/>
              <a:gd name="T42" fmla="*/ 258 w 282"/>
              <a:gd name="T43" fmla="*/ 172 h 282"/>
              <a:gd name="T44" fmla="*/ 254 w 282"/>
              <a:gd name="T45" fmla="*/ 226 h 282"/>
              <a:gd name="T46" fmla="*/ 226 w 282"/>
              <a:gd name="T47" fmla="*/ 226 h 282"/>
              <a:gd name="T48" fmla="*/ 196 w 282"/>
              <a:gd name="T49" fmla="*/ 272 h 282"/>
              <a:gd name="T50" fmla="*/ 172 w 282"/>
              <a:gd name="T51" fmla="*/ 256 h 282"/>
              <a:gd name="T52" fmla="*/ 124 w 282"/>
              <a:gd name="T53" fmla="*/ 282 h 282"/>
              <a:gd name="T54" fmla="*/ 110 w 282"/>
              <a:gd name="T55" fmla="*/ 256 h 282"/>
              <a:gd name="T56" fmla="*/ 56 w 282"/>
              <a:gd name="T57" fmla="*/ 254 h 282"/>
              <a:gd name="T58" fmla="*/ 56 w 282"/>
              <a:gd name="T59" fmla="*/ 224 h 282"/>
              <a:gd name="T60" fmla="*/ 10 w 282"/>
              <a:gd name="T61" fmla="*/ 198 h 282"/>
              <a:gd name="T62" fmla="*/ 26 w 282"/>
              <a:gd name="T63" fmla="*/ 172 h 282"/>
              <a:gd name="T64" fmla="*/ 0 w 282"/>
              <a:gd name="T65" fmla="*/ 124 h 282"/>
              <a:gd name="T66" fmla="*/ 26 w 282"/>
              <a:gd name="T67" fmla="*/ 110 h 282"/>
              <a:gd name="T68" fmla="*/ 26 w 282"/>
              <a:gd name="T69" fmla="*/ 56 h 282"/>
              <a:gd name="T70" fmla="*/ 56 w 282"/>
              <a:gd name="T71" fmla="*/ 58 h 282"/>
              <a:gd name="T72" fmla="*/ 84 w 282"/>
              <a:gd name="T73" fmla="*/ 10 h 282"/>
              <a:gd name="T74" fmla="*/ 110 w 282"/>
              <a:gd name="T75" fmla="*/ 26 h 282"/>
              <a:gd name="T76" fmla="*/ 156 w 282"/>
              <a:gd name="T77" fmla="*/ 0 h 282"/>
              <a:gd name="T78" fmla="*/ 172 w 282"/>
              <a:gd name="T79" fmla="*/ 24 h 282"/>
              <a:gd name="T80" fmla="*/ 226 w 282"/>
              <a:gd name="T81" fmla="*/ 26 h 282"/>
              <a:gd name="T82" fmla="*/ 226 w 282"/>
              <a:gd name="T83" fmla="*/ 56 h 282"/>
              <a:gd name="T84" fmla="*/ 270 w 282"/>
              <a:gd name="T85" fmla="*/ 84 h 282"/>
              <a:gd name="T86" fmla="*/ 258 w 282"/>
              <a:gd name="T87" fmla="*/ 11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2" h="282">
                <a:moveTo>
                  <a:pt x="140" y="168"/>
                </a:moveTo>
                <a:lnTo>
                  <a:pt x="140" y="168"/>
                </a:lnTo>
                <a:lnTo>
                  <a:pt x="130" y="166"/>
                </a:lnTo>
                <a:lnTo>
                  <a:pt x="122" y="160"/>
                </a:lnTo>
                <a:lnTo>
                  <a:pt x="116" y="152"/>
                </a:lnTo>
                <a:lnTo>
                  <a:pt x="114" y="140"/>
                </a:lnTo>
                <a:lnTo>
                  <a:pt x="114" y="140"/>
                </a:lnTo>
                <a:lnTo>
                  <a:pt x="116" y="130"/>
                </a:lnTo>
                <a:lnTo>
                  <a:pt x="122" y="122"/>
                </a:lnTo>
                <a:lnTo>
                  <a:pt x="130" y="116"/>
                </a:lnTo>
                <a:lnTo>
                  <a:pt x="140" y="114"/>
                </a:lnTo>
                <a:lnTo>
                  <a:pt x="140" y="114"/>
                </a:lnTo>
                <a:lnTo>
                  <a:pt x="150" y="116"/>
                </a:lnTo>
                <a:lnTo>
                  <a:pt x="160" y="122"/>
                </a:lnTo>
                <a:lnTo>
                  <a:pt x="166" y="130"/>
                </a:lnTo>
                <a:lnTo>
                  <a:pt x="168" y="140"/>
                </a:lnTo>
                <a:lnTo>
                  <a:pt x="168" y="140"/>
                </a:lnTo>
                <a:lnTo>
                  <a:pt x="166" y="152"/>
                </a:lnTo>
                <a:lnTo>
                  <a:pt x="160" y="160"/>
                </a:lnTo>
                <a:lnTo>
                  <a:pt x="150" y="166"/>
                </a:lnTo>
                <a:lnTo>
                  <a:pt x="140" y="168"/>
                </a:lnTo>
                <a:lnTo>
                  <a:pt x="140" y="168"/>
                </a:lnTo>
                <a:close/>
                <a:moveTo>
                  <a:pt x="140" y="70"/>
                </a:moveTo>
                <a:lnTo>
                  <a:pt x="140" y="70"/>
                </a:lnTo>
                <a:lnTo>
                  <a:pt x="126" y="72"/>
                </a:lnTo>
                <a:lnTo>
                  <a:pt x="112" y="76"/>
                </a:lnTo>
                <a:lnTo>
                  <a:pt x="100" y="82"/>
                </a:lnTo>
                <a:lnTo>
                  <a:pt x="90" y="90"/>
                </a:lnTo>
                <a:lnTo>
                  <a:pt x="82" y="102"/>
                </a:lnTo>
                <a:lnTo>
                  <a:pt x="76" y="114"/>
                </a:lnTo>
                <a:lnTo>
                  <a:pt x="72" y="126"/>
                </a:lnTo>
                <a:lnTo>
                  <a:pt x="70" y="140"/>
                </a:lnTo>
                <a:lnTo>
                  <a:pt x="70" y="140"/>
                </a:lnTo>
                <a:lnTo>
                  <a:pt x="72" y="154"/>
                </a:lnTo>
                <a:lnTo>
                  <a:pt x="76" y="168"/>
                </a:lnTo>
                <a:lnTo>
                  <a:pt x="82" y="180"/>
                </a:lnTo>
                <a:lnTo>
                  <a:pt x="90" y="190"/>
                </a:lnTo>
                <a:lnTo>
                  <a:pt x="100" y="200"/>
                </a:lnTo>
                <a:lnTo>
                  <a:pt x="112" y="206"/>
                </a:lnTo>
                <a:lnTo>
                  <a:pt x="126" y="210"/>
                </a:lnTo>
                <a:lnTo>
                  <a:pt x="140" y="212"/>
                </a:lnTo>
                <a:lnTo>
                  <a:pt x="140" y="212"/>
                </a:lnTo>
                <a:lnTo>
                  <a:pt x="154" y="210"/>
                </a:lnTo>
                <a:lnTo>
                  <a:pt x="168" y="206"/>
                </a:lnTo>
                <a:lnTo>
                  <a:pt x="180" y="200"/>
                </a:lnTo>
                <a:lnTo>
                  <a:pt x="190" y="190"/>
                </a:lnTo>
                <a:lnTo>
                  <a:pt x="198" y="180"/>
                </a:lnTo>
                <a:lnTo>
                  <a:pt x="206" y="168"/>
                </a:lnTo>
                <a:lnTo>
                  <a:pt x="210" y="154"/>
                </a:lnTo>
                <a:lnTo>
                  <a:pt x="210" y="140"/>
                </a:lnTo>
                <a:lnTo>
                  <a:pt x="210" y="140"/>
                </a:lnTo>
                <a:lnTo>
                  <a:pt x="210" y="126"/>
                </a:lnTo>
                <a:lnTo>
                  <a:pt x="206" y="114"/>
                </a:lnTo>
                <a:lnTo>
                  <a:pt x="198" y="102"/>
                </a:lnTo>
                <a:lnTo>
                  <a:pt x="190" y="90"/>
                </a:lnTo>
                <a:lnTo>
                  <a:pt x="180" y="82"/>
                </a:lnTo>
                <a:lnTo>
                  <a:pt x="168" y="76"/>
                </a:lnTo>
                <a:lnTo>
                  <a:pt x="154" y="72"/>
                </a:lnTo>
                <a:lnTo>
                  <a:pt x="140" y="70"/>
                </a:lnTo>
                <a:lnTo>
                  <a:pt x="140" y="70"/>
                </a:lnTo>
                <a:close/>
                <a:moveTo>
                  <a:pt x="260" y="124"/>
                </a:moveTo>
                <a:lnTo>
                  <a:pt x="282" y="124"/>
                </a:lnTo>
                <a:lnTo>
                  <a:pt x="282" y="156"/>
                </a:lnTo>
                <a:lnTo>
                  <a:pt x="260" y="156"/>
                </a:lnTo>
                <a:lnTo>
                  <a:pt x="260" y="156"/>
                </a:lnTo>
                <a:lnTo>
                  <a:pt x="258" y="172"/>
                </a:lnTo>
                <a:lnTo>
                  <a:pt x="252" y="186"/>
                </a:lnTo>
                <a:lnTo>
                  <a:pt x="270" y="198"/>
                </a:lnTo>
                <a:lnTo>
                  <a:pt x="254" y="226"/>
                </a:lnTo>
                <a:lnTo>
                  <a:pt x="236" y="214"/>
                </a:lnTo>
                <a:lnTo>
                  <a:pt x="236" y="214"/>
                </a:lnTo>
                <a:lnTo>
                  <a:pt x="226" y="226"/>
                </a:lnTo>
                <a:lnTo>
                  <a:pt x="214" y="236"/>
                </a:lnTo>
                <a:lnTo>
                  <a:pt x="226" y="254"/>
                </a:lnTo>
                <a:lnTo>
                  <a:pt x="196" y="272"/>
                </a:lnTo>
                <a:lnTo>
                  <a:pt x="186" y="252"/>
                </a:lnTo>
                <a:lnTo>
                  <a:pt x="186" y="252"/>
                </a:lnTo>
                <a:lnTo>
                  <a:pt x="172" y="256"/>
                </a:lnTo>
                <a:lnTo>
                  <a:pt x="156" y="260"/>
                </a:lnTo>
                <a:lnTo>
                  <a:pt x="156" y="282"/>
                </a:lnTo>
                <a:lnTo>
                  <a:pt x="124" y="282"/>
                </a:lnTo>
                <a:lnTo>
                  <a:pt x="124" y="258"/>
                </a:lnTo>
                <a:lnTo>
                  <a:pt x="124" y="258"/>
                </a:lnTo>
                <a:lnTo>
                  <a:pt x="110" y="256"/>
                </a:lnTo>
                <a:lnTo>
                  <a:pt x="96" y="250"/>
                </a:lnTo>
                <a:lnTo>
                  <a:pt x="84" y="272"/>
                </a:lnTo>
                <a:lnTo>
                  <a:pt x="56" y="254"/>
                </a:lnTo>
                <a:lnTo>
                  <a:pt x="68" y="234"/>
                </a:lnTo>
                <a:lnTo>
                  <a:pt x="68" y="234"/>
                </a:lnTo>
                <a:lnTo>
                  <a:pt x="56" y="224"/>
                </a:lnTo>
                <a:lnTo>
                  <a:pt x="48" y="214"/>
                </a:lnTo>
                <a:lnTo>
                  <a:pt x="26" y="226"/>
                </a:lnTo>
                <a:lnTo>
                  <a:pt x="10" y="198"/>
                </a:lnTo>
                <a:lnTo>
                  <a:pt x="32" y="184"/>
                </a:lnTo>
                <a:lnTo>
                  <a:pt x="32" y="184"/>
                </a:lnTo>
                <a:lnTo>
                  <a:pt x="26" y="172"/>
                </a:lnTo>
                <a:lnTo>
                  <a:pt x="24" y="156"/>
                </a:lnTo>
                <a:lnTo>
                  <a:pt x="0" y="156"/>
                </a:lnTo>
                <a:lnTo>
                  <a:pt x="0" y="124"/>
                </a:lnTo>
                <a:lnTo>
                  <a:pt x="24" y="124"/>
                </a:lnTo>
                <a:lnTo>
                  <a:pt x="24" y="124"/>
                </a:lnTo>
                <a:lnTo>
                  <a:pt x="26" y="110"/>
                </a:lnTo>
                <a:lnTo>
                  <a:pt x="32" y="96"/>
                </a:lnTo>
                <a:lnTo>
                  <a:pt x="10" y="84"/>
                </a:lnTo>
                <a:lnTo>
                  <a:pt x="26" y="56"/>
                </a:lnTo>
                <a:lnTo>
                  <a:pt x="48" y="68"/>
                </a:lnTo>
                <a:lnTo>
                  <a:pt x="48" y="68"/>
                </a:lnTo>
                <a:lnTo>
                  <a:pt x="56" y="58"/>
                </a:lnTo>
                <a:lnTo>
                  <a:pt x="68" y="48"/>
                </a:lnTo>
                <a:lnTo>
                  <a:pt x="56" y="26"/>
                </a:lnTo>
                <a:lnTo>
                  <a:pt x="84" y="10"/>
                </a:lnTo>
                <a:lnTo>
                  <a:pt x="96" y="30"/>
                </a:lnTo>
                <a:lnTo>
                  <a:pt x="96" y="30"/>
                </a:lnTo>
                <a:lnTo>
                  <a:pt x="110" y="26"/>
                </a:lnTo>
                <a:lnTo>
                  <a:pt x="124" y="22"/>
                </a:lnTo>
                <a:lnTo>
                  <a:pt x="124" y="0"/>
                </a:lnTo>
                <a:lnTo>
                  <a:pt x="156" y="0"/>
                </a:lnTo>
                <a:lnTo>
                  <a:pt x="156" y="22"/>
                </a:lnTo>
                <a:lnTo>
                  <a:pt x="156" y="22"/>
                </a:lnTo>
                <a:lnTo>
                  <a:pt x="172" y="24"/>
                </a:lnTo>
                <a:lnTo>
                  <a:pt x="186" y="30"/>
                </a:lnTo>
                <a:lnTo>
                  <a:pt x="196" y="10"/>
                </a:lnTo>
                <a:lnTo>
                  <a:pt x="226" y="26"/>
                </a:lnTo>
                <a:lnTo>
                  <a:pt x="214" y="46"/>
                </a:lnTo>
                <a:lnTo>
                  <a:pt x="214" y="46"/>
                </a:lnTo>
                <a:lnTo>
                  <a:pt x="226" y="56"/>
                </a:lnTo>
                <a:lnTo>
                  <a:pt x="236" y="66"/>
                </a:lnTo>
                <a:lnTo>
                  <a:pt x="254" y="56"/>
                </a:lnTo>
                <a:lnTo>
                  <a:pt x="270" y="84"/>
                </a:lnTo>
                <a:lnTo>
                  <a:pt x="252" y="94"/>
                </a:lnTo>
                <a:lnTo>
                  <a:pt x="252" y="94"/>
                </a:lnTo>
                <a:lnTo>
                  <a:pt x="258" y="110"/>
                </a:lnTo>
                <a:lnTo>
                  <a:pt x="260" y="124"/>
                </a:lnTo>
                <a:lnTo>
                  <a:pt x="260" y="124"/>
                </a:lnTo>
                <a:close/>
              </a:path>
            </a:pathLst>
          </a:custGeom>
          <a:solidFill>
            <a:schemeClr val="tx1"/>
          </a:solidFill>
          <a:ln>
            <a:solidFill>
              <a:schemeClr val="tx2"/>
            </a:solidFill>
          </a:ln>
        </p:spPr>
        <p:txBody>
          <a:bodyPr vert="horz" wrap="square" lIns="91440" tIns="45720" rIns="91440" bIns="45720" numCol="1" anchor="t" anchorCtr="0" compatLnSpc="1">
            <a:prstTxWarp prst="textNoShape">
              <a:avLst/>
            </a:prstTxWarp>
          </a:bodyPr>
          <a:lstStyle/>
          <a:p>
            <a:endParaRPr lang="en-GB" b="1" dirty="0"/>
          </a:p>
        </p:txBody>
      </p:sp>
      <p:grpSp>
        <p:nvGrpSpPr>
          <p:cNvPr id="17" name="Group 16">
            <a:extLst>
              <a:ext uri="{FF2B5EF4-FFF2-40B4-BE49-F238E27FC236}">
                <a16:creationId xmlns:a16="http://schemas.microsoft.com/office/drawing/2014/main" id="{52863D77-7F38-4D19-B330-F2CFF813DBE0}"/>
              </a:ext>
            </a:extLst>
          </p:cNvPr>
          <p:cNvGrpSpPr/>
          <p:nvPr/>
        </p:nvGrpSpPr>
        <p:grpSpPr>
          <a:xfrm>
            <a:off x="3355288" y="1155851"/>
            <a:ext cx="574500" cy="673071"/>
            <a:chOff x="3627437" y="3963987"/>
            <a:chExt cx="638177" cy="804863"/>
          </a:xfrm>
          <a:noFill/>
        </p:grpSpPr>
        <p:sp>
          <p:nvSpPr>
            <p:cNvPr id="18" name="Freeform 150">
              <a:extLst>
                <a:ext uri="{FF2B5EF4-FFF2-40B4-BE49-F238E27FC236}">
                  <a16:creationId xmlns:a16="http://schemas.microsoft.com/office/drawing/2014/main" id="{880E3091-0F6A-4AC7-AB2C-BF056195DCC6}"/>
                </a:ext>
              </a:extLst>
            </p:cNvPr>
            <p:cNvSpPr>
              <a:spLocks noEditPoints="1"/>
            </p:cNvSpPr>
            <p:nvPr/>
          </p:nvSpPr>
          <p:spPr bwMode="auto">
            <a:xfrm>
              <a:off x="3627437" y="4125912"/>
              <a:ext cx="469900" cy="612775"/>
            </a:xfrm>
            <a:custGeom>
              <a:avLst/>
              <a:gdLst>
                <a:gd name="T0" fmla="*/ 296 w 296"/>
                <a:gd name="T1" fmla="*/ 212 h 386"/>
                <a:gd name="T2" fmla="*/ 288 w 296"/>
                <a:gd name="T3" fmla="*/ 192 h 386"/>
                <a:gd name="T4" fmla="*/ 268 w 296"/>
                <a:gd name="T5" fmla="*/ 184 h 386"/>
                <a:gd name="T6" fmla="*/ 186 w 296"/>
                <a:gd name="T7" fmla="*/ 146 h 386"/>
                <a:gd name="T8" fmla="*/ 188 w 296"/>
                <a:gd name="T9" fmla="*/ 148 h 386"/>
                <a:gd name="T10" fmla="*/ 262 w 296"/>
                <a:gd name="T11" fmla="*/ 148 h 386"/>
                <a:gd name="T12" fmla="*/ 266 w 296"/>
                <a:gd name="T13" fmla="*/ 148 h 386"/>
                <a:gd name="T14" fmla="*/ 272 w 296"/>
                <a:gd name="T15" fmla="*/ 138 h 386"/>
                <a:gd name="T16" fmla="*/ 272 w 296"/>
                <a:gd name="T17" fmla="*/ 132 h 386"/>
                <a:gd name="T18" fmla="*/ 270 w 296"/>
                <a:gd name="T19" fmla="*/ 120 h 386"/>
                <a:gd name="T20" fmla="*/ 262 w 296"/>
                <a:gd name="T21" fmla="*/ 114 h 386"/>
                <a:gd name="T22" fmla="*/ 202 w 296"/>
                <a:gd name="T23" fmla="*/ 16 h 386"/>
                <a:gd name="T24" fmla="*/ 200 w 296"/>
                <a:gd name="T25" fmla="*/ 10 h 386"/>
                <a:gd name="T26" fmla="*/ 192 w 296"/>
                <a:gd name="T27" fmla="*/ 2 h 386"/>
                <a:gd name="T28" fmla="*/ 186 w 296"/>
                <a:gd name="T29" fmla="*/ 0 h 386"/>
                <a:gd name="T30" fmla="*/ 60 w 296"/>
                <a:gd name="T31" fmla="*/ 0 h 386"/>
                <a:gd name="T32" fmla="*/ 32 w 296"/>
                <a:gd name="T33" fmla="*/ 24 h 386"/>
                <a:gd name="T34" fmla="*/ 8 w 296"/>
                <a:gd name="T35" fmla="*/ 58 h 386"/>
                <a:gd name="T36" fmla="*/ 2 w 296"/>
                <a:gd name="T37" fmla="*/ 76 h 386"/>
                <a:gd name="T38" fmla="*/ 2 w 296"/>
                <a:gd name="T39" fmla="*/ 94 h 386"/>
                <a:gd name="T40" fmla="*/ 16 w 296"/>
                <a:gd name="T41" fmla="*/ 110 h 386"/>
                <a:gd name="T42" fmla="*/ 30 w 296"/>
                <a:gd name="T43" fmla="*/ 118 h 386"/>
                <a:gd name="T44" fmla="*/ 60 w 296"/>
                <a:gd name="T45" fmla="*/ 130 h 386"/>
                <a:gd name="T46" fmla="*/ 150 w 296"/>
                <a:gd name="T47" fmla="*/ 240 h 386"/>
                <a:gd name="T48" fmla="*/ 238 w 296"/>
                <a:gd name="T49" fmla="*/ 240 h 386"/>
                <a:gd name="T50" fmla="*/ 238 w 296"/>
                <a:gd name="T51" fmla="*/ 360 h 386"/>
                <a:gd name="T52" fmla="*/ 240 w 296"/>
                <a:gd name="T53" fmla="*/ 370 h 386"/>
                <a:gd name="T54" fmla="*/ 256 w 296"/>
                <a:gd name="T55" fmla="*/ 384 h 386"/>
                <a:gd name="T56" fmla="*/ 266 w 296"/>
                <a:gd name="T57" fmla="*/ 386 h 386"/>
                <a:gd name="T58" fmla="*/ 288 w 296"/>
                <a:gd name="T59" fmla="*/ 378 h 386"/>
                <a:gd name="T60" fmla="*/ 296 w 296"/>
                <a:gd name="T61" fmla="*/ 366 h 386"/>
                <a:gd name="T62" fmla="*/ 296 w 296"/>
                <a:gd name="T63" fmla="*/ 216 h 386"/>
                <a:gd name="T64" fmla="*/ 296 w 296"/>
                <a:gd name="T65" fmla="*/ 214 h 386"/>
                <a:gd name="T66" fmla="*/ 296 w 296"/>
                <a:gd name="T67" fmla="*/ 212 h 386"/>
                <a:gd name="T68" fmla="*/ 40 w 296"/>
                <a:gd name="T69" fmla="*/ 92 h 386"/>
                <a:gd name="T70" fmla="*/ 36 w 296"/>
                <a:gd name="T71" fmla="*/ 88 h 386"/>
                <a:gd name="T72" fmla="*/ 32 w 296"/>
                <a:gd name="T73" fmla="*/ 78 h 386"/>
                <a:gd name="T74" fmla="*/ 38 w 296"/>
                <a:gd name="T75" fmla="*/ 62 h 386"/>
                <a:gd name="T76" fmla="*/ 60 w 296"/>
                <a:gd name="T77" fmla="*/ 40 h 386"/>
                <a:gd name="T78" fmla="*/ 60 w 296"/>
                <a:gd name="T79" fmla="*/ 98 h 386"/>
                <a:gd name="T80" fmla="*/ 44 w 296"/>
                <a:gd name="T81" fmla="*/ 94 h 386"/>
                <a:gd name="T82" fmla="*/ 40 w 296"/>
                <a:gd name="T83" fmla="*/ 92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96" h="386">
                  <a:moveTo>
                    <a:pt x="296" y="212"/>
                  </a:moveTo>
                  <a:lnTo>
                    <a:pt x="296" y="212"/>
                  </a:lnTo>
                  <a:lnTo>
                    <a:pt x="294" y="202"/>
                  </a:lnTo>
                  <a:lnTo>
                    <a:pt x="288" y="192"/>
                  </a:lnTo>
                  <a:lnTo>
                    <a:pt x="280" y="186"/>
                  </a:lnTo>
                  <a:lnTo>
                    <a:pt x="268" y="184"/>
                  </a:lnTo>
                  <a:lnTo>
                    <a:pt x="186" y="184"/>
                  </a:lnTo>
                  <a:lnTo>
                    <a:pt x="186" y="146"/>
                  </a:lnTo>
                  <a:lnTo>
                    <a:pt x="186" y="146"/>
                  </a:lnTo>
                  <a:lnTo>
                    <a:pt x="188" y="148"/>
                  </a:lnTo>
                  <a:lnTo>
                    <a:pt x="192" y="148"/>
                  </a:lnTo>
                  <a:lnTo>
                    <a:pt x="262" y="148"/>
                  </a:lnTo>
                  <a:lnTo>
                    <a:pt x="262" y="148"/>
                  </a:lnTo>
                  <a:lnTo>
                    <a:pt x="266" y="148"/>
                  </a:lnTo>
                  <a:lnTo>
                    <a:pt x="270" y="144"/>
                  </a:lnTo>
                  <a:lnTo>
                    <a:pt x="272" y="138"/>
                  </a:lnTo>
                  <a:lnTo>
                    <a:pt x="272" y="132"/>
                  </a:lnTo>
                  <a:lnTo>
                    <a:pt x="272" y="132"/>
                  </a:lnTo>
                  <a:lnTo>
                    <a:pt x="272" y="124"/>
                  </a:lnTo>
                  <a:lnTo>
                    <a:pt x="270" y="120"/>
                  </a:lnTo>
                  <a:lnTo>
                    <a:pt x="266" y="116"/>
                  </a:lnTo>
                  <a:lnTo>
                    <a:pt x="262" y="114"/>
                  </a:lnTo>
                  <a:lnTo>
                    <a:pt x="212" y="114"/>
                  </a:lnTo>
                  <a:lnTo>
                    <a:pt x="202" y="16"/>
                  </a:lnTo>
                  <a:lnTo>
                    <a:pt x="202" y="16"/>
                  </a:lnTo>
                  <a:lnTo>
                    <a:pt x="200" y="10"/>
                  </a:lnTo>
                  <a:lnTo>
                    <a:pt x="196" y="4"/>
                  </a:lnTo>
                  <a:lnTo>
                    <a:pt x="192" y="2"/>
                  </a:lnTo>
                  <a:lnTo>
                    <a:pt x="186" y="0"/>
                  </a:lnTo>
                  <a:lnTo>
                    <a:pt x="186" y="0"/>
                  </a:lnTo>
                  <a:lnTo>
                    <a:pt x="60" y="0"/>
                  </a:lnTo>
                  <a:lnTo>
                    <a:pt x="60" y="0"/>
                  </a:lnTo>
                  <a:lnTo>
                    <a:pt x="46" y="12"/>
                  </a:lnTo>
                  <a:lnTo>
                    <a:pt x="32" y="24"/>
                  </a:lnTo>
                  <a:lnTo>
                    <a:pt x="18" y="40"/>
                  </a:lnTo>
                  <a:lnTo>
                    <a:pt x="8" y="58"/>
                  </a:lnTo>
                  <a:lnTo>
                    <a:pt x="4" y="68"/>
                  </a:lnTo>
                  <a:lnTo>
                    <a:pt x="2" y="76"/>
                  </a:lnTo>
                  <a:lnTo>
                    <a:pt x="0" y="86"/>
                  </a:lnTo>
                  <a:lnTo>
                    <a:pt x="2" y="94"/>
                  </a:lnTo>
                  <a:lnTo>
                    <a:pt x="8" y="102"/>
                  </a:lnTo>
                  <a:lnTo>
                    <a:pt x="16" y="110"/>
                  </a:lnTo>
                  <a:lnTo>
                    <a:pt x="16" y="110"/>
                  </a:lnTo>
                  <a:lnTo>
                    <a:pt x="30" y="118"/>
                  </a:lnTo>
                  <a:lnTo>
                    <a:pt x="46" y="126"/>
                  </a:lnTo>
                  <a:lnTo>
                    <a:pt x="60" y="130"/>
                  </a:lnTo>
                  <a:lnTo>
                    <a:pt x="60" y="240"/>
                  </a:lnTo>
                  <a:lnTo>
                    <a:pt x="150" y="240"/>
                  </a:lnTo>
                  <a:lnTo>
                    <a:pt x="186" y="240"/>
                  </a:lnTo>
                  <a:lnTo>
                    <a:pt x="238" y="240"/>
                  </a:lnTo>
                  <a:lnTo>
                    <a:pt x="238" y="360"/>
                  </a:lnTo>
                  <a:lnTo>
                    <a:pt x="238" y="360"/>
                  </a:lnTo>
                  <a:lnTo>
                    <a:pt x="238" y="366"/>
                  </a:lnTo>
                  <a:lnTo>
                    <a:pt x="240" y="370"/>
                  </a:lnTo>
                  <a:lnTo>
                    <a:pt x="246" y="378"/>
                  </a:lnTo>
                  <a:lnTo>
                    <a:pt x="256" y="384"/>
                  </a:lnTo>
                  <a:lnTo>
                    <a:pt x="266" y="386"/>
                  </a:lnTo>
                  <a:lnTo>
                    <a:pt x="266" y="386"/>
                  </a:lnTo>
                  <a:lnTo>
                    <a:pt x="278" y="384"/>
                  </a:lnTo>
                  <a:lnTo>
                    <a:pt x="288" y="378"/>
                  </a:lnTo>
                  <a:lnTo>
                    <a:pt x="294" y="370"/>
                  </a:lnTo>
                  <a:lnTo>
                    <a:pt x="296" y="366"/>
                  </a:lnTo>
                  <a:lnTo>
                    <a:pt x="296" y="360"/>
                  </a:lnTo>
                  <a:lnTo>
                    <a:pt x="296" y="216"/>
                  </a:lnTo>
                  <a:lnTo>
                    <a:pt x="296" y="216"/>
                  </a:lnTo>
                  <a:lnTo>
                    <a:pt x="296" y="214"/>
                  </a:lnTo>
                  <a:lnTo>
                    <a:pt x="296" y="214"/>
                  </a:lnTo>
                  <a:lnTo>
                    <a:pt x="296" y="212"/>
                  </a:lnTo>
                  <a:lnTo>
                    <a:pt x="296" y="212"/>
                  </a:lnTo>
                  <a:close/>
                  <a:moveTo>
                    <a:pt x="40" y="92"/>
                  </a:moveTo>
                  <a:lnTo>
                    <a:pt x="40" y="92"/>
                  </a:lnTo>
                  <a:lnTo>
                    <a:pt x="36" y="88"/>
                  </a:lnTo>
                  <a:lnTo>
                    <a:pt x="34" y="84"/>
                  </a:lnTo>
                  <a:lnTo>
                    <a:pt x="32" y="78"/>
                  </a:lnTo>
                  <a:lnTo>
                    <a:pt x="34" y="70"/>
                  </a:lnTo>
                  <a:lnTo>
                    <a:pt x="38" y="62"/>
                  </a:lnTo>
                  <a:lnTo>
                    <a:pt x="46" y="52"/>
                  </a:lnTo>
                  <a:lnTo>
                    <a:pt x="60" y="40"/>
                  </a:lnTo>
                  <a:lnTo>
                    <a:pt x="60" y="98"/>
                  </a:lnTo>
                  <a:lnTo>
                    <a:pt x="60" y="98"/>
                  </a:lnTo>
                  <a:lnTo>
                    <a:pt x="50" y="96"/>
                  </a:lnTo>
                  <a:lnTo>
                    <a:pt x="44" y="94"/>
                  </a:lnTo>
                  <a:lnTo>
                    <a:pt x="40" y="92"/>
                  </a:lnTo>
                  <a:lnTo>
                    <a:pt x="40" y="92"/>
                  </a:lnTo>
                  <a:close/>
                </a:path>
              </a:pathLst>
            </a:custGeom>
            <a:grpFill/>
            <a:ln w="9525">
              <a:solidFill>
                <a:schemeClr val="tx2"/>
              </a:solid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9" name="Freeform 149">
              <a:extLst>
                <a:ext uri="{FF2B5EF4-FFF2-40B4-BE49-F238E27FC236}">
                  <a16:creationId xmlns:a16="http://schemas.microsoft.com/office/drawing/2014/main" id="{D17A664A-B8E4-4B77-9158-ECD9E2112909}"/>
                </a:ext>
              </a:extLst>
            </p:cNvPr>
            <p:cNvSpPr>
              <a:spLocks/>
            </p:cNvSpPr>
            <p:nvPr/>
          </p:nvSpPr>
          <p:spPr bwMode="auto">
            <a:xfrm>
              <a:off x="3734069" y="3963987"/>
              <a:ext cx="168275" cy="165100"/>
            </a:xfrm>
            <a:custGeom>
              <a:avLst/>
              <a:gdLst>
                <a:gd name="T0" fmla="*/ 106 w 106"/>
                <a:gd name="T1" fmla="*/ 52 h 104"/>
                <a:gd name="T2" fmla="*/ 106 w 106"/>
                <a:gd name="T3" fmla="*/ 52 h 104"/>
                <a:gd name="T4" fmla="*/ 104 w 106"/>
                <a:gd name="T5" fmla="*/ 62 h 104"/>
                <a:gd name="T6" fmla="*/ 102 w 106"/>
                <a:gd name="T7" fmla="*/ 72 h 104"/>
                <a:gd name="T8" fmla="*/ 96 w 106"/>
                <a:gd name="T9" fmla="*/ 82 h 104"/>
                <a:gd name="T10" fmla="*/ 90 w 106"/>
                <a:gd name="T11" fmla="*/ 90 h 104"/>
                <a:gd name="T12" fmla="*/ 82 w 106"/>
                <a:gd name="T13" fmla="*/ 96 h 104"/>
                <a:gd name="T14" fmla="*/ 74 w 106"/>
                <a:gd name="T15" fmla="*/ 100 h 104"/>
                <a:gd name="T16" fmla="*/ 64 w 106"/>
                <a:gd name="T17" fmla="*/ 104 h 104"/>
                <a:gd name="T18" fmla="*/ 54 w 106"/>
                <a:gd name="T19" fmla="*/ 104 h 104"/>
                <a:gd name="T20" fmla="*/ 54 w 106"/>
                <a:gd name="T21" fmla="*/ 104 h 104"/>
                <a:gd name="T22" fmla="*/ 42 w 106"/>
                <a:gd name="T23" fmla="*/ 104 h 104"/>
                <a:gd name="T24" fmla="*/ 32 w 106"/>
                <a:gd name="T25" fmla="*/ 100 h 104"/>
                <a:gd name="T26" fmla="*/ 24 w 106"/>
                <a:gd name="T27" fmla="*/ 96 h 104"/>
                <a:gd name="T28" fmla="*/ 16 w 106"/>
                <a:gd name="T29" fmla="*/ 90 h 104"/>
                <a:gd name="T30" fmla="*/ 10 w 106"/>
                <a:gd name="T31" fmla="*/ 82 h 104"/>
                <a:gd name="T32" fmla="*/ 4 w 106"/>
                <a:gd name="T33" fmla="*/ 72 h 104"/>
                <a:gd name="T34" fmla="*/ 2 w 106"/>
                <a:gd name="T35" fmla="*/ 62 h 104"/>
                <a:gd name="T36" fmla="*/ 0 w 106"/>
                <a:gd name="T37" fmla="*/ 52 h 104"/>
                <a:gd name="T38" fmla="*/ 0 w 106"/>
                <a:gd name="T39" fmla="*/ 52 h 104"/>
                <a:gd name="T40" fmla="*/ 2 w 106"/>
                <a:gd name="T41" fmla="*/ 42 h 104"/>
                <a:gd name="T42" fmla="*/ 4 w 106"/>
                <a:gd name="T43" fmla="*/ 32 h 104"/>
                <a:gd name="T44" fmla="*/ 10 w 106"/>
                <a:gd name="T45" fmla="*/ 22 h 104"/>
                <a:gd name="T46" fmla="*/ 16 w 106"/>
                <a:gd name="T47" fmla="*/ 14 h 104"/>
                <a:gd name="T48" fmla="*/ 24 w 106"/>
                <a:gd name="T49" fmla="*/ 8 h 104"/>
                <a:gd name="T50" fmla="*/ 32 w 106"/>
                <a:gd name="T51" fmla="*/ 4 h 104"/>
                <a:gd name="T52" fmla="*/ 42 w 106"/>
                <a:gd name="T53" fmla="*/ 0 h 104"/>
                <a:gd name="T54" fmla="*/ 54 w 106"/>
                <a:gd name="T55" fmla="*/ 0 h 104"/>
                <a:gd name="T56" fmla="*/ 54 w 106"/>
                <a:gd name="T57" fmla="*/ 0 h 104"/>
                <a:gd name="T58" fmla="*/ 64 w 106"/>
                <a:gd name="T59" fmla="*/ 0 h 104"/>
                <a:gd name="T60" fmla="*/ 74 w 106"/>
                <a:gd name="T61" fmla="*/ 4 h 104"/>
                <a:gd name="T62" fmla="*/ 82 w 106"/>
                <a:gd name="T63" fmla="*/ 8 h 104"/>
                <a:gd name="T64" fmla="*/ 90 w 106"/>
                <a:gd name="T65" fmla="*/ 14 h 104"/>
                <a:gd name="T66" fmla="*/ 96 w 106"/>
                <a:gd name="T67" fmla="*/ 22 h 104"/>
                <a:gd name="T68" fmla="*/ 102 w 106"/>
                <a:gd name="T69" fmla="*/ 32 h 104"/>
                <a:gd name="T70" fmla="*/ 104 w 106"/>
                <a:gd name="T71" fmla="*/ 42 h 104"/>
                <a:gd name="T72" fmla="*/ 106 w 106"/>
                <a:gd name="T73" fmla="*/ 52 h 104"/>
                <a:gd name="T74" fmla="*/ 106 w 106"/>
                <a:gd name="T75" fmla="*/ 5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6" h="104">
                  <a:moveTo>
                    <a:pt x="106" y="52"/>
                  </a:moveTo>
                  <a:lnTo>
                    <a:pt x="106" y="52"/>
                  </a:lnTo>
                  <a:lnTo>
                    <a:pt x="104" y="62"/>
                  </a:lnTo>
                  <a:lnTo>
                    <a:pt x="102" y="72"/>
                  </a:lnTo>
                  <a:lnTo>
                    <a:pt x="96" y="82"/>
                  </a:lnTo>
                  <a:lnTo>
                    <a:pt x="90" y="90"/>
                  </a:lnTo>
                  <a:lnTo>
                    <a:pt x="82" y="96"/>
                  </a:lnTo>
                  <a:lnTo>
                    <a:pt x="74" y="100"/>
                  </a:lnTo>
                  <a:lnTo>
                    <a:pt x="64" y="104"/>
                  </a:lnTo>
                  <a:lnTo>
                    <a:pt x="54" y="104"/>
                  </a:lnTo>
                  <a:lnTo>
                    <a:pt x="54" y="104"/>
                  </a:lnTo>
                  <a:lnTo>
                    <a:pt x="42" y="104"/>
                  </a:lnTo>
                  <a:lnTo>
                    <a:pt x="32" y="100"/>
                  </a:lnTo>
                  <a:lnTo>
                    <a:pt x="24" y="96"/>
                  </a:lnTo>
                  <a:lnTo>
                    <a:pt x="16" y="90"/>
                  </a:lnTo>
                  <a:lnTo>
                    <a:pt x="10" y="82"/>
                  </a:lnTo>
                  <a:lnTo>
                    <a:pt x="4" y="72"/>
                  </a:lnTo>
                  <a:lnTo>
                    <a:pt x="2" y="62"/>
                  </a:lnTo>
                  <a:lnTo>
                    <a:pt x="0" y="52"/>
                  </a:lnTo>
                  <a:lnTo>
                    <a:pt x="0" y="52"/>
                  </a:lnTo>
                  <a:lnTo>
                    <a:pt x="2" y="42"/>
                  </a:lnTo>
                  <a:lnTo>
                    <a:pt x="4" y="32"/>
                  </a:lnTo>
                  <a:lnTo>
                    <a:pt x="10" y="22"/>
                  </a:lnTo>
                  <a:lnTo>
                    <a:pt x="16" y="14"/>
                  </a:lnTo>
                  <a:lnTo>
                    <a:pt x="24" y="8"/>
                  </a:lnTo>
                  <a:lnTo>
                    <a:pt x="32" y="4"/>
                  </a:lnTo>
                  <a:lnTo>
                    <a:pt x="42" y="0"/>
                  </a:lnTo>
                  <a:lnTo>
                    <a:pt x="54" y="0"/>
                  </a:lnTo>
                  <a:lnTo>
                    <a:pt x="54" y="0"/>
                  </a:lnTo>
                  <a:lnTo>
                    <a:pt x="64" y="0"/>
                  </a:lnTo>
                  <a:lnTo>
                    <a:pt x="74" y="4"/>
                  </a:lnTo>
                  <a:lnTo>
                    <a:pt x="82" y="8"/>
                  </a:lnTo>
                  <a:lnTo>
                    <a:pt x="90" y="14"/>
                  </a:lnTo>
                  <a:lnTo>
                    <a:pt x="96" y="22"/>
                  </a:lnTo>
                  <a:lnTo>
                    <a:pt x="102" y="32"/>
                  </a:lnTo>
                  <a:lnTo>
                    <a:pt x="104" y="42"/>
                  </a:lnTo>
                  <a:lnTo>
                    <a:pt x="106" y="52"/>
                  </a:lnTo>
                  <a:lnTo>
                    <a:pt x="106" y="52"/>
                  </a:lnTo>
                  <a:close/>
                </a:path>
              </a:pathLst>
            </a:custGeom>
            <a:grpFill/>
            <a:ln w="9525">
              <a:solidFill>
                <a:schemeClr val="tx2"/>
              </a:solid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0" name="Freeform 147">
              <a:extLst>
                <a:ext uri="{FF2B5EF4-FFF2-40B4-BE49-F238E27FC236}">
                  <a16:creationId xmlns:a16="http://schemas.microsoft.com/office/drawing/2014/main" id="{09D4BA74-3577-4031-94B8-ABD697D1DB55}"/>
                </a:ext>
              </a:extLst>
            </p:cNvPr>
            <p:cNvSpPr>
              <a:spLocks noEditPoints="1"/>
            </p:cNvSpPr>
            <p:nvPr/>
          </p:nvSpPr>
          <p:spPr bwMode="auto">
            <a:xfrm>
              <a:off x="4008439" y="4149724"/>
              <a:ext cx="257175" cy="168275"/>
            </a:xfrm>
            <a:custGeom>
              <a:avLst/>
              <a:gdLst>
                <a:gd name="T0" fmla="*/ 0 w 162"/>
                <a:gd name="T1" fmla="*/ 0 h 106"/>
                <a:gd name="T2" fmla="*/ 0 w 162"/>
                <a:gd name="T3" fmla="*/ 106 h 106"/>
                <a:gd name="T4" fmla="*/ 162 w 162"/>
                <a:gd name="T5" fmla="*/ 106 h 106"/>
                <a:gd name="T6" fmla="*/ 162 w 162"/>
                <a:gd name="T7" fmla="*/ 0 h 106"/>
                <a:gd name="T8" fmla="*/ 0 w 162"/>
                <a:gd name="T9" fmla="*/ 0 h 106"/>
                <a:gd name="T10" fmla="*/ 142 w 162"/>
                <a:gd name="T11" fmla="*/ 94 h 106"/>
                <a:gd name="T12" fmla="*/ 20 w 162"/>
                <a:gd name="T13" fmla="*/ 94 h 106"/>
                <a:gd name="T14" fmla="*/ 20 w 162"/>
                <a:gd name="T15" fmla="*/ 12 h 106"/>
                <a:gd name="T16" fmla="*/ 142 w 162"/>
                <a:gd name="T17" fmla="*/ 12 h 106"/>
                <a:gd name="T18" fmla="*/ 142 w 162"/>
                <a:gd name="T19" fmla="*/ 94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2" h="106">
                  <a:moveTo>
                    <a:pt x="0" y="0"/>
                  </a:moveTo>
                  <a:lnTo>
                    <a:pt x="0" y="106"/>
                  </a:lnTo>
                  <a:lnTo>
                    <a:pt x="162" y="106"/>
                  </a:lnTo>
                  <a:lnTo>
                    <a:pt x="162" y="0"/>
                  </a:lnTo>
                  <a:lnTo>
                    <a:pt x="0" y="0"/>
                  </a:lnTo>
                  <a:close/>
                  <a:moveTo>
                    <a:pt x="142" y="94"/>
                  </a:moveTo>
                  <a:lnTo>
                    <a:pt x="20" y="94"/>
                  </a:lnTo>
                  <a:lnTo>
                    <a:pt x="20" y="12"/>
                  </a:lnTo>
                  <a:lnTo>
                    <a:pt x="142" y="12"/>
                  </a:lnTo>
                  <a:lnTo>
                    <a:pt x="142" y="94"/>
                  </a:lnTo>
                  <a:close/>
                </a:path>
              </a:pathLst>
            </a:custGeom>
            <a:grpFill/>
            <a:ln w="9525">
              <a:solidFill>
                <a:schemeClr val="tx2"/>
              </a:solid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1" name="Rectangle 151">
              <a:extLst>
                <a:ext uri="{FF2B5EF4-FFF2-40B4-BE49-F238E27FC236}">
                  <a16:creationId xmlns:a16="http://schemas.microsoft.com/office/drawing/2014/main" id="{64D4C599-F166-448F-A8F2-6B28E181EADB}"/>
                </a:ext>
              </a:extLst>
            </p:cNvPr>
            <p:cNvSpPr>
              <a:spLocks noChangeArrowheads="1"/>
            </p:cNvSpPr>
            <p:nvPr/>
          </p:nvSpPr>
          <p:spPr bwMode="auto">
            <a:xfrm>
              <a:off x="3708449" y="4546600"/>
              <a:ext cx="250825" cy="222250"/>
            </a:xfrm>
            <a:prstGeom prst="rect">
              <a:avLst/>
            </a:prstGeom>
            <a:grpFill/>
            <a:ln w="9525">
              <a:solidFill>
                <a:schemeClr val="tx2"/>
              </a:solidFill>
              <a:miter lim="800000"/>
              <a:headEnd/>
              <a:tailEnd/>
            </a:ln>
          </p:spPr>
          <p:txBody>
            <a:bodyPr vert="horz" wrap="square" lIns="91440" tIns="45720" rIns="91440" bIns="45720" numCol="1" anchor="t" anchorCtr="0" compatLnSpc="1">
              <a:prstTxWarp prst="textNoShape">
                <a:avLst/>
              </a:prstTxWarp>
            </a:bodyPr>
            <a:lstStyle/>
            <a:p>
              <a:endParaRPr lang="en-GB"/>
            </a:p>
          </p:txBody>
        </p:sp>
      </p:grpSp>
      <p:sp>
        <p:nvSpPr>
          <p:cNvPr id="23" name="Google Shape;8003;p789">
            <a:extLst>
              <a:ext uri="{FF2B5EF4-FFF2-40B4-BE49-F238E27FC236}">
                <a16:creationId xmlns:a16="http://schemas.microsoft.com/office/drawing/2014/main" id="{C9379636-B4B0-4441-9B5D-B3051657EAA0}"/>
              </a:ext>
            </a:extLst>
          </p:cNvPr>
          <p:cNvSpPr/>
          <p:nvPr/>
        </p:nvSpPr>
        <p:spPr>
          <a:xfrm>
            <a:off x="8290556" y="1268163"/>
            <a:ext cx="2773052" cy="243752"/>
          </a:xfrm>
          <a:prstGeom prst="rect">
            <a:avLst/>
          </a:prstGeom>
          <a:noFill/>
          <a:ln>
            <a:noFill/>
          </a:ln>
        </p:spPr>
        <p:txBody>
          <a:bodyPr spcFirstLastPara="1" wrap="square" lIns="0" tIns="0" rIns="0" bIns="0" anchor="b" anchorCtr="0">
            <a:noAutofit/>
          </a:bodyPr>
          <a:lstStyle/>
          <a:p>
            <a:pPr marL="0" marR="0" lvl="1" indent="0" algn="ctr" rtl="0">
              <a:lnSpc>
                <a:spcPct val="90000"/>
              </a:lnSpc>
              <a:spcBef>
                <a:spcPts val="0"/>
              </a:spcBef>
              <a:spcAft>
                <a:spcPts val="0"/>
              </a:spcAft>
              <a:buClr>
                <a:srgbClr val="FFB600"/>
              </a:buClr>
              <a:buSzPts val="1400"/>
              <a:buFont typeface="Georgia"/>
              <a:buNone/>
            </a:pPr>
            <a:r>
              <a:rPr lang="en-GB" sz="1800" b="1" dirty="0">
                <a:solidFill>
                  <a:schemeClr val="tx2"/>
                </a:solidFill>
                <a:latin typeface="+mj-lt"/>
                <a:sym typeface="Georgia"/>
              </a:rPr>
              <a:t>User Centric Approach</a:t>
            </a:r>
            <a:endParaRPr sz="1800" b="1" dirty="0">
              <a:solidFill>
                <a:schemeClr val="tx2"/>
              </a:solidFill>
              <a:latin typeface="+mj-lt"/>
            </a:endParaRPr>
          </a:p>
        </p:txBody>
      </p:sp>
      <p:sp>
        <p:nvSpPr>
          <p:cNvPr id="24" name="Google Shape;8004;p789">
            <a:extLst>
              <a:ext uri="{FF2B5EF4-FFF2-40B4-BE49-F238E27FC236}">
                <a16:creationId xmlns:a16="http://schemas.microsoft.com/office/drawing/2014/main" id="{E2D878F5-8177-4A01-9ECB-1AE094503034}"/>
              </a:ext>
            </a:extLst>
          </p:cNvPr>
          <p:cNvSpPr txBox="1"/>
          <p:nvPr/>
        </p:nvSpPr>
        <p:spPr>
          <a:xfrm>
            <a:off x="8351691" y="2058944"/>
            <a:ext cx="3092196" cy="816660"/>
          </a:xfrm>
          <a:prstGeom prst="rect">
            <a:avLst/>
          </a:prstGeom>
          <a:noFill/>
          <a:ln>
            <a:noFill/>
          </a:ln>
        </p:spPr>
        <p:txBody>
          <a:bodyPr spcFirstLastPara="1" wrap="square" lIns="0" tIns="72000" rIns="0" bIns="0" anchor="t" anchorCtr="0">
            <a:noAutofit/>
          </a:bodyPr>
          <a:lstStyle/>
          <a:p>
            <a:pPr marL="285750" lvl="1" indent="-285750">
              <a:lnSpc>
                <a:spcPct val="150000"/>
              </a:lnSpc>
              <a:spcBef>
                <a:spcPts val="600"/>
              </a:spcBef>
              <a:buClr>
                <a:srgbClr val="FFFFFF"/>
              </a:buClr>
              <a:buSzPts val="1000"/>
              <a:buFont typeface="Arial" panose="020B0604020202020204" pitchFamily="34" charset="0"/>
              <a:buChar char="•"/>
            </a:pPr>
            <a:r>
              <a:rPr lang="en-US" dirty="0">
                <a:solidFill>
                  <a:srgbClr val="FFFFFF"/>
                </a:solidFill>
                <a:latin typeface="+mj-lt"/>
              </a:rPr>
              <a:t>Home page is redesigned specific to user queries/ functions.</a:t>
            </a:r>
          </a:p>
          <a:p>
            <a:pPr marL="285750" lvl="1" indent="-285750">
              <a:lnSpc>
                <a:spcPct val="150000"/>
              </a:lnSpc>
              <a:spcBef>
                <a:spcPts val="600"/>
              </a:spcBef>
              <a:buClr>
                <a:srgbClr val="FFFFFF"/>
              </a:buClr>
              <a:buSzPts val="1000"/>
              <a:buFont typeface="Arial" panose="020B0604020202020204" pitchFamily="34" charset="0"/>
              <a:buChar char="•"/>
            </a:pPr>
            <a:r>
              <a:rPr lang="en-US" dirty="0">
                <a:solidFill>
                  <a:srgbClr val="FFFFFF"/>
                </a:solidFill>
                <a:latin typeface="+mj-lt"/>
              </a:rPr>
              <a:t>Enhanced and user friendly interfaces.</a:t>
            </a:r>
          </a:p>
          <a:p>
            <a:pPr marL="285750" lvl="1" indent="-285750">
              <a:lnSpc>
                <a:spcPct val="150000"/>
              </a:lnSpc>
              <a:spcBef>
                <a:spcPts val="600"/>
              </a:spcBef>
              <a:buClr>
                <a:srgbClr val="FFFFFF"/>
              </a:buClr>
              <a:buSzPts val="1000"/>
              <a:buFont typeface="Arial" panose="020B0604020202020204" pitchFamily="34" charset="0"/>
              <a:buChar char="•"/>
            </a:pPr>
            <a:r>
              <a:rPr lang="en-US" dirty="0">
                <a:solidFill>
                  <a:srgbClr val="FFFFFF"/>
                </a:solidFill>
                <a:latin typeface="+mj-lt"/>
              </a:rPr>
              <a:t>Smart search option for Standardized Products and Business Eligibility Criteria for any food business is given</a:t>
            </a:r>
          </a:p>
          <a:p>
            <a:pPr marL="285750" lvl="1" indent="-285750">
              <a:lnSpc>
                <a:spcPct val="150000"/>
              </a:lnSpc>
              <a:spcBef>
                <a:spcPts val="600"/>
              </a:spcBef>
              <a:buClr>
                <a:srgbClr val="FFFFFF"/>
              </a:buClr>
              <a:buSzPts val="1000"/>
              <a:buFont typeface="Arial" panose="020B0604020202020204" pitchFamily="34" charset="0"/>
              <a:buChar char="•"/>
            </a:pPr>
            <a:r>
              <a:rPr lang="en-US" dirty="0">
                <a:solidFill>
                  <a:srgbClr val="FFFFFF"/>
                </a:solidFill>
                <a:latin typeface="+mj-lt"/>
              </a:rPr>
              <a:t>Application has been enabled to seed business specific details such as PAN No., CIN No. and GST numbers to ensure 360</a:t>
            </a:r>
            <a:r>
              <a:rPr lang="en-US" baseline="30000" dirty="0">
                <a:solidFill>
                  <a:srgbClr val="FFFFFF"/>
                </a:solidFill>
                <a:latin typeface="+mj-lt"/>
              </a:rPr>
              <a:t>o</a:t>
            </a:r>
            <a:r>
              <a:rPr lang="en-US" dirty="0">
                <a:solidFill>
                  <a:srgbClr val="FFFFFF"/>
                </a:solidFill>
                <a:latin typeface="+mj-lt"/>
              </a:rPr>
              <a:t> profiling.</a:t>
            </a:r>
          </a:p>
          <a:p>
            <a:pPr marL="285750" lvl="1" indent="-285750">
              <a:lnSpc>
                <a:spcPct val="150000"/>
              </a:lnSpc>
              <a:buClr>
                <a:srgbClr val="FFFFFF"/>
              </a:buClr>
              <a:buSzPts val="1000"/>
              <a:buFont typeface="Arial" panose="020B0604020202020204" pitchFamily="34" charset="0"/>
              <a:buChar char="•"/>
            </a:pPr>
            <a:endParaRPr lang="en-US" dirty="0">
              <a:solidFill>
                <a:srgbClr val="FFFFFF"/>
              </a:solidFill>
              <a:latin typeface="+mj-lt"/>
            </a:endParaRPr>
          </a:p>
          <a:p>
            <a:pPr marL="285750" marR="0" lvl="1" indent="-285750" rtl="0">
              <a:lnSpc>
                <a:spcPct val="150000"/>
              </a:lnSpc>
              <a:spcBef>
                <a:spcPts val="0"/>
              </a:spcBef>
              <a:spcAft>
                <a:spcPts val="0"/>
              </a:spcAft>
              <a:buClr>
                <a:srgbClr val="FFFFFF"/>
              </a:buClr>
              <a:buSzPts val="1000"/>
              <a:buFont typeface="Arial" panose="020B0604020202020204" pitchFamily="34" charset="0"/>
              <a:buChar char="•"/>
            </a:pPr>
            <a:endParaRPr b="0" i="0" u="none" strike="noStrike" cap="none" dirty="0">
              <a:solidFill>
                <a:srgbClr val="FFFFFF"/>
              </a:solidFill>
              <a:latin typeface="+mj-lt"/>
              <a:ea typeface="Arial"/>
              <a:cs typeface="Arial"/>
              <a:sym typeface="Arial"/>
            </a:endParaRPr>
          </a:p>
          <a:p>
            <a:pPr marL="0" marR="0" lvl="1" indent="0" rtl="0">
              <a:lnSpc>
                <a:spcPct val="150000"/>
              </a:lnSpc>
              <a:spcBef>
                <a:spcPts val="0"/>
              </a:spcBef>
              <a:spcAft>
                <a:spcPts val="0"/>
              </a:spcAft>
              <a:buClr>
                <a:schemeClr val="lt1"/>
              </a:buClr>
              <a:buSzPts val="1000"/>
              <a:buFont typeface="Arial"/>
              <a:buNone/>
            </a:pPr>
            <a:endParaRPr b="0" i="0" u="none" strike="noStrike" cap="none" dirty="0">
              <a:solidFill>
                <a:srgbClr val="FFFFFF"/>
              </a:solidFill>
              <a:latin typeface="+mj-lt"/>
              <a:ea typeface="Arial"/>
              <a:cs typeface="Arial"/>
              <a:sym typeface="Arial"/>
            </a:endParaRPr>
          </a:p>
        </p:txBody>
      </p:sp>
      <p:grpSp>
        <p:nvGrpSpPr>
          <p:cNvPr id="22" name="Group 21">
            <a:extLst>
              <a:ext uri="{FF2B5EF4-FFF2-40B4-BE49-F238E27FC236}">
                <a16:creationId xmlns:a16="http://schemas.microsoft.com/office/drawing/2014/main" id="{4CFB668B-F962-41E9-8BF5-F2614A5EFDC5}"/>
              </a:ext>
            </a:extLst>
          </p:cNvPr>
          <p:cNvGrpSpPr/>
          <p:nvPr/>
        </p:nvGrpSpPr>
        <p:grpSpPr>
          <a:xfrm>
            <a:off x="10835600" y="1400129"/>
            <a:ext cx="662743" cy="653121"/>
            <a:chOff x="7633492" y="3328633"/>
            <a:chExt cx="876750" cy="980752"/>
          </a:xfrm>
          <a:noFill/>
        </p:grpSpPr>
        <p:sp>
          <p:nvSpPr>
            <p:cNvPr id="25" name="Freeform 117">
              <a:extLst>
                <a:ext uri="{FF2B5EF4-FFF2-40B4-BE49-F238E27FC236}">
                  <a16:creationId xmlns:a16="http://schemas.microsoft.com/office/drawing/2014/main" id="{93246B5E-4E20-4768-BE1D-AAAF7F08CD4F}"/>
                </a:ext>
              </a:extLst>
            </p:cNvPr>
            <p:cNvSpPr>
              <a:spLocks noEditPoints="1"/>
            </p:cNvSpPr>
            <p:nvPr/>
          </p:nvSpPr>
          <p:spPr bwMode="auto">
            <a:xfrm>
              <a:off x="7633492" y="3556031"/>
              <a:ext cx="876750" cy="753354"/>
            </a:xfrm>
            <a:custGeom>
              <a:avLst/>
              <a:gdLst/>
              <a:ahLst/>
              <a:cxnLst>
                <a:cxn ang="0">
                  <a:pos x="195" y="537"/>
                </a:cxn>
                <a:cxn ang="0">
                  <a:pos x="482" y="537"/>
                </a:cxn>
                <a:cxn ang="0">
                  <a:pos x="500" y="519"/>
                </a:cxn>
                <a:cxn ang="0">
                  <a:pos x="500" y="283"/>
                </a:cxn>
                <a:cxn ang="0">
                  <a:pos x="505" y="267"/>
                </a:cxn>
                <a:cxn ang="0">
                  <a:pos x="669" y="46"/>
                </a:cxn>
                <a:cxn ang="0">
                  <a:pos x="667" y="11"/>
                </a:cxn>
                <a:cxn ang="0">
                  <a:pos x="631" y="9"/>
                </a:cxn>
                <a:cxn ang="0">
                  <a:pos x="431" y="171"/>
                </a:cxn>
                <a:cxn ang="0">
                  <a:pos x="409" y="165"/>
                </a:cxn>
                <a:cxn ang="0">
                  <a:pos x="400" y="165"/>
                </a:cxn>
                <a:cxn ang="0">
                  <a:pos x="395" y="148"/>
                </a:cxn>
                <a:cxn ang="0">
                  <a:pos x="381" y="137"/>
                </a:cxn>
                <a:cxn ang="0">
                  <a:pos x="304" y="137"/>
                </a:cxn>
                <a:cxn ang="0">
                  <a:pos x="290" y="148"/>
                </a:cxn>
                <a:cxn ang="0">
                  <a:pos x="285" y="165"/>
                </a:cxn>
                <a:cxn ang="0">
                  <a:pos x="264" y="165"/>
                </a:cxn>
                <a:cxn ang="0">
                  <a:pos x="244" y="170"/>
                </a:cxn>
                <a:cxn ang="0">
                  <a:pos x="45" y="8"/>
                </a:cxn>
                <a:cxn ang="0">
                  <a:pos x="10" y="11"/>
                </a:cxn>
                <a:cxn ang="0">
                  <a:pos x="9" y="12"/>
                </a:cxn>
                <a:cxn ang="0">
                  <a:pos x="7" y="45"/>
                </a:cxn>
                <a:cxn ang="0">
                  <a:pos x="172" y="267"/>
                </a:cxn>
                <a:cxn ang="0">
                  <a:pos x="177" y="283"/>
                </a:cxn>
                <a:cxn ang="0">
                  <a:pos x="177" y="519"/>
                </a:cxn>
                <a:cxn ang="0">
                  <a:pos x="195" y="537"/>
                </a:cxn>
                <a:cxn ang="0">
                  <a:pos x="321" y="229"/>
                </a:cxn>
                <a:cxn ang="0">
                  <a:pos x="321" y="221"/>
                </a:cxn>
                <a:cxn ang="0">
                  <a:pos x="323" y="214"/>
                </a:cxn>
                <a:cxn ang="0">
                  <a:pos x="332" y="198"/>
                </a:cxn>
                <a:cxn ang="0">
                  <a:pos x="338" y="195"/>
                </a:cxn>
                <a:cxn ang="0">
                  <a:pos x="357" y="195"/>
                </a:cxn>
                <a:cxn ang="0">
                  <a:pos x="362" y="198"/>
                </a:cxn>
                <a:cxn ang="0">
                  <a:pos x="372" y="214"/>
                </a:cxn>
                <a:cxn ang="0">
                  <a:pos x="374" y="221"/>
                </a:cxn>
                <a:cxn ang="0">
                  <a:pos x="374" y="229"/>
                </a:cxn>
                <a:cxn ang="0">
                  <a:pos x="374" y="231"/>
                </a:cxn>
                <a:cxn ang="0">
                  <a:pos x="372" y="236"/>
                </a:cxn>
                <a:cxn ang="0">
                  <a:pos x="363" y="252"/>
                </a:cxn>
                <a:cxn ang="0">
                  <a:pos x="358" y="255"/>
                </a:cxn>
                <a:cxn ang="0">
                  <a:pos x="337" y="255"/>
                </a:cxn>
                <a:cxn ang="0">
                  <a:pos x="331" y="252"/>
                </a:cxn>
                <a:cxn ang="0">
                  <a:pos x="323" y="236"/>
                </a:cxn>
                <a:cxn ang="0">
                  <a:pos x="321" y="231"/>
                </a:cxn>
                <a:cxn ang="0">
                  <a:pos x="321" y="229"/>
                </a:cxn>
                <a:cxn ang="0">
                  <a:pos x="395" y="431"/>
                </a:cxn>
                <a:cxn ang="0">
                  <a:pos x="350" y="487"/>
                </a:cxn>
                <a:cxn ang="0">
                  <a:pos x="345" y="487"/>
                </a:cxn>
                <a:cxn ang="0">
                  <a:pos x="299" y="431"/>
                </a:cxn>
                <a:cxn ang="0">
                  <a:pos x="298" y="424"/>
                </a:cxn>
                <a:cxn ang="0">
                  <a:pos x="326" y="305"/>
                </a:cxn>
                <a:cxn ang="0">
                  <a:pos x="333" y="276"/>
                </a:cxn>
                <a:cxn ang="0">
                  <a:pos x="338" y="272"/>
                </a:cxn>
                <a:cxn ang="0">
                  <a:pos x="357" y="272"/>
                </a:cxn>
                <a:cxn ang="0">
                  <a:pos x="361" y="276"/>
                </a:cxn>
                <a:cxn ang="0">
                  <a:pos x="369" y="306"/>
                </a:cxn>
                <a:cxn ang="0">
                  <a:pos x="397" y="424"/>
                </a:cxn>
                <a:cxn ang="0">
                  <a:pos x="395" y="431"/>
                </a:cxn>
              </a:cxnLst>
              <a:rect l="0" t="0" r="r" b="b"/>
              <a:pathLst>
                <a:path w="677" h="537">
                  <a:moveTo>
                    <a:pt x="195" y="537"/>
                  </a:moveTo>
                  <a:cubicBezTo>
                    <a:pt x="482" y="537"/>
                    <a:pt x="482" y="537"/>
                    <a:pt x="482" y="537"/>
                  </a:cubicBezTo>
                  <a:cubicBezTo>
                    <a:pt x="492" y="537"/>
                    <a:pt x="500" y="529"/>
                    <a:pt x="500" y="519"/>
                  </a:cubicBezTo>
                  <a:cubicBezTo>
                    <a:pt x="500" y="283"/>
                    <a:pt x="500" y="283"/>
                    <a:pt x="500" y="283"/>
                  </a:cubicBezTo>
                  <a:cubicBezTo>
                    <a:pt x="500" y="277"/>
                    <a:pt x="502" y="272"/>
                    <a:pt x="505" y="267"/>
                  </a:cubicBezTo>
                  <a:cubicBezTo>
                    <a:pt x="669" y="46"/>
                    <a:pt x="669" y="46"/>
                    <a:pt x="669" y="46"/>
                  </a:cubicBezTo>
                  <a:cubicBezTo>
                    <a:pt x="677" y="35"/>
                    <a:pt x="676" y="21"/>
                    <a:pt x="667" y="11"/>
                  </a:cubicBezTo>
                  <a:cubicBezTo>
                    <a:pt x="657" y="1"/>
                    <a:pt x="642" y="0"/>
                    <a:pt x="631" y="9"/>
                  </a:cubicBezTo>
                  <a:cubicBezTo>
                    <a:pt x="431" y="171"/>
                    <a:pt x="431" y="171"/>
                    <a:pt x="431" y="171"/>
                  </a:cubicBezTo>
                  <a:cubicBezTo>
                    <a:pt x="425" y="167"/>
                    <a:pt x="417" y="165"/>
                    <a:pt x="409" y="165"/>
                  </a:cubicBezTo>
                  <a:cubicBezTo>
                    <a:pt x="400" y="165"/>
                    <a:pt x="400" y="165"/>
                    <a:pt x="400" y="165"/>
                  </a:cubicBezTo>
                  <a:cubicBezTo>
                    <a:pt x="395" y="148"/>
                    <a:pt x="395" y="148"/>
                    <a:pt x="395" y="148"/>
                  </a:cubicBezTo>
                  <a:cubicBezTo>
                    <a:pt x="393" y="142"/>
                    <a:pt x="388" y="137"/>
                    <a:pt x="381" y="137"/>
                  </a:cubicBezTo>
                  <a:cubicBezTo>
                    <a:pt x="304" y="137"/>
                    <a:pt x="304" y="137"/>
                    <a:pt x="304" y="137"/>
                  </a:cubicBezTo>
                  <a:cubicBezTo>
                    <a:pt x="297" y="137"/>
                    <a:pt x="292" y="142"/>
                    <a:pt x="290" y="148"/>
                  </a:cubicBezTo>
                  <a:cubicBezTo>
                    <a:pt x="285" y="165"/>
                    <a:pt x="285" y="165"/>
                    <a:pt x="285" y="165"/>
                  </a:cubicBezTo>
                  <a:cubicBezTo>
                    <a:pt x="264" y="165"/>
                    <a:pt x="264" y="165"/>
                    <a:pt x="264" y="165"/>
                  </a:cubicBezTo>
                  <a:cubicBezTo>
                    <a:pt x="257" y="165"/>
                    <a:pt x="250" y="167"/>
                    <a:pt x="244" y="170"/>
                  </a:cubicBezTo>
                  <a:cubicBezTo>
                    <a:pt x="45" y="8"/>
                    <a:pt x="45" y="8"/>
                    <a:pt x="45" y="8"/>
                  </a:cubicBezTo>
                  <a:cubicBezTo>
                    <a:pt x="35" y="0"/>
                    <a:pt x="20" y="1"/>
                    <a:pt x="10" y="11"/>
                  </a:cubicBezTo>
                  <a:cubicBezTo>
                    <a:pt x="9" y="12"/>
                    <a:pt x="9" y="12"/>
                    <a:pt x="9" y="12"/>
                  </a:cubicBezTo>
                  <a:cubicBezTo>
                    <a:pt x="1" y="21"/>
                    <a:pt x="0" y="35"/>
                    <a:pt x="7" y="45"/>
                  </a:cubicBezTo>
                  <a:cubicBezTo>
                    <a:pt x="172" y="267"/>
                    <a:pt x="172" y="267"/>
                    <a:pt x="172" y="267"/>
                  </a:cubicBezTo>
                  <a:cubicBezTo>
                    <a:pt x="175" y="272"/>
                    <a:pt x="177" y="277"/>
                    <a:pt x="177" y="283"/>
                  </a:cubicBezTo>
                  <a:cubicBezTo>
                    <a:pt x="177" y="519"/>
                    <a:pt x="177" y="519"/>
                    <a:pt x="177" y="519"/>
                  </a:cubicBezTo>
                  <a:cubicBezTo>
                    <a:pt x="177" y="529"/>
                    <a:pt x="185" y="537"/>
                    <a:pt x="195" y="537"/>
                  </a:cubicBezTo>
                  <a:close/>
                  <a:moveTo>
                    <a:pt x="321" y="229"/>
                  </a:moveTo>
                  <a:cubicBezTo>
                    <a:pt x="321" y="221"/>
                    <a:pt x="321" y="221"/>
                    <a:pt x="321" y="221"/>
                  </a:cubicBezTo>
                  <a:cubicBezTo>
                    <a:pt x="321" y="218"/>
                    <a:pt x="321" y="216"/>
                    <a:pt x="323" y="214"/>
                  </a:cubicBezTo>
                  <a:cubicBezTo>
                    <a:pt x="332" y="198"/>
                    <a:pt x="332" y="198"/>
                    <a:pt x="332" y="198"/>
                  </a:cubicBezTo>
                  <a:cubicBezTo>
                    <a:pt x="334" y="196"/>
                    <a:pt x="336" y="195"/>
                    <a:pt x="338" y="195"/>
                  </a:cubicBezTo>
                  <a:cubicBezTo>
                    <a:pt x="357" y="195"/>
                    <a:pt x="357" y="195"/>
                    <a:pt x="357" y="195"/>
                  </a:cubicBezTo>
                  <a:cubicBezTo>
                    <a:pt x="359" y="195"/>
                    <a:pt x="361" y="196"/>
                    <a:pt x="362" y="198"/>
                  </a:cubicBezTo>
                  <a:cubicBezTo>
                    <a:pt x="372" y="214"/>
                    <a:pt x="372" y="214"/>
                    <a:pt x="372" y="214"/>
                  </a:cubicBezTo>
                  <a:cubicBezTo>
                    <a:pt x="373" y="216"/>
                    <a:pt x="374" y="218"/>
                    <a:pt x="374" y="221"/>
                  </a:cubicBezTo>
                  <a:cubicBezTo>
                    <a:pt x="374" y="229"/>
                    <a:pt x="374" y="229"/>
                    <a:pt x="374" y="229"/>
                  </a:cubicBezTo>
                  <a:cubicBezTo>
                    <a:pt x="374" y="230"/>
                    <a:pt x="374" y="231"/>
                    <a:pt x="374" y="231"/>
                  </a:cubicBezTo>
                  <a:cubicBezTo>
                    <a:pt x="374" y="233"/>
                    <a:pt x="373" y="235"/>
                    <a:pt x="372" y="236"/>
                  </a:cubicBezTo>
                  <a:cubicBezTo>
                    <a:pt x="363" y="252"/>
                    <a:pt x="363" y="252"/>
                    <a:pt x="363" y="252"/>
                  </a:cubicBezTo>
                  <a:cubicBezTo>
                    <a:pt x="362" y="254"/>
                    <a:pt x="360" y="255"/>
                    <a:pt x="358" y="255"/>
                  </a:cubicBezTo>
                  <a:cubicBezTo>
                    <a:pt x="337" y="255"/>
                    <a:pt x="337" y="255"/>
                    <a:pt x="337" y="255"/>
                  </a:cubicBezTo>
                  <a:cubicBezTo>
                    <a:pt x="334" y="255"/>
                    <a:pt x="332" y="254"/>
                    <a:pt x="331" y="252"/>
                  </a:cubicBezTo>
                  <a:cubicBezTo>
                    <a:pt x="323" y="236"/>
                    <a:pt x="323" y="236"/>
                    <a:pt x="323" y="236"/>
                  </a:cubicBezTo>
                  <a:cubicBezTo>
                    <a:pt x="322" y="235"/>
                    <a:pt x="321" y="233"/>
                    <a:pt x="321" y="231"/>
                  </a:cubicBezTo>
                  <a:cubicBezTo>
                    <a:pt x="321" y="231"/>
                    <a:pt x="321" y="230"/>
                    <a:pt x="321" y="229"/>
                  </a:cubicBezTo>
                  <a:close/>
                  <a:moveTo>
                    <a:pt x="395" y="431"/>
                  </a:moveTo>
                  <a:cubicBezTo>
                    <a:pt x="350" y="487"/>
                    <a:pt x="350" y="487"/>
                    <a:pt x="350" y="487"/>
                  </a:cubicBezTo>
                  <a:cubicBezTo>
                    <a:pt x="348" y="488"/>
                    <a:pt x="346" y="488"/>
                    <a:pt x="345" y="487"/>
                  </a:cubicBezTo>
                  <a:cubicBezTo>
                    <a:pt x="299" y="431"/>
                    <a:pt x="299" y="431"/>
                    <a:pt x="299" y="431"/>
                  </a:cubicBezTo>
                  <a:cubicBezTo>
                    <a:pt x="298" y="429"/>
                    <a:pt x="298" y="427"/>
                    <a:pt x="298" y="424"/>
                  </a:cubicBezTo>
                  <a:cubicBezTo>
                    <a:pt x="326" y="305"/>
                    <a:pt x="326" y="305"/>
                    <a:pt x="326" y="305"/>
                  </a:cubicBezTo>
                  <a:cubicBezTo>
                    <a:pt x="333" y="276"/>
                    <a:pt x="333" y="276"/>
                    <a:pt x="333" y="276"/>
                  </a:cubicBezTo>
                  <a:cubicBezTo>
                    <a:pt x="334" y="274"/>
                    <a:pt x="335" y="272"/>
                    <a:pt x="338" y="272"/>
                  </a:cubicBezTo>
                  <a:cubicBezTo>
                    <a:pt x="357" y="272"/>
                    <a:pt x="357" y="272"/>
                    <a:pt x="357" y="272"/>
                  </a:cubicBezTo>
                  <a:cubicBezTo>
                    <a:pt x="359" y="272"/>
                    <a:pt x="361" y="274"/>
                    <a:pt x="361" y="276"/>
                  </a:cubicBezTo>
                  <a:cubicBezTo>
                    <a:pt x="369" y="306"/>
                    <a:pt x="369" y="306"/>
                    <a:pt x="369" y="306"/>
                  </a:cubicBezTo>
                  <a:cubicBezTo>
                    <a:pt x="397" y="424"/>
                    <a:pt x="397" y="424"/>
                    <a:pt x="397" y="424"/>
                  </a:cubicBezTo>
                  <a:cubicBezTo>
                    <a:pt x="397" y="427"/>
                    <a:pt x="397" y="429"/>
                    <a:pt x="395" y="431"/>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6" name="Oval 118">
              <a:extLst>
                <a:ext uri="{FF2B5EF4-FFF2-40B4-BE49-F238E27FC236}">
                  <a16:creationId xmlns:a16="http://schemas.microsoft.com/office/drawing/2014/main" id="{226B61FF-C190-4B2A-A81C-6AECDEA2F644}"/>
                </a:ext>
              </a:extLst>
            </p:cNvPr>
            <p:cNvSpPr>
              <a:spLocks noChangeArrowheads="1"/>
            </p:cNvSpPr>
            <p:nvPr/>
          </p:nvSpPr>
          <p:spPr bwMode="auto">
            <a:xfrm>
              <a:off x="7887664" y="3328633"/>
              <a:ext cx="366979" cy="394467"/>
            </a:xfrm>
            <a:prstGeom prst="ellipse">
              <a:avLst/>
            </a:pr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0" name="Title 9">
            <a:extLst>
              <a:ext uri="{FF2B5EF4-FFF2-40B4-BE49-F238E27FC236}">
                <a16:creationId xmlns:a16="http://schemas.microsoft.com/office/drawing/2014/main" id="{059556C1-18F3-4B7F-AFB5-6E65E472F002}"/>
              </a:ext>
            </a:extLst>
          </p:cNvPr>
          <p:cNvSpPr>
            <a:spLocks noGrp="1"/>
          </p:cNvSpPr>
          <p:nvPr>
            <p:ph type="title"/>
          </p:nvPr>
        </p:nvSpPr>
        <p:spPr/>
        <p:txBody>
          <a:bodyPr/>
          <a:lstStyle/>
          <a:p>
            <a:r>
              <a:rPr lang="en-US" dirty="0"/>
              <a:t>New features </a:t>
            </a:r>
            <a:br>
              <a:rPr lang="en-US" dirty="0"/>
            </a:br>
            <a:endParaRPr lang="en-US" dirty="0"/>
          </a:p>
        </p:txBody>
      </p:sp>
    </p:spTree>
    <p:extLst>
      <p:ext uri="{BB962C8B-B14F-4D97-AF65-F5344CB8AC3E}">
        <p14:creationId xmlns:p14="http://schemas.microsoft.com/office/powerpoint/2010/main" val="542932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pic>
        <p:nvPicPr>
          <p:cNvPr id="445" name="Google Shape;445;p51"/>
          <p:cNvPicPr preferRelativeResize="0"/>
          <p:nvPr/>
        </p:nvPicPr>
        <p:blipFill rotWithShape="1">
          <a:blip r:embed="rId3">
            <a:alphaModFix/>
          </a:blip>
          <a:srcRect t="9181" b="6430"/>
          <a:stretch/>
        </p:blipFill>
        <p:spPr>
          <a:xfrm>
            <a:off x="0" y="0"/>
            <a:ext cx="12191997" cy="6858003"/>
          </a:xfrm>
          <a:prstGeom prst="rect">
            <a:avLst/>
          </a:prstGeom>
          <a:noFill/>
          <a:ln>
            <a:noFill/>
          </a:ln>
        </p:spPr>
      </p:pic>
      <p:sp>
        <p:nvSpPr>
          <p:cNvPr id="446" name="Google Shape;446;p51"/>
          <p:cNvSpPr/>
          <p:nvPr/>
        </p:nvSpPr>
        <p:spPr>
          <a:xfrm rot="-5400000" flipH="1">
            <a:off x="7933537" y="1422400"/>
            <a:ext cx="1524000" cy="7010400"/>
          </a:xfrm>
          <a:prstGeom prst="round2SameRect">
            <a:avLst>
              <a:gd name="adj1" fmla="val 7727"/>
              <a:gd name="adj2" fmla="val 0"/>
            </a:avLst>
          </a:prstGeom>
          <a:solidFill>
            <a:srgbClr val="DB536A">
              <a:alpha val="73460"/>
            </a:srgbClr>
          </a:solidFill>
          <a:ln>
            <a:noFill/>
          </a:ln>
        </p:spPr>
        <p:txBody>
          <a:bodyPr spcFirstLastPara="1" wrap="square" lIns="240000" tIns="60933" rIns="240000" bIns="60933" anchor="ctr" anchorCtr="0">
            <a:noAutofit/>
          </a:bodyPr>
          <a:lstStyle/>
          <a:p>
            <a:pPr algn="r">
              <a:buSzPts val="1600"/>
            </a:pPr>
            <a:endParaRPr sz="2133" b="1" i="1">
              <a:solidFill>
                <a:srgbClr val="FFFFFF"/>
              </a:solidFill>
              <a:latin typeface="Georgia"/>
              <a:ea typeface="Georgia"/>
              <a:cs typeface="Georgia"/>
              <a:sym typeface="Georgia"/>
            </a:endParaRPr>
          </a:p>
        </p:txBody>
      </p:sp>
      <p:sp>
        <p:nvSpPr>
          <p:cNvPr id="447" name="Google Shape;447;p51"/>
          <p:cNvSpPr txBox="1"/>
          <p:nvPr/>
        </p:nvSpPr>
        <p:spPr>
          <a:xfrm>
            <a:off x="5795888" y="4479579"/>
            <a:ext cx="6288259" cy="574400"/>
          </a:xfrm>
          <a:prstGeom prst="rect">
            <a:avLst/>
          </a:prstGeom>
          <a:noFill/>
          <a:ln>
            <a:noFill/>
          </a:ln>
        </p:spPr>
        <p:txBody>
          <a:bodyPr spcFirstLastPara="1" wrap="square" lIns="0" tIns="0" rIns="0" bIns="0" anchor="t" anchorCtr="0">
            <a:noAutofit/>
          </a:bodyPr>
          <a:lstStyle/>
          <a:p>
            <a:pPr>
              <a:buClr>
                <a:srgbClr val="FFFFFF"/>
              </a:buClr>
              <a:buSzPts val="2800"/>
            </a:pPr>
            <a:r>
              <a:rPr lang="en-US" sz="3200" b="1" i="1" dirty="0">
                <a:solidFill>
                  <a:srgbClr val="FFFFFF"/>
                </a:solidFill>
                <a:latin typeface="Georgia"/>
                <a:ea typeface="Georgia"/>
                <a:cs typeface="Georgia"/>
                <a:sym typeface="Georgia"/>
              </a:rPr>
              <a:t>Guidance to use FoSCoS</a:t>
            </a:r>
            <a:endParaRPr sz="3200" b="1" i="1" dirty="0">
              <a:solidFill>
                <a:srgbClr val="FFFFFF"/>
              </a:solidFill>
              <a:latin typeface="Georgia"/>
              <a:ea typeface="Georgia"/>
              <a:cs typeface="Georgia"/>
              <a:sym typeface="Georgia"/>
            </a:endParaRPr>
          </a:p>
        </p:txBody>
      </p:sp>
      <p:sp>
        <p:nvSpPr>
          <p:cNvPr id="448" name="Google Shape;448;p51"/>
          <p:cNvSpPr/>
          <p:nvPr/>
        </p:nvSpPr>
        <p:spPr>
          <a:xfrm>
            <a:off x="5682493" y="4479579"/>
            <a:ext cx="6010400" cy="178800"/>
          </a:xfrm>
          <a:custGeom>
            <a:avLst/>
            <a:gdLst/>
            <a:ahLst/>
            <a:cxnLst/>
            <a:rect l="l" t="t" r="r" b="b"/>
            <a:pathLst>
              <a:path w="120000" h="120000" extrusionOk="0">
                <a:moveTo>
                  <a:pt x="0" y="119999"/>
                </a:moveTo>
                <a:lnTo>
                  <a:pt x="0" y="0"/>
                </a:lnTo>
                <a:lnTo>
                  <a:pt x="120000" y="0"/>
                </a:lnTo>
              </a:path>
            </a:pathLst>
          </a:custGeom>
          <a:noFill/>
          <a:ln w="9525" cap="flat" cmpd="sng">
            <a:solidFill>
              <a:srgbClr val="FFFFFF"/>
            </a:solidFill>
            <a:prstDash val="solid"/>
            <a:round/>
            <a:headEnd type="none" w="sm" len="sm"/>
            <a:tailEnd type="none" w="sm" len="sm"/>
          </a:ln>
        </p:spPr>
        <p:txBody>
          <a:bodyPr spcFirstLastPara="1" wrap="square" lIns="121900" tIns="60933" rIns="121900" bIns="60933" anchor="ctr" anchorCtr="0">
            <a:noAutofit/>
          </a:bodyPr>
          <a:lstStyle/>
          <a:p>
            <a:pPr algn="ctr">
              <a:buSzPts val="1400"/>
            </a:pPr>
            <a:endParaRPr sz="1867">
              <a:solidFill>
                <a:srgbClr val="FFFFFF"/>
              </a:solidFill>
            </a:endParaRPr>
          </a:p>
        </p:txBody>
      </p:sp>
    </p:spTree>
    <p:extLst>
      <p:ext uri="{BB962C8B-B14F-4D97-AF65-F5344CB8AC3E}">
        <p14:creationId xmlns:p14="http://schemas.microsoft.com/office/powerpoint/2010/main" val="4135351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71AE9B6-4DA5-41BF-82B9-8B95B9F00661}"/>
              </a:ext>
            </a:extLst>
          </p:cNvPr>
          <p:cNvSpPr>
            <a:spLocks noGrp="1"/>
          </p:cNvSpPr>
          <p:nvPr>
            <p:ph type="title"/>
          </p:nvPr>
        </p:nvSpPr>
        <p:spPr/>
        <p:txBody>
          <a:bodyPr/>
          <a:lstStyle/>
          <a:p>
            <a:r>
              <a:rPr lang="en-US" dirty="0"/>
              <a:t>Search Standardized food products and Business eligibility criteria</a:t>
            </a:r>
            <a:br>
              <a:rPr lang="en-US" dirty="0"/>
            </a:br>
            <a:endParaRPr lang="en-US" dirty="0"/>
          </a:p>
        </p:txBody>
      </p:sp>
      <p:sp>
        <p:nvSpPr>
          <p:cNvPr id="6" name="Slide Number Placeholder 5">
            <a:extLst>
              <a:ext uri="{FF2B5EF4-FFF2-40B4-BE49-F238E27FC236}">
                <a16:creationId xmlns:a16="http://schemas.microsoft.com/office/drawing/2014/main" id="{BC4D0EC8-A6CD-48A8-A0F0-1C13F7EA0F6A}"/>
              </a:ext>
            </a:extLst>
          </p:cNvPr>
          <p:cNvSpPr>
            <a:spLocks noGrp="1"/>
          </p:cNvSpPr>
          <p:nvPr>
            <p:ph type="sldNum" idx="12"/>
          </p:nvPr>
        </p:nvSpPr>
        <p:spPr/>
        <p:txBody>
          <a:bodyPr/>
          <a:lstStyle/>
          <a:p>
            <a:pPr lvl="0"/>
            <a:fld id="{00000000-1234-1234-1234-123412341234}" type="slidenum">
              <a:rPr lang="en-US" smtClean="0">
                <a:latin typeface="+mj-lt"/>
              </a:rPr>
              <a:pPr lvl="0"/>
              <a:t>8</a:t>
            </a:fld>
            <a:endParaRPr lang="en-US" dirty="0">
              <a:latin typeface="+mj-lt"/>
            </a:endParaRPr>
          </a:p>
        </p:txBody>
      </p:sp>
      <p:pic>
        <p:nvPicPr>
          <p:cNvPr id="8" name="Picture 7">
            <a:extLst>
              <a:ext uri="{FF2B5EF4-FFF2-40B4-BE49-F238E27FC236}">
                <a16:creationId xmlns:a16="http://schemas.microsoft.com/office/drawing/2014/main" id="{91EF6781-886F-42CD-B3C5-3B2A370FD91D}"/>
              </a:ext>
            </a:extLst>
          </p:cNvPr>
          <p:cNvPicPr>
            <a:picLocks noChangeAspect="1"/>
          </p:cNvPicPr>
          <p:nvPr/>
        </p:nvPicPr>
        <p:blipFill>
          <a:blip r:embed="rId2"/>
          <a:stretch>
            <a:fillRect/>
          </a:stretch>
        </p:blipFill>
        <p:spPr>
          <a:xfrm>
            <a:off x="6365568" y="1094310"/>
            <a:ext cx="5178732" cy="3246293"/>
          </a:xfrm>
          <a:prstGeom prst="rect">
            <a:avLst/>
          </a:prstGeom>
          <a:ln>
            <a:solidFill>
              <a:schemeClr val="tx1"/>
            </a:solidFill>
          </a:ln>
        </p:spPr>
      </p:pic>
      <p:cxnSp>
        <p:nvCxnSpPr>
          <p:cNvPr id="18" name="Google Shape;94;p10">
            <a:extLst>
              <a:ext uri="{FF2B5EF4-FFF2-40B4-BE49-F238E27FC236}">
                <a16:creationId xmlns:a16="http://schemas.microsoft.com/office/drawing/2014/main" id="{BBEDC2B2-83A1-44E7-AE2A-8FCA57725D67}"/>
              </a:ext>
            </a:extLst>
          </p:cNvPr>
          <p:cNvCxnSpPr>
            <a:cxnSpLocks/>
          </p:cNvCxnSpPr>
          <p:nvPr/>
        </p:nvCxnSpPr>
        <p:spPr>
          <a:xfrm>
            <a:off x="857153" y="1308537"/>
            <a:ext cx="6979138" cy="299545"/>
          </a:xfrm>
          <a:prstGeom prst="bentConnector3">
            <a:avLst>
              <a:gd name="adj1" fmla="val 99923"/>
            </a:avLst>
          </a:prstGeom>
          <a:noFill/>
          <a:ln w="12700" cap="flat" cmpd="sng">
            <a:solidFill>
              <a:schemeClr val="accent3"/>
            </a:solidFill>
            <a:prstDash val="solid"/>
            <a:round/>
            <a:headEnd type="none" w="sm" len="sm"/>
            <a:tailEnd type="none" w="sm" len="sm"/>
          </a:ln>
        </p:spPr>
      </p:cxnSp>
      <p:sp>
        <p:nvSpPr>
          <p:cNvPr id="24" name="TextBox 23">
            <a:extLst>
              <a:ext uri="{FF2B5EF4-FFF2-40B4-BE49-F238E27FC236}">
                <a16:creationId xmlns:a16="http://schemas.microsoft.com/office/drawing/2014/main" id="{5CEC8D66-23A3-41CC-8A55-9EB4C99194DB}"/>
              </a:ext>
            </a:extLst>
          </p:cNvPr>
          <p:cNvSpPr txBox="1"/>
          <p:nvPr/>
        </p:nvSpPr>
        <p:spPr>
          <a:xfrm>
            <a:off x="561298" y="1465898"/>
            <a:ext cx="5856649" cy="2169825"/>
          </a:xfrm>
          <a:prstGeom prst="rect">
            <a:avLst/>
          </a:prstGeom>
          <a:noFill/>
        </p:spPr>
        <p:txBody>
          <a:bodyPr wrap="square" rtlCol="0">
            <a:spAutoFit/>
          </a:bodyPr>
          <a:lstStyle/>
          <a:p>
            <a:r>
              <a:rPr lang="en-GB" sz="1500" b="1" dirty="0">
                <a:latin typeface="+mj-lt"/>
              </a:rPr>
              <a:t>Search Standardized food products</a:t>
            </a:r>
          </a:p>
          <a:p>
            <a:pPr marL="285750" indent="-285750">
              <a:buFont typeface="Arial" panose="020B0604020202020204" pitchFamily="34" charset="0"/>
              <a:buChar char="•"/>
            </a:pPr>
            <a:r>
              <a:rPr lang="en-GB" sz="1500" dirty="0">
                <a:latin typeface="+mj-lt"/>
              </a:rPr>
              <a:t>Provides list of all standardized food products using key words as entered in search box.</a:t>
            </a:r>
          </a:p>
          <a:p>
            <a:pPr marL="285750" indent="-285750">
              <a:buFont typeface="Arial" panose="020B0604020202020204" pitchFamily="34" charset="0"/>
              <a:buChar char="•"/>
            </a:pPr>
            <a:r>
              <a:rPr lang="en-GB" sz="1500" dirty="0">
                <a:latin typeface="+mj-lt"/>
              </a:rPr>
              <a:t>Provide food category, sub food category and products for FBOs.</a:t>
            </a:r>
          </a:p>
          <a:p>
            <a:pPr marL="285750" indent="-285750">
              <a:buFont typeface="Arial" panose="020B0604020202020204" pitchFamily="34" charset="0"/>
              <a:buChar char="•"/>
            </a:pPr>
            <a:r>
              <a:rPr lang="en-GB" sz="1500" dirty="0">
                <a:latin typeface="+mj-lt"/>
              </a:rPr>
              <a:t>For e.g. If FBO searches for  Milk, application will provide list of all products where “Milk” as keyword is inclusive.</a:t>
            </a:r>
          </a:p>
          <a:p>
            <a:pPr marL="285750" indent="-285750">
              <a:buFont typeface="Arial" panose="020B0604020202020204" pitchFamily="34" charset="0"/>
              <a:buChar char="•"/>
            </a:pPr>
            <a:endParaRPr lang="en-GB" sz="1500" dirty="0">
              <a:latin typeface="+mj-lt"/>
            </a:endParaRPr>
          </a:p>
          <a:p>
            <a:endParaRPr lang="en-GB" sz="1500" b="1" dirty="0">
              <a:latin typeface="+mj-lt"/>
            </a:endParaRPr>
          </a:p>
        </p:txBody>
      </p:sp>
      <p:cxnSp>
        <p:nvCxnSpPr>
          <p:cNvPr id="25" name="Google Shape;94;p10">
            <a:extLst>
              <a:ext uri="{FF2B5EF4-FFF2-40B4-BE49-F238E27FC236}">
                <a16:creationId xmlns:a16="http://schemas.microsoft.com/office/drawing/2014/main" id="{7E08EBBA-711C-49CD-AA45-C9A0782E748E}"/>
              </a:ext>
            </a:extLst>
          </p:cNvPr>
          <p:cNvCxnSpPr>
            <a:cxnSpLocks/>
          </p:cNvCxnSpPr>
          <p:nvPr/>
        </p:nvCxnSpPr>
        <p:spPr>
          <a:xfrm rot="10800000" flipV="1">
            <a:off x="857154" y="1957546"/>
            <a:ext cx="9847632" cy="1816675"/>
          </a:xfrm>
          <a:prstGeom prst="bentConnector3">
            <a:avLst>
              <a:gd name="adj1" fmla="val -110"/>
            </a:avLst>
          </a:prstGeom>
          <a:noFill/>
          <a:ln w="12700" cap="flat" cmpd="sng">
            <a:solidFill>
              <a:schemeClr val="accent3"/>
            </a:solidFill>
            <a:prstDash val="solid"/>
            <a:round/>
            <a:headEnd type="none" w="sm" len="sm"/>
            <a:tailEnd type="none" w="sm" len="sm"/>
          </a:ln>
        </p:spPr>
      </p:cxnSp>
      <p:sp>
        <p:nvSpPr>
          <p:cNvPr id="37" name="TextBox 36">
            <a:extLst>
              <a:ext uri="{FF2B5EF4-FFF2-40B4-BE49-F238E27FC236}">
                <a16:creationId xmlns:a16="http://schemas.microsoft.com/office/drawing/2014/main" id="{E9142FF1-FD0B-4AC3-A51E-80601E161321}"/>
              </a:ext>
            </a:extLst>
          </p:cNvPr>
          <p:cNvSpPr txBox="1"/>
          <p:nvPr/>
        </p:nvSpPr>
        <p:spPr>
          <a:xfrm>
            <a:off x="559108" y="3928420"/>
            <a:ext cx="5663034" cy="2169825"/>
          </a:xfrm>
          <a:prstGeom prst="rect">
            <a:avLst/>
          </a:prstGeom>
          <a:noFill/>
        </p:spPr>
        <p:txBody>
          <a:bodyPr wrap="square" rtlCol="0">
            <a:spAutoFit/>
          </a:bodyPr>
          <a:lstStyle/>
          <a:p>
            <a:r>
              <a:rPr lang="en-GB" sz="1500" b="1" dirty="0">
                <a:latin typeface="+mj-lt"/>
              </a:rPr>
              <a:t>Search Business Eligibility Criteria</a:t>
            </a:r>
          </a:p>
          <a:p>
            <a:pPr marL="285750" indent="-285750">
              <a:buFont typeface="Arial" panose="020B0604020202020204" pitchFamily="34" charset="0"/>
              <a:buChar char="•"/>
            </a:pPr>
            <a:r>
              <a:rPr lang="en-GB" sz="1500" dirty="0">
                <a:latin typeface="+mj-lt"/>
              </a:rPr>
              <a:t>Intelligent Search option which provide list of all </a:t>
            </a:r>
            <a:r>
              <a:rPr lang="en-GB" sz="1500" dirty="0" err="1">
                <a:latin typeface="+mj-lt"/>
              </a:rPr>
              <a:t>KoBs</a:t>
            </a:r>
            <a:r>
              <a:rPr lang="en-GB" sz="1500" dirty="0">
                <a:latin typeface="+mj-lt"/>
              </a:rPr>
              <a:t> with keywords as entered in search box.</a:t>
            </a:r>
          </a:p>
          <a:p>
            <a:pPr marL="285750" indent="-285750">
              <a:buFont typeface="Arial" panose="020B0604020202020204" pitchFamily="34" charset="0"/>
              <a:buChar char="•"/>
            </a:pPr>
            <a:r>
              <a:rPr lang="en-GB" sz="1500" dirty="0">
                <a:latin typeface="+mj-lt"/>
              </a:rPr>
              <a:t>Promote transparency in system by providing business eligibility criteria, whether required registration or license, type of license required as per capacity and fee per annum for FBOs.</a:t>
            </a:r>
          </a:p>
          <a:p>
            <a:pPr marL="285750" indent="-285750">
              <a:buFont typeface="Arial" panose="020B0604020202020204" pitchFamily="34" charset="0"/>
              <a:buChar char="•"/>
            </a:pPr>
            <a:endParaRPr lang="en-GB" sz="1500" dirty="0">
              <a:latin typeface="+mj-lt"/>
            </a:endParaRPr>
          </a:p>
          <a:p>
            <a:endParaRPr lang="en-GB" sz="1500" b="1" dirty="0">
              <a:latin typeface="+mj-lt"/>
            </a:endParaRPr>
          </a:p>
        </p:txBody>
      </p:sp>
      <p:sp>
        <p:nvSpPr>
          <p:cNvPr id="14" name="Oval 13">
            <a:extLst>
              <a:ext uri="{FF2B5EF4-FFF2-40B4-BE49-F238E27FC236}">
                <a16:creationId xmlns:a16="http://schemas.microsoft.com/office/drawing/2014/main" id="{FBCC979E-96E5-4FB7-8EE6-248625A37CE1}"/>
              </a:ext>
            </a:extLst>
          </p:cNvPr>
          <p:cNvSpPr/>
          <p:nvPr/>
        </p:nvSpPr>
        <p:spPr>
          <a:xfrm>
            <a:off x="7675675" y="1690518"/>
            <a:ext cx="293077" cy="2939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mj-lt"/>
              </a:rPr>
              <a:t>1</a:t>
            </a:r>
          </a:p>
        </p:txBody>
      </p:sp>
      <p:sp>
        <p:nvSpPr>
          <p:cNvPr id="15" name="Oval 14">
            <a:extLst>
              <a:ext uri="{FF2B5EF4-FFF2-40B4-BE49-F238E27FC236}">
                <a16:creationId xmlns:a16="http://schemas.microsoft.com/office/drawing/2014/main" id="{6F57A99C-705E-4830-AAE2-4065529C178F}"/>
              </a:ext>
            </a:extLst>
          </p:cNvPr>
          <p:cNvSpPr/>
          <p:nvPr/>
        </p:nvSpPr>
        <p:spPr>
          <a:xfrm>
            <a:off x="10709166" y="1664848"/>
            <a:ext cx="293077" cy="2939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mj-lt"/>
              </a:rPr>
              <a:t>2</a:t>
            </a:r>
          </a:p>
        </p:txBody>
      </p:sp>
      <p:sp>
        <p:nvSpPr>
          <p:cNvPr id="16" name="Oval 15">
            <a:extLst>
              <a:ext uri="{FF2B5EF4-FFF2-40B4-BE49-F238E27FC236}">
                <a16:creationId xmlns:a16="http://schemas.microsoft.com/office/drawing/2014/main" id="{3B5C04CA-3F75-444C-984A-585BB928B7A6}"/>
              </a:ext>
            </a:extLst>
          </p:cNvPr>
          <p:cNvSpPr/>
          <p:nvPr/>
        </p:nvSpPr>
        <p:spPr>
          <a:xfrm>
            <a:off x="266031" y="1465898"/>
            <a:ext cx="293077" cy="2939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mj-lt"/>
              </a:rPr>
              <a:t>1</a:t>
            </a:r>
          </a:p>
        </p:txBody>
      </p:sp>
      <p:sp>
        <p:nvSpPr>
          <p:cNvPr id="17" name="Oval 16">
            <a:extLst>
              <a:ext uri="{FF2B5EF4-FFF2-40B4-BE49-F238E27FC236}">
                <a16:creationId xmlns:a16="http://schemas.microsoft.com/office/drawing/2014/main" id="{4C5C3736-9C8F-418E-B233-66E60BEA2793}"/>
              </a:ext>
            </a:extLst>
          </p:cNvPr>
          <p:cNvSpPr/>
          <p:nvPr/>
        </p:nvSpPr>
        <p:spPr>
          <a:xfrm>
            <a:off x="266031" y="3989377"/>
            <a:ext cx="293077" cy="2939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mj-lt"/>
              </a:rPr>
              <a:t>2</a:t>
            </a:r>
          </a:p>
        </p:txBody>
      </p:sp>
    </p:spTree>
    <p:extLst>
      <p:ext uri="{BB962C8B-B14F-4D97-AF65-F5344CB8AC3E}">
        <p14:creationId xmlns:p14="http://schemas.microsoft.com/office/powerpoint/2010/main" val="1288195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708B13-7254-44C8-81B7-EB1C1946C04B}"/>
              </a:ext>
            </a:extLst>
          </p:cNvPr>
          <p:cNvSpPr txBox="1"/>
          <p:nvPr/>
        </p:nvSpPr>
        <p:spPr>
          <a:xfrm>
            <a:off x="584064" y="1137157"/>
            <a:ext cx="10923586" cy="369332"/>
          </a:xfrm>
          <a:prstGeom prst="rect">
            <a:avLst/>
          </a:prstGeom>
          <a:solidFill>
            <a:schemeClr val="bg1"/>
          </a:solidFill>
          <a:ln>
            <a:solidFill>
              <a:schemeClr val="bg1"/>
            </a:solidFill>
          </a:ln>
        </p:spPr>
        <p:txBody>
          <a:bodyPr wrap="square" rtlCol="0">
            <a:spAutoFit/>
          </a:bodyPr>
          <a:lstStyle/>
          <a:p>
            <a:r>
              <a:rPr lang="en-GB" sz="1800" dirty="0">
                <a:solidFill>
                  <a:schemeClr val="tx1"/>
                </a:solidFill>
              </a:rPr>
              <a:t>Url: </a:t>
            </a:r>
            <a:r>
              <a:rPr lang="en-US" sz="1800" b="1" dirty="0">
                <a:solidFill>
                  <a:schemeClr val="tx1"/>
                </a:solidFill>
                <a:hlinkClick r:id="rId2"/>
              </a:rPr>
              <a:t>https://foscos.fssai.gov.in/</a:t>
            </a:r>
            <a:endParaRPr lang="en-GB" sz="1800" b="1" dirty="0">
              <a:solidFill>
                <a:schemeClr val="tx1"/>
              </a:solidFill>
            </a:endParaRPr>
          </a:p>
        </p:txBody>
      </p:sp>
      <p:grpSp>
        <p:nvGrpSpPr>
          <p:cNvPr id="14" name="Group 13">
            <a:extLst>
              <a:ext uri="{FF2B5EF4-FFF2-40B4-BE49-F238E27FC236}">
                <a16:creationId xmlns:a16="http://schemas.microsoft.com/office/drawing/2014/main" id="{6AAEDDB2-4473-48A8-B32B-207D6C0834FD}"/>
              </a:ext>
            </a:extLst>
          </p:cNvPr>
          <p:cNvGrpSpPr/>
          <p:nvPr/>
        </p:nvGrpSpPr>
        <p:grpSpPr>
          <a:xfrm>
            <a:off x="6591101" y="1118773"/>
            <a:ext cx="4953199" cy="5210099"/>
            <a:chOff x="6797862" y="1245536"/>
            <a:chExt cx="4953199" cy="5210099"/>
          </a:xfrm>
        </p:grpSpPr>
        <p:grpSp>
          <p:nvGrpSpPr>
            <p:cNvPr id="13" name="Group 12">
              <a:extLst>
                <a:ext uri="{FF2B5EF4-FFF2-40B4-BE49-F238E27FC236}">
                  <a16:creationId xmlns:a16="http://schemas.microsoft.com/office/drawing/2014/main" id="{78203780-DC3A-4B5D-8888-FF635684F494}"/>
                </a:ext>
              </a:extLst>
            </p:cNvPr>
            <p:cNvGrpSpPr/>
            <p:nvPr/>
          </p:nvGrpSpPr>
          <p:grpSpPr>
            <a:xfrm>
              <a:off x="6797862" y="1631530"/>
              <a:ext cx="4953199" cy="4454773"/>
              <a:chOff x="6096000" y="909827"/>
              <a:chExt cx="5794027" cy="5819078"/>
            </a:xfrm>
          </p:grpSpPr>
          <p:pic>
            <p:nvPicPr>
              <p:cNvPr id="4" name="Picture 3">
                <a:extLst>
                  <a:ext uri="{FF2B5EF4-FFF2-40B4-BE49-F238E27FC236}">
                    <a16:creationId xmlns:a16="http://schemas.microsoft.com/office/drawing/2014/main" id="{CCCF8CCF-F206-4FA7-9764-C5E79341B2E2}"/>
                  </a:ext>
                </a:extLst>
              </p:cNvPr>
              <p:cNvPicPr>
                <a:picLocks noChangeAspect="1"/>
              </p:cNvPicPr>
              <p:nvPr/>
            </p:nvPicPr>
            <p:blipFill>
              <a:blip r:embed="rId3"/>
              <a:stretch>
                <a:fillRect/>
              </a:stretch>
            </p:blipFill>
            <p:spPr>
              <a:xfrm>
                <a:off x="6096000" y="909827"/>
                <a:ext cx="3284752" cy="2249098"/>
              </a:xfrm>
              <a:prstGeom prst="rect">
                <a:avLst/>
              </a:prstGeom>
              <a:ln>
                <a:solidFill>
                  <a:schemeClr val="accent3"/>
                </a:solidFill>
              </a:ln>
            </p:spPr>
          </p:pic>
          <p:pic>
            <p:nvPicPr>
              <p:cNvPr id="59" name="Picture 58">
                <a:extLst>
                  <a:ext uri="{FF2B5EF4-FFF2-40B4-BE49-F238E27FC236}">
                    <a16:creationId xmlns:a16="http://schemas.microsoft.com/office/drawing/2014/main" id="{F7976BE9-925A-47DE-9034-5A94B38BEEAE}"/>
                  </a:ext>
                </a:extLst>
              </p:cNvPr>
              <p:cNvPicPr>
                <a:picLocks noChangeAspect="1"/>
              </p:cNvPicPr>
              <p:nvPr/>
            </p:nvPicPr>
            <p:blipFill>
              <a:blip r:embed="rId4"/>
              <a:stretch>
                <a:fillRect/>
              </a:stretch>
            </p:blipFill>
            <p:spPr>
              <a:xfrm>
                <a:off x="7503409" y="2488185"/>
                <a:ext cx="3489241" cy="2442469"/>
              </a:xfrm>
              <a:prstGeom prst="rect">
                <a:avLst/>
              </a:prstGeom>
              <a:ln>
                <a:solidFill>
                  <a:schemeClr val="tx1"/>
                </a:solidFill>
              </a:ln>
            </p:spPr>
          </p:pic>
          <p:pic>
            <p:nvPicPr>
              <p:cNvPr id="5" name="Picture 4">
                <a:extLst>
                  <a:ext uri="{FF2B5EF4-FFF2-40B4-BE49-F238E27FC236}">
                    <a16:creationId xmlns:a16="http://schemas.microsoft.com/office/drawing/2014/main" id="{885F08EE-994E-4C79-89FB-937EA5721D94}"/>
                  </a:ext>
                </a:extLst>
              </p:cNvPr>
              <p:cNvPicPr>
                <a:picLocks noChangeAspect="1"/>
              </p:cNvPicPr>
              <p:nvPr/>
            </p:nvPicPr>
            <p:blipFill>
              <a:blip r:embed="rId5"/>
              <a:stretch>
                <a:fillRect/>
              </a:stretch>
            </p:blipFill>
            <p:spPr>
              <a:xfrm>
                <a:off x="8260026" y="4473503"/>
                <a:ext cx="3630001" cy="2255402"/>
              </a:xfrm>
              <a:prstGeom prst="rect">
                <a:avLst/>
              </a:prstGeom>
              <a:ln>
                <a:solidFill>
                  <a:schemeClr val="accent3"/>
                </a:solidFill>
              </a:ln>
            </p:spPr>
          </p:pic>
        </p:grpSp>
        <p:sp>
          <p:nvSpPr>
            <p:cNvPr id="6" name="Arrow: Curved Left 5">
              <a:extLst>
                <a:ext uri="{FF2B5EF4-FFF2-40B4-BE49-F238E27FC236}">
                  <a16:creationId xmlns:a16="http://schemas.microsoft.com/office/drawing/2014/main" id="{A63AF383-835B-4128-AE55-46377927932E}"/>
                </a:ext>
              </a:extLst>
            </p:cNvPr>
            <p:cNvSpPr/>
            <p:nvPr/>
          </p:nvSpPr>
          <p:spPr>
            <a:xfrm rot="20521295">
              <a:off x="9995188" y="1542477"/>
              <a:ext cx="424348" cy="672267"/>
            </a:xfrm>
            <a:prstGeom prst="curvedLeftArrow">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116" name="Arrow: Curved Left 115">
              <a:extLst>
                <a:ext uri="{FF2B5EF4-FFF2-40B4-BE49-F238E27FC236}">
                  <a16:creationId xmlns:a16="http://schemas.microsoft.com/office/drawing/2014/main" id="{C32710DB-3605-41AD-B09D-BC3610C569A2}"/>
                </a:ext>
              </a:extLst>
            </p:cNvPr>
            <p:cNvSpPr/>
            <p:nvPr/>
          </p:nvSpPr>
          <p:spPr>
            <a:xfrm rot="20521295">
              <a:off x="11295332" y="3478077"/>
              <a:ext cx="424348" cy="672267"/>
            </a:xfrm>
            <a:prstGeom prst="curvedLeftArrow">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 name="TextBox 6">
              <a:extLst>
                <a:ext uri="{FF2B5EF4-FFF2-40B4-BE49-F238E27FC236}">
                  <a16:creationId xmlns:a16="http://schemas.microsoft.com/office/drawing/2014/main" id="{298FCD08-E722-4EC6-928E-5775A129EE75}"/>
                </a:ext>
              </a:extLst>
            </p:cNvPr>
            <p:cNvSpPr txBox="1"/>
            <p:nvPr/>
          </p:nvSpPr>
          <p:spPr>
            <a:xfrm>
              <a:off x="6857427" y="1245536"/>
              <a:ext cx="2688937" cy="369332"/>
            </a:xfrm>
            <a:prstGeom prst="rect">
              <a:avLst/>
            </a:prstGeom>
            <a:noFill/>
          </p:spPr>
          <p:txBody>
            <a:bodyPr wrap="square" rtlCol="0">
              <a:spAutoFit/>
            </a:bodyPr>
            <a:lstStyle/>
            <a:p>
              <a:r>
                <a:rPr lang="en-GB" sz="1800" b="1" i="1" dirty="0">
                  <a:solidFill>
                    <a:schemeClr val="tx1"/>
                  </a:solidFill>
                </a:rPr>
                <a:t>Redirected to FoSCoS</a:t>
              </a:r>
            </a:p>
          </p:txBody>
        </p:sp>
        <p:sp>
          <p:nvSpPr>
            <p:cNvPr id="8" name="TextBox 7">
              <a:extLst>
                <a:ext uri="{FF2B5EF4-FFF2-40B4-BE49-F238E27FC236}">
                  <a16:creationId xmlns:a16="http://schemas.microsoft.com/office/drawing/2014/main" id="{5D18864B-A91F-422F-B9CA-BCA3FA36D039}"/>
                </a:ext>
              </a:extLst>
            </p:cNvPr>
            <p:cNvSpPr txBox="1"/>
            <p:nvPr/>
          </p:nvSpPr>
          <p:spPr>
            <a:xfrm>
              <a:off x="9733188" y="2424089"/>
              <a:ext cx="1879352" cy="369332"/>
            </a:xfrm>
            <a:prstGeom prst="rect">
              <a:avLst/>
            </a:prstGeom>
            <a:noFill/>
          </p:spPr>
          <p:txBody>
            <a:bodyPr wrap="square" rtlCol="0">
              <a:spAutoFit/>
            </a:bodyPr>
            <a:lstStyle/>
            <a:p>
              <a:r>
                <a:rPr lang="en-GB" sz="1800" b="1" i="1" dirty="0"/>
                <a:t>Home Page</a:t>
              </a:r>
            </a:p>
          </p:txBody>
        </p:sp>
        <p:sp>
          <p:nvSpPr>
            <p:cNvPr id="117" name="TextBox 116">
              <a:extLst>
                <a:ext uri="{FF2B5EF4-FFF2-40B4-BE49-F238E27FC236}">
                  <a16:creationId xmlns:a16="http://schemas.microsoft.com/office/drawing/2014/main" id="{B92B4774-FB0A-412D-94FA-B33C7F468A18}"/>
                </a:ext>
              </a:extLst>
            </p:cNvPr>
            <p:cNvSpPr txBox="1"/>
            <p:nvPr/>
          </p:nvSpPr>
          <p:spPr>
            <a:xfrm>
              <a:off x="8802183" y="6086303"/>
              <a:ext cx="2810357" cy="369332"/>
            </a:xfrm>
            <a:prstGeom prst="rect">
              <a:avLst/>
            </a:prstGeom>
            <a:noFill/>
          </p:spPr>
          <p:txBody>
            <a:bodyPr wrap="square" rtlCol="0">
              <a:spAutoFit/>
            </a:bodyPr>
            <a:lstStyle/>
            <a:p>
              <a:r>
                <a:rPr lang="en-GB" sz="1800" b="1" i="1" dirty="0"/>
                <a:t>FoSCoS Landing Page</a:t>
              </a:r>
            </a:p>
          </p:txBody>
        </p:sp>
      </p:grpSp>
      <p:sp>
        <p:nvSpPr>
          <p:cNvPr id="12" name="Rectangle 11">
            <a:extLst>
              <a:ext uri="{FF2B5EF4-FFF2-40B4-BE49-F238E27FC236}">
                <a16:creationId xmlns:a16="http://schemas.microsoft.com/office/drawing/2014/main" id="{7AFBA7AE-4F54-4C3D-A10B-F25C48583192}"/>
              </a:ext>
            </a:extLst>
          </p:cNvPr>
          <p:cNvSpPr/>
          <p:nvPr/>
        </p:nvSpPr>
        <p:spPr>
          <a:xfrm>
            <a:off x="1066490" y="2866430"/>
            <a:ext cx="5021364" cy="19233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50000"/>
              </a:lnSpc>
              <a:buFont typeface="Arial" panose="020B0604020202020204" pitchFamily="34" charset="0"/>
              <a:buChar char="•"/>
            </a:pPr>
            <a:r>
              <a:rPr lang="en-GB" sz="1600" dirty="0">
                <a:solidFill>
                  <a:schemeClr val="tx1"/>
                </a:solidFill>
              </a:rPr>
              <a:t>Users will be redirected to the login page of FoSCoS</a:t>
            </a:r>
          </a:p>
          <a:p>
            <a:pPr marL="285750" indent="-285750">
              <a:lnSpc>
                <a:spcPct val="150000"/>
              </a:lnSpc>
              <a:buFont typeface="Arial" panose="020B0604020202020204" pitchFamily="34" charset="0"/>
              <a:buChar char="•"/>
            </a:pPr>
            <a:r>
              <a:rPr lang="en-GB" sz="1600" dirty="0">
                <a:solidFill>
                  <a:schemeClr val="tx1"/>
                </a:solidFill>
              </a:rPr>
              <a:t>Existing Users to login through same credentials as used for FLRS application.</a:t>
            </a:r>
          </a:p>
          <a:p>
            <a:pPr marL="285750" indent="-285750">
              <a:lnSpc>
                <a:spcPct val="150000"/>
              </a:lnSpc>
              <a:buFont typeface="Arial" panose="020B0604020202020204" pitchFamily="34" charset="0"/>
              <a:buChar char="•"/>
            </a:pPr>
            <a:r>
              <a:rPr lang="en-GB" sz="1600" dirty="0">
                <a:solidFill>
                  <a:schemeClr val="tx1"/>
                </a:solidFill>
              </a:rPr>
              <a:t>New FBO can create credentials using Sign-up option.</a:t>
            </a:r>
          </a:p>
          <a:p>
            <a:pPr marL="285750" indent="-285750">
              <a:lnSpc>
                <a:spcPct val="150000"/>
              </a:lnSpc>
              <a:buFont typeface="Arial" panose="020B0604020202020204" pitchFamily="34" charset="0"/>
              <a:buChar char="•"/>
            </a:pPr>
            <a:r>
              <a:rPr lang="en-GB" sz="1600" dirty="0">
                <a:solidFill>
                  <a:schemeClr val="tx1"/>
                </a:solidFill>
              </a:rPr>
              <a:t>User can retrieve username or password using combination of email ID and mobile no.</a:t>
            </a:r>
          </a:p>
          <a:p>
            <a:pPr marL="285750" indent="-285750">
              <a:lnSpc>
                <a:spcPct val="150000"/>
              </a:lnSpc>
              <a:buFont typeface="Arial" panose="020B0604020202020204" pitchFamily="34" charset="0"/>
              <a:buChar char="•"/>
            </a:pPr>
            <a:r>
              <a:rPr lang="en-GB" sz="1600" dirty="0">
                <a:solidFill>
                  <a:schemeClr val="tx1"/>
                </a:solidFill>
              </a:rPr>
              <a:t>Dashboard is the default landing page.</a:t>
            </a:r>
          </a:p>
          <a:p>
            <a:pPr marL="285750" indent="-285750">
              <a:lnSpc>
                <a:spcPct val="150000"/>
              </a:lnSpc>
              <a:buFont typeface="Arial" panose="020B0604020202020204" pitchFamily="34" charset="0"/>
              <a:buChar char="•"/>
            </a:pPr>
            <a:r>
              <a:rPr lang="en-GB" sz="1600" dirty="0">
                <a:solidFill>
                  <a:schemeClr val="tx1"/>
                </a:solidFill>
              </a:rPr>
              <a:t>For Detailed process flow, </a:t>
            </a:r>
            <a:r>
              <a:rPr lang="en-GB" sz="1600" dirty="0">
                <a:solidFill>
                  <a:schemeClr val="tx1"/>
                </a:solidFill>
                <a:hlinkClick r:id="rId6" action="ppaction://hlinksldjump"/>
              </a:rPr>
              <a:t>Click</a:t>
            </a:r>
            <a:endParaRPr lang="en-GB" sz="1600" dirty="0">
              <a:solidFill>
                <a:schemeClr val="tx1"/>
              </a:solidFill>
            </a:endParaRPr>
          </a:p>
        </p:txBody>
      </p:sp>
      <p:sp>
        <p:nvSpPr>
          <p:cNvPr id="15" name="Oval 14">
            <a:extLst>
              <a:ext uri="{FF2B5EF4-FFF2-40B4-BE49-F238E27FC236}">
                <a16:creationId xmlns:a16="http://schemas.microsoft.com/office/drawing/2014/main" id="{B198D317-AEA4-4A19-8845-F932487EA055}"/>
              </a:ext>
            </a:extLst>
          </p:cNvPr>
          <p:cNvSpPr/>
          <p:nvPr/>
        </p:nvSpPr>
        <p:spPr>
          <a:xfrm>
            <a:off x="1050625" y="2100982"/>
            <a:ext cx="293077" cy="2939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1</a:t>
            </a:r>
          </a:p>
        </p:txBody>
      </p:sp>
      <p:sp>
        <p:nvSpPr>
          <p:cNvPr id="16" name="Oval 15">
            <a:extLst>
              <a:ext uri="{FF2B5EF4-FFF2-40B4-BE49-F238E27FC236}">
                <a16:creationId xmlns:a16="http://schemas.microsoft.com/office/drawing/2014/main" id="{2E778BCD-2C87-4EAD-A6BC-9BC1416D6FA4}"/>
              </a:ext>
            </a:extLst>
          </p:cNvPr>
          <p:cNvSpPr/>
          <p:nvPr/>
        </p:nvSpPr>
        <p:spPr>
          <a:xfrm>
            <a:off x="6270210" y="2218703"/>
            <a:ext cx="293077" cy="2939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1</a:t>
            </a:r>
          </a:p>
        </p:txBody>
      </p:sp>
      <p:sp>
        <p:nvSpPr>
          <p:cNvPr id="17" name="Oval 16">
            <a:extLst>
              <a:ext uri="{FF2B5EF4-FFF2-40B4-BE49-F238E27FC236}">
                <a16:creationId xmlns:a16="http://schemas.microsoft.com/office/drawing/2014/main" id="{73C71403-0AD0-4881-8EA5-22FB5B650CE5}"/>
              </a:ext>
            </a:extLst>
          </p:cNvPr>
          <p:cNvSpPr/>
          <p:nvPr/>
        </p:nvSpPr>
        <p:spPr>
          <a:xfrm>
            <a:off x="7501190" y="3681168"/>
            <a:ext cx="293077" cy="2939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p>
        </p:txBody>
      </p:sp>
      <p:sp>
        <p:nvSpPr>
          <p:cNvPr id="18" name="Oval 17">
            <a:extLst>
              <a:ext uri="{FF2B5EF4-FFF2-40B4-BE49-F238E27FC236}">
                <a16:creationId xmlns:a16="http://schemas.microsoft.com/office/drawing/2014/main" id="{449A757C-AD4B-4B65-B376-B7C9729D086C}"/>
              </a:ext>
            </a:extLst>
          </p:cNvPr>
          <p:cNvSpPr/>
          <p:nvPr/>
        </p:nvSpPr>
        <p:spPr>
          <a:xfrm>
            <a:off x="555383" y="3537644"/>
            <a:ext cx="293077" cy="2939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p>
        </p:txBody>
      </p:sp>
      <p:sp>
        <p:nvSpPr>
          <p:cNvPr id="9" name="Left Brace 8">
            <a:extLst>
              <a:ext uri="{FF2B5EF4-FFF2-40B4-BE49-F238E27FC236}">
                <a16:creationId xmlns:a16="http://schemas.microsoft.com/office/drawing/2014/main" id="{08A70D2F-8247-4F70-9920-AC5DD458EDE7}"/>
              </a:ext>
            </a:extLst>
          </p:cNvPr>
          <p:cNvSpPr/>
          <p:nvPr/>
        </p:nvSpPr>
        <p:spPr>
          <a:xfrm>
            <a:off x="876274" y="2365661"/>
            <a:ext cx="293076" cy="2637883"/>
          </a:xfrm>
          <a:prstGeom prst="leftBrace">
            <a:avLst/>
          </a:prstGeom>
          <a:noFill/>
          <a:ln>
            <a:solidFill>
              <a:schemeClr val="accent3"/>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20" name="Oval 19">
            <a:extLst>
              <a:ext uri="{FF2B5EF4-FFF2-40B4-BE49-F238E27FC236}">
                <a16:creationId xmlns:a16="http://schemas.microsoft.com/office/drawing/2014/main" id="{532A062F-9DC4-47C6-89C7-9E1FABB21C42}"/>
              </a:ext>
            </a:extLst>
          </p:cNvPr>
          <p:cNvSpPr/>
          <p:nvPr/>
        </p:nvSpPr>
        <p:spPr>
          <a:xfrm>
            <a:off x="8146383" y="5112406"/>
            <a:ext cx="293077" cy="2939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a:t>
            </a:r>
          </a:p>
        </p:txBody>
      </p:sp>
      <p:sp>
        <p:nvSpPr>
          <p:cNvPr id="21" name="Oval 20">
            <a:extLst>
              <a:ext uri="{FF2B5EF4-FFF2-40B4-BE49-F238E27FC236}">
                <a16:creationId xmlns:a16="http://schemas.microsoft.com/office/drawing/2014/main" id="{1E4C3222-FA94-4BF4-BE42-A4847E9EDE1B}"/>
              </a:ext>
            </a:extLst>
          </p:cNvPr>
          <p:cNvSpPr/>
          <p:nvPr/>
        </p:nvSpPr>
        <p:spPr>
          <a:xfrm>
            <a:off x="1037919" y="5025266"/>
            <a:ext cx="293077" cy="2939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a:t>
            </a:r>
          </a:p>
        </p:txBody>
      </p:sp>
      <p:sp>
        <p:nvSpPr>
          <p:cNvPr id="19" name="Title 18">
            <a:extLst>
              <a:ext uri="{FF2B5EF4-FFF2-40B4-BE49-F238E27FC236}">
                <a16:creationId xmlns:a16="http://schemas.microsoft.com/office/drawing/2014/main" id="{B20C1303-53AB-42CB-8EB6-DFB3B995D554}"/>
              </a:ext>
            </a:extLst>
          </p:cNvPr>
          <p:cNvSpPr>
            <a:spLocks noGrp="1"/>
          </p:cNvSpPr>
          <p:nvPr>
            <p:ph type="title"/>
          </p:nvPr>
        </p:nvSpPr>
        <p:spPr/>
        <p:txBody>
          <a:bodyPr/>
          <a:lstStyle/>
          <a:p>
            <a:r>
              <a:rPr lang="en-GB" dirty="0"/>
              <a:t>Quick Login to </a:t>
            </a:r>
            <a:r>
              <a:rPr lang="en-GB" dirty="0" err="1"/>
              <a:t>FoSCoS</a:t>
            </a:r>
            <a:r>
              <a:rPr lang="en-GB" dirty="0"/>
              <a:t> </a:t>
            </a:r>
            <a:br>
              <a:rPr lang="en-US" dirty="0"/>
            </a:br>
            <a:endParaRPr lang="en-US" dirty="0"/>
          </a:p>
        </p:txBody>
      </p:sp>
    </p:spTree>
    <p:extLst>
      <p:ext uri="{BB962C8B-B14F-4D97-AF65-F5344CB8AC3E}">
        <p14:creationId xmlns:p14="http://schemas.microsoft.com/office/powerpoint/2010/main" val="3984966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pic>
        <p:nvPicPr>
          <p:cNvPr id="445" name="Google Shape;445;p51"/>
          <p:cNvPicPr preferRelativeResize="0"/>
          <p:nvPr/>
        </p:nvPicPr>
        <p:blipFill rotWithShape="1">
          <a:blip r:embed="rId3">
            <a:alphaModFix/>
          </a:blip>
          <a:srcRect t="9181" b="6430"/>
          <a:stretch/>
        </p:blipFill>
        <p:spPr>
          <a:xfrm>
            <a:off x="0" y="0"/>
            <a:ext cx="12191997" cy="6858003"/>
          </a:xfrm>
          <a:prstGeom prst="rect">
            <a:avLst/>
          </a:prstGeom>
          <a:noFill/>
          <a:ln>
            <a:noFill/>
          </a:ln>
        </p:spPr>
      </p:pic>
      <p:sp>
        <p:nvSpPr>
          <p:cNvPr id="446" name="Google Shape;446;p51"/>
          <p:cNvSpPr/>
          <p:nvPr/>
        </p:nvSpPr>
        <p:spPr>
          <a:xfrm rot="-5400000" flipH="1">
            <a:off x="7933537" y="1422400"/>
            <a:ext cx="1524000" cy="7010400"/>
          </a:xfrm>
          <a:prstGeom prst="round2SameRect">
            <a:avLst>
              <a:gd name="adj1" fmla="val 7727"/>
              <a:gd name="adj2" fmla="val 0"/>
            </a:avLst>
          </a:prstGeom>
          <a:solidFill>
            <a:srgbClr val="DB536A">
              <a:alpha val="73460"/>
            </a:srgbClr>
          </a:solidFill>
          <a:ln>
            <a:noFill/>
          </a:ln>
        </p:spPr>
        <p:txBody>
          <a:bodyPr spcFirstLastPara="1" wrap="square" lIns="240000" tIns="60933" rIns="240000" bIns="60933" anchor="ctr" anchorCtr="0">
            <a:noAutofit/>
          </a:bodyPr>
          <a:lstStyle/>
          <a:p>
            <a:pPr algn="r">
              <a:buSzPts val="1600"/>
            </a:pPr>
            <a:endParaRPr sz="2133" b="1" i="1">
              <a:solidFill>
                <a:srgbClr val="FFFFFF"/>
              </a:solidFill>
              <a:latin typeface="Georgia"/>
              <a:ea typeface="Georgia"/>
              <a:cs typeface="Georgia"/>
              <a:sym typeface="Georgia"/>
            </a:endParaRPr>
          </a:p>
        </p:txBody>
      </p:sp>
      <p:sp>
        <p:nvSpPr>
          <p:cNvPr id="447" name="Google Shape;447;p51"/>
          <p:cNvSpPr txBox="1"/>
          <p:nvPr/>
        </p:nvSpPr>
        <p:spPr>
          <a:xfrm>
            <a:off x="5795888" y="4479579"/>
            <a:ext cx="6288259" cy="574400"/>
          </a:xfrm>
          <a:prstGeom prst="rect">
            <a:avLst/>
          </a:prstGeom>
          <a:noFill/>
          <a:ln>
            <a:noFill/>
          </a:ln>
        </p:spPr>
        <p:txBody>
          <a:bodyPr spcFirstLastPara="1" wrap="square" lIns="0" tIns="0" rIns="0" bIns="0" anchor="t" anchorCtr="0">
            <a:noAutofit/>
          </a:bodyPr>
          <a:lstStyle/>
          <a:p>
            <a:pPr>
              <a:buClr>
                <a:srgbClr val="FFFFFF"/>
              </a:buClr>
              <a:buSzPts val="2800"/>
            </a:pPr>
            <a:r>
              <a:rPr lang="en-US" sz="3200" b="1" i="1" dirty="0">
                <a:solidFill>
                  <a:srgbClr val="FFFFFF"/>
                </a:solidFill>
                <a:latin typeface="Georgia"/>
                <a:ea typeface="Georgia"/>
                <a:cs typeface="Georgia"/>
                <a:sym typeface="Georgia"/>
              </a:rPr>
              <a:t>Guidance for Food business Operators (FBO)</a:t>
            </a:r>
            <a:endParaRPr sz="3200" b="1" i="1" dirty="0">
              <a:solidFill>
                <a:srgbClr val="FFFFFF"/>
              </a:solidFill>
              <a:latin typeface="Georgia"/>
              <a:ea typeface="Georgia"/>
              <a:cs typeface="Georgia"/>
              <a:sym typeface="Georgia"/>
            </a:endParaRPr>
          </a:p>
        </p:txBody>
      </p:sp>
      <p:sp>
        <p:nvSpPr>
          <p:cNvPr id="448" name="Google Shape;448;p51"/>
          <p:cNvSpPr/>
          <p:nvPr/>
        </p:nvSpPr>
        <p:spPr>
          <a:xfrm>
            <a:off x="5682493" y="4479579"/>
            <a:ext cx="6010400" cy="178800"/>
          </a:xfrm>
          <a:custGeom>
            <a:avLst/>
            <a:gdLst/>
            <a:ahLst/>
            <a:cxnLst/>
            <a:rect l="l" t="t" r="r" b="b"/>
            <a:pathLst>
              <a:path w="120000" h="120000" extrusionOk="0">
                <a:moveTo>
                  <a:pt x="0" y="119999"/>
                </a:moveTo>
                <a:lnTo>
                  <a:pt x="0" y="0"/>
                </a:lnTo>
                <a:lnTo>
                  <a:pt x="120000" y="0"/>
                </a:lnTo>
              </a:path>
            </a:pathLst>
          </a:custGeom>
          <a:noFill/>
          <a:ln w="9525" cap="flat" cmpd="sng">
            <a:solidFill>
              <a:srgbClr val="FFFFFF"/>
            </a:solidFill>
            <a:prstDash val="solid"/>
            <a:round/>
            <a:headEnd type="none" w="sm" len="sm"/>
            <a:tailEnd type="none" w="sm" len="sm"/>
          </a:ln>
        </p:spPr>
        <p:txBody>
          <a:bodyPr spcFirstLastPara="1" wrap="square" lIns="121900" tIns="60933" rIns="121900" bIns="60933" anchor="ctr" anchorCtr="0">
            <a:noAutofit/>
          </a:bodyPr>
          <a:lstStyle/>
          <a:p>
            <a:pPr algn="ctr">
              <a:buSzPts val="1400"/>
            </a:pPr>
            <a:endParaRPr sz="1867">
              <a:solidFill>
                <a:srgbClr val="FFFFFF"/>
              </a:solidFill>
            </a:endParaRPr>
          </a:p>
        </p:txBody>
      </p:sp>
    </p:spTree>
    <p:extLst>
      <p:ext uri="{BB962C8B-B14F-4D97-AF65-F5344CB8AC3E}">
        <p14:creationId xmlns:p14="http://schemas.microsoft.com/office/powerpoint/2010/main" val="2712347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3E2F3-FDBE-417C-9B62-C290FED11AB3}"/>
              </a:ext>
            </a:extLst>
          </p:cNvPr>
          <p:cNvSpPr>
            <a:spLocks noGrp="1"/>
          </p:cNvSpPr>
          <p:nvPr>
            <p:ph type="title"/>
          </p:nvPr>
        </p:nvSpPr>
        <p:spPr/>
        <p:txBody>
          <a:bodyPr/>
          <a:lstStyle/>
          <a:p>
            <a:r>
              <a:rPr lang="en-GB" dirty="0"/>
              <a:t>Petty FBO Sign-In</a:t>
            </a:r>
          </a:p>
        </p:txBody>
      </p:sp>
      <p:sp>
        <p:nvSpPr>
          <p:cNvPr id="3" name="Slide Number Placeholder 2">
            <a:extLst>
              <a:ext uri="{FF2B5EF4-FFF2-40B4-BE49-F238E27FC236}">
                <a16:creationId xmlns:a16="http://schemas.microsoft.com/office/drawing/2014/main" id="{BEA5A73E-A256-4130-85A6-54094929B55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mj-lt"/>
              </a:rPr>
              <a:t>11</a:t>
            </a:fld>
            <a:endParaRPr lang="en-US" dirty="0">
              <a:latin typeface="+mj-lt"/>
            </a:endParaRPr>
          </a:p>
        </p:txBody>
      </p:sp>
      <p:sp>
        <p:nvSpPr>
          <p:cNvPr id="4" name="TextBox 3">
            <a:extLst>
              <a:ext uri="{FF2B5EF4-FFF2-40B4-BE49-F238E27FC236}">
                <a16:creationId xmlns:a16="http://schemas.microsoft.com/office/drawing/2014/main" id="{64CAD198-0486-400E-9DEE-EC851B4B733E}"/>
              </a:ext>
            </a:extLst>
          </p:cNvPr>
          <p:cNvSpPr txBox="1"/>
          <p:nvPr/>
        </p:nvSpPr>
        <p:spPr>
          <a:xfrm>
            <a:off x="711199" y="1021364"/>
            <a:ext cx="11207531" cy="1246495"/>
          </a:xfrm>
          <a:prstGeom prst="rect">
            <a:avLst/>
          </a:prstGeom>
          <a:noFill/>
        </p:spPr>
        <p:txBody>
          <a:bodyPr wrap="square" rtlCol="0">
            <a:spAutoFit/>
          </a:bodyPr>
          <a:lstStyle/>
          <a:p>
            <a:pPr marL="285750" indent="-285750">
              <a:buFont typeface="Arial" panose="020B0604020202020204" pitchFamily="34" charset="0"/>
              <a:buChar char="•"/>
            </a:pPr>
            <a:r>
              <a:rPr lang="en-US" sz="1500" dirty="0">
                <a:latin typeface="+mj-lt"/>
              </a:rPr>
              <a:t>Petty FBOs are </a:t>
            </a:r>
            <a:r>
              <a:rPr lang="en-US" sz="1500" b="1" dirty="0">
                <a:latin typeface="+mj-lt"/>
              </a:rPr>
              <a:t>small business etc. </a:t>
            </a:r>
            <a:r>
              <a:rPr lang="en-US" sz="1500" dirty="0">
                <a:latin typeface="+mj-lt"/>
              </a:rPr>
              <a:t>who are encouraged to apply for registrations.</a:t>
            </a:r>
          </a:p>
          <a:p>
            <a:pPr marL="285750" indent="-285750">
              <a:buFont typeface="Arial" panose="020B0604020202020204" pitchFamily="34" charset="0"/>
              <a:buChar char="•"/>
            </a:pPr>
            <a:r>
              <a:rPr lang="en-US" sz="1500" dirty="0">
                <a:latin typeface="+mj-lt"/>
              </a:rPr>
              <a:t>Applicant turnover must be less than </a:t>
            </a:r>
            <a:r>
              <a:rPr lang="en-US" sz="1500" dirty="0" err="1">
                <a:latin typeface="+mj-lt"/>
              </a:rPr>
              <a:t>Rs</a:t>
            </a:r>
            <a:r>
              <a:rPr lang="en-US" sz="1500" dirty="0">
                <a:latin typeface="+mj-lt"/>
              </a:rPr>
              <a:t>. 12 Lacs per annum </a:t>
            </a:r>
          </a:p>
          <a:p>
            <a:pPr marL="285750" indent="-285750">
              <a:buFont typeface="Arial" panose="020B0604020202020204" pitchFamily="34" charset="0"/>
              <a:buChar char="•"/>
            </a:pPr>
            <a:r>
              <a:rPr lang="en-US" sz="1500" dirty="0">
                <a:latin typeface="+mj-lt"/>
              </a:rPr>
              <a:t>Petty FBOs can login using mobile no. or email ID with OTP validation. Such Users are not required to create login and remembering password.</a:t>
            </a:r>
          </a:p>
          <a:p>
            <a:pPr marL="285750" indent="-285750">
              <a:buFont typeface="Arial" panose="020B0604020202020204" pitchFamily="34" charset="0"/>
              <a:buChar char="•"/>
            </a:pPr>
            <a:r>
              <a:rPr lang="en-US" sz="1500" dirty="0">
                <a:latin typeface="+mj-lt"/>
              </a:rPr>
              <a:t>For detailed process flow, </a:t>
            </a:r>
            <a:r>
              <a:rPr lang="en-US" sz="1500" dirty="0">
                <a:latin typeface="+mj-lt"/>
                <a:hlinkClick r:id="rId2" action="ppaction://hlinksldjump"/>
              </a:rPr>
              <a:t>Click</a:t>
            </a:r>
            <a:endParaRPr lang="en-US" sz="1500" dirty="0">
              <a:latin typeface="+mj-lt"/>
            </a:endParaRPr>
          </a:p>
        </p:txBody>
      </p:sp>
      <p:grpSp>
        <p:nvGrpSpPr>
          <p:cNvPr id="7" name="Group 6">
            <a:extLst>
              <a:ext uri="{FF2B5EF4-FFF2-40B4-BE49-F238E27FC236}">
                <a16:creationId xmlns:a16="http://schemas.microsoft.com/office/drawing/2014/main" id="{9650F11E-22AE-46ED-870C-55ED5DA3E0AB}"/>
              </a:ext>
            </a:extLst>
          </p:cNvPr>
          <p:cNvGrpSpPr/>
          <p:nvPr/>
        </p:nvGrpSpPr>
        <p:grpSpPr>
          <a:xfrm>
            <a:off x="8190716" y="2316667"/>
            <a:ext cx="3342772" cy="2264549"/>
            <a:chOff x="5572818" y="2835074"/>
            <a:chExt cx="6230955" cy="3415955"/>
          </a:xfrm>
        </p:grpSpPr>
        <p:pic>
          <p:nvPicPr>
            <p:cNvPr id="5" name="Picture 4">
              <a:extLst>
                <a:ext uri="{FF2B5EF4-FFF2-40B4-BE49-F238E27FC236}">
                  <a16:creationId xmlns:a16="http://schemas.microsoft.com/office/drawing/2014/main" id="{31380CEA-04C3-43A3-A206-D07B6263D793}"/>
                </a:ext>
              </a:extLst>
            </p:cNvPr>
            <p:cNvPicPr>
              <a:picLocks noChangeAspect="1"/>
            </p:cNvPicPr>
            <p:nvPr/>
          </p:nvPicPr>
          <p:blipFill>
            <a:blip r:embed="rId3"/>
            <a:stretch>
              <a:fillRect/>
            </a:stretch>
          </p:blipFill>
          <p:spPr>
            <a:xfrm>
              <a:off x="5572818" y="2835074"/>
              <a:ext cx="6230955" cy="3415955"/>
            </a:xfrm>
            <a:prstGeom prst="rect">
              <a:avLst/>
            </a:prstGeom>
            <a:ln>
              <a:solidFill>
                <a:schemeClr val="tx1"/>
              </a:solidFill>
            </a:ln>
          </p:spPr>
        </p:pic>
        <p:sp>
          <p:nvSpPr>
            <p:cNvPr id="6" name="Arrow: Down 5">
              <a:extLst>
                <a:ext uri="{FF2B5EF4-FFF2-40B4-BE49-F238E27FC236}">
                  <a16:creationId xmlns:a16="http://schemas.microsoft.com/office/drawing/2014/main" id="{C40E2C29-26B3-44B9-937E-F3B925E7869D}"/>
                </a:ext>
              </a:extLst>
            </p:cNvPr>
            <p:cNvSpPr/>
            <p:nvPr/>
          </p:nvSpPr>
          <p:spPr>
            <a:xfrm>
              <a:off x="10058400" y="3247697"/>
              <a:ext cx="236483" cy="882869"/>
            </a:xfrm>
            <a:prstGeom prst="downArrow">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ysClr val="windowText" lastClr="000000"/>
                </a:solidFill>
                <a:latin typeface="+mj-lt"/>
              </a:endParaRPr>
            </a:p>
          </p:txBody>
        </p:sp>
      </p:grpSp>
      <p:grpSp>
        <p:nvGrpSpPr>
          <p:cNvPr id="56" name="Group 55">
            <a:extLst>
              <a:ext uri="{FF2B5EF4-FFF2-40B4-BE49-F238E27FC236}">
                <a16:creationId xmlns:a16="http://schemas.microsoft.com/office/drawing/2014/main" id="{6EC675FB-B9FA-44D8-BE62-A90F37B9A2BE}"/>
              </a:ext>
            </a:extLst>
          </p:cNvPr>
          <p:cNvGrpSpPr/>
          <p:nvPr/>
        </p:nvGrpSpPr>
        <p:grpSpPr>
          <a:xfrm>
            <a:off x="1577151" y="2316667"/>
            <a:ext cx="3342772" cy="4445875"/>
            <a:chOff x="567076" y="1908423"/>
            <a:chExt cx="3372010" cy="4968552"/>
          </a:xfrm>
        </p:grpSpPr>
        <p:sp>
          <p:nvSpPr>
            <p:cNvPr id="57" name="Freeform 9">
              <a:extLst>
                <a:ext uri="{FF2B5EF4-FFF2-40B4-BE49-F238E27FC236}">
                  <a16:creationId xmlns:a16="http://schemas.microsoft.com/office/drawing/2014/main" id="{480AAF44-DBDF-419A-A1DE-1BB7AE2E4449}"/>
                </a:ext>
              </a:extLst>
            </p:cNvPr>
            <p:cNvSpPr>
              <a:spLocks/>
            </p:cNvSpPr>
            <p:nvPr/>
          </p:nvSpPr>
          <p:spPr bwMode="auto">
            <a:xfrm>
              <a:off x="567076" y="1908423"/>
              <a:ext cx="3372010" cy="1486981"/>
            </a:xfrm>
            <a:custGeom>
              <a:avLst/>
              <a:gdLst>
                <a:gd name="T0" fmla="*/ 3294 w 3846"/>
                <a:gd name="T1" fmla="*/ 446 h 1696"/>
                <a:gd name="T2" fmla="*/ 2736 w 3846"/>
                <a:gd name="T3" fmla="*/ 0 h 1696"/>
                <a:gd name="T4" fmla="*/ 2736 w 3846"/>
                <a:gd name="T5" fmla="*/ 438 h 1696"/>
                <a:gd name="T6" fmla="*/ 96 w 3846"/>
                <a:gd name="T7" fmla="*/ 438 h 1696"/>
                <a:gd name="T8" fmla="*/ 96 w 3846"/>
                <a:gd name="T9" fmla="*/ 438 h 1696"/>
                <a:gd name="T10" fmla="*/ 78 w 3846"/>
                <a:gd name="T11" fmla="*/ 440 h 1696"/>
                <a:gd name="T12" fmla="*/ 60 w 3846"/>
                <a:gd name="T13" fmla="*/ 446 h 1696"/>
                <a:gd name="T14" fmla="*/ 44 w 3846"/>
                <a:gd name="T15" fmla="*/ 454 h 1696"/>
                <a:gd name="T16" fmla="*/ 28 w 3846"/>
                <a:gd name="T17" fmla="*/ 466 h 1696"/>
                <a:gd name="T18" fmla="*/ 18 w 3846"/>
                <a:gd name="T19" fmla="*/ 480 h 1696"/>
                <a:gd name="T20" fmla="*/ 8 w 3846"/>
                <a:gd name="T21" fmla="*/ 496 h 1696"/>
                <a:gd name="T22" fmla="*/ 2 w 3846"/>
                <a:gd name="T23" fmla="*/ 514 h 1696"/>
                <a:gd name="T24" fmla="*/ 0 w 3846"/>
                <a:gd name="T25" fmla="*/ 534 h 1696"/>
                <a:gd name="T26" fmla="*/ 0 w 3846"/>
                <a:gd name="T27" fmla="*/ 1044 h 1696"/>
                <a:gd name="T28" fmla="*/ 0 w 3846"/>
                <a:gd name="T29" fmla="*/ 1156 h 1696"/>
                <a:gd name="T30" fmla="*/ 0 w 3846"/>
                <a:gd name="T31" fmla="*/ 1156 h 1696"/>
                <a:gd name="T32" fmla="*/ 0 w 3846"/>
                <a:gd name="T33" fmla="*/ 1256 h 1696"/>
                <a:gd name="T34" fmla="*/ 558 w 3846"/>
                <a:gd name="T35" fmla="*/ 1696 h 1696"/>
                <a:gd name="T36" fmla="*/ 1106 w 3846"/>
                <a:gd name="T37" fmla="*/ 1252 h 1696"/>
                <a:gd name="T38" fmla="*/ 3750 w 3846"/>
                <a:gd name="T39" fmla="*/ 1252 h 1696"/>
                <a:gd name="T40" fmla="*/ 3750 w 3846"/>
                <a:gd name="T41" fmla="*/ 1252 h 1696"/>
                <a:gd name="T42" fmla="*/ 3770 w 3846"/>
                <a:gd name="T43" fmla="*/ 1250 h 1696"/>
                <a:gd name="T44" fmla="*/ 3788 w 3846"/>
                <a:gd name="T45" fmla="*/ 1244 h 1696"/>
                <a:gd name="T46" fmla="*/ 3804 w 3846"/>
                <a:gd name="T47" fmla="*/ 1236 h 1696"/>
                <a:gd name="T48" fmla="*/ 3818 w 3846"/>
                <a:gd name="T49" fmla="*/ 1224 h 1696"/>
                <a:gd name="T50" fmla="*/ 3830 w 3846"/>
                <a:gd name="T51" fmla="*/ 1210 h 1696"/>
                <a:gd name="T52" fmla="*/ 3838 w 3846"/>
                <a:gd name="T53" fmla="*/ 1192 h 1696"/>
                <a:gd name="T54" fmla="*/ 3844 w 3846"/>
                <a:gd name="T55" fmla="*/ 1174 h 1696"/>
                <a:gd name="T56" fmla="*/ 3846 w 3846"/>
                <a:gd name="T57" fmla="*/ 1156 h 1696"/>
                <a:gd name="T58" fmla="*/ 3846 w 3846"/>
                <a:gd name="T59" fmla="*/ 674 h 1696"/>
                <a:gd name="T60" fmla="*/ 3846 w 3846"/>
                <a:gd name="T61" fmla="*/ 572 h 1696"/>
                <a:gd name="T62" fmla="*/ 3846 w 3846"/>
                <a:gd name="T63" fmla="*/ 534 h 1696"/>
                <a:gd name="T64" fmla="*/ 3846 w 3846"/>
                <a:gd name="T65" fmla="*/ 0 h 1696"/>
                <a:gd name="T66" fmla="*/ 3294 w 3846"/>
                <a:gd name="T67" fmla="*/ 446 h 1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846" h="1696">
                  <a:moveTo>
                    <a:pt x="3294" y="446"/>
                  </a:moveTo>
                  <a:lnTo>
                    <a:pt x="2736" y="0"/>
                  </a:lnTo>
                  <a:lnTo>
                    <a:pt x="2736" y="438"/>
                  </a:lnTo>
                  <a:lnTo>
                    <a:pt x="96" y="438"/>
                  </a:lnTo>
                  <a:lnTo>
                    <a:pt x="96" y="438"/>
                  </a:lnTo>
                  <a:lnTo>
                    <a:pt x="78" y="440"/>
                  </a:lnTo>
                  <a:lnTo>
                    <a:pt x="60" y="446"/>
                  </a:lnTo>
                  <a:lnTo>
                    <a:pt x="44" y="454"/>
                  </a:lnTo>
                  <a:lnTo>
                    <a:pt x="28" y="466"/>
                  </a:lnTo>
                  <a:lnTo>
                    <a:pt x="18" y="480"/>
                  </a:lnTo>
                  <a:lnTo>
                    <a:pt x="8" y="496"/>
                  </a:lnTo>
                  <a:lnTo>
                    <a:pt x="2" y="514"/>
                  </a:lnTo>
                  <a:lnTo>
                    <a:pt x="0" y="534"/>
                  </a:lnTo>
                  <a:lnTo>
                    <a:pt x="0" y="1044"/>
                  </a:lnTo>
                  <a:lnTo>
                    <a:pt x="0" y="1156"/>
                  </a:lnTo>
                  <a:lnTo>
                    <a:pt x="0" y="1156"/>
                  </a:lnTo>
                  <a:lnTo>
                    <a:pt x="0" y="1256"/>
                  </a:lnTo>
                  <a:lnTo>
                    <a:pt x="558" y="1696"/>
                  </a:lnTo>
                  <a:lnTo>
                    <a:pt x="1106" y="1252"/>
                  </a:lnTo>
                  <a:lnTo>
                    <a:pt x="3750" y="1252"/>
                  </a:lnTo>
                  <a:lnTo>
                    <a:pt x="3750" y="1252"/>
                  </a:lnTo>
                  <a:lnTo>
                    <a:pt x="3770" y="1250"/>
                  </a:lnTo>
                  <a:lnTo>
                    <a:pt x="3788" y="1244"/>
                  </a:lnTo>
                  <a:lnTo>
                    <a:pt x="3804" y="1236"/>
                  </a:lnTo>
                  <a:lnTo>
                    <a:pt x="3818" y="1224"/>
                  </a:lnTo>
                  <a:lnTo>
                    <a:pt x="3830" y="1210"/>
                  </a:lnTo>
                  <a:lnTo>
                    <a:pt x="3838" y="1192"/>
                  </a:lnTo>
                  <a:lnTo>
                    <a:pt x="3844" y="1174"/>
                  </a:lnTo>
                  <a:lnTo>
                    <a:pt x="3846" y="1156"/>
                  </a:lnTo>
                  <a:lnTo>
                    <a:pt x="3846" y="674"/>
                  </a:lnTo>
                  <a:lnTo>
                    <a:pt x="3846" y="572"/>
                  </a:lnTo>
                  <a:lnTo>
                    <a:pt x="3846" y="534"/>
                  </a:lnTo>
                  <a:lnTo>
                    <a:pt x="3846" y="0"/>
                  </a:lnTo>
                  <a:lnTo>
                    <a:pt x="3294" y="446"/>
                  </a:lnTo>
                  <a:close/>
                </a:path>
              </a:pathLst>
            </a:custGeom>
            <a:solidFill>
              <a:srgbClr val="602320"/>
            </a:solidFill>
            <a:ln w="1270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1018824"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dirty="0">
                <a:ln>
                  <a:noFill/>
                </a:ln>
                <a:solidFill>
                  <a:sysClr val="windowText" lastClr="000000"/>
                </a:solidFill>
                <a:effectLst/>
                <a:uLnTx/>
                <a:uFillTx/>
                <a:latin typeface="+mj-lt"/>
                <a:ea typeface="+mn-ea"/>
                <a:cs typeface="+mn-cs"/>
              </a:endParaRPr>
            </a:p>
          </p:txBody>
        </p:sp>
        <p:sp>
          <p:nvSpPr>
            <p:cNvPr id="58" name="Freeform 9">
              <a:extLst>
                <a:ext uri="{FF2B5EF4-FFF2-40B4-BE49-F238E27FC236}">
                  <a16:creationId xmlns:a16="http://schemas.microsoft.com/office/drawing/2014/main" id="{8BE93C64-CF75-4F72-9789-81E2D29390D7}"/>
                </a:ext>
              </a:extLst>
            </p:cNvPr>
            <p:cNvSpPr>
              <a:spLocks/>
            </p:cNvSpPr>
            <p:nvPr/>
          </p:nvSpPr>
          <p:spPr bwMode="auto">
            <a:xfrm>
              <a:off x="567076" y="4227067"/>
              <a:ext cx="3372010" cy="1486981"/>
            </a:xfrm>
            <a:custGeom>
              <a:avLst/>
              <a:gdLst>
                <a:gd name="T0" fmla="*/ 3294 w 3846"/>
                <a:gd name="T1" fmla="*/ 446 h 1696"/>
                <a:gd name="T2" fmla="*/ 2736 w 3846"/>
                <a:gd name="T3" fmla="*/ 0 h 1696"/>
                <a:gd name="T4" fmla="*/ 2736 w 3846"/>
                <a:gd name="T5" fmla="*/ 438 h 1696"/>
                <a:gd name="T6" fmla="*/ 96 w 3846"/>
                <a:gd name="T7" fmla="*/ 438 h 1696"/>
                <a:gd name="T8" fmla="*/ 96 w 3846"/>
                <a:gd name="T9" fmla="*/ 438 h 1696"/>
                <a:gd name="T10" fmla="*/ 78 w 3846"/>
                <a:gd name="T11" fmla="*/ 440 h 1696"/>
                <a:gd name="T12" fmla="*/ 60 w 3846"/>
                <a:gd name="T13" fmla="*/ 446 h 1696"/>
                <a:gd name="T14" fmla="*/ 44 w 3846"/>
                <a:gd name="T15" fmla="*/ 454 h 1696"/>
                <a:gd name="T16" fmla="*/ 28 w 3846"/>
                <a:gd name="T17" fmla="*/ 466 h 1696"/>
                <a:gd name="T18" fmla="*/ 18 w 3846"/>
                <a:gd name="T19" fmla="*/ 480 h 1696"/>
                <a:gd name="T20" fmla="*/ 8 w 3846"/>
                <a:gd name="T21" fmla="*/ 496 h 1696"/>
                <a:gd name="T22" fmla="*/ 2 w 3846"/>
                <a:gd name="T23" fmla="*/ 514 h 1696"/>
                <a:gd name="T24" fmla="*/ 0 w 3846"/>
                <a:gd name="T25" fmla="*/ 534 h 1696"/>
                <a:gd name="T26" fmla="*/ 0 w 3846"/>
                <a:gd name="T27" fmla="*/ 1044 h 1696"/>
                <a:gd name="T28" fmla="*/ 0 w 3846"/>
                <a:gd name="T29" fmla="*/ 1156 h 1696"/>
                <a:gd name="T30" fmla="*/ 0 w 3846"/>
                <a:gd name="T31" fmla="*/ 1156 h 1696"/>
                <a:gd name="T32" fmla="*/ 0 w 3846"/>
                <a:gd name="T33" fmla="*/ 1256 h 1696"/>
                <a:gd name="T34" fmla="*/ 558 w 3846"/>
                <a:gd name="T35" fmla="*/ 1696 h 1696"/>
                <a:gd name="T36" fmla="*/ 1106 w 3846"/>
                <a:gd name="T37" fmla="*/ 1252 h 1696"/>
                <a:gd name="T38" fmla="*/ 3750 w 3846"/>
                <a:gd name="T39" fmla="*/ 1252 h 1696"/>
                <a:gd name="T40" fmla="*/ 3750 w 3846"/>
                <a:gd name="T41" fmla="*/ 1252 h 1696"/>
                <a:gd name="T42" fmla="*/ 3770 w 3846"/>
                <a:gd name="T43" fmla="*/ 1250 h 1696"/>
                <a:gd name="T44" fmla="*/ 3788 w 3846"/>
                <a:gd name="T45" fmla="*/ 1244 h 1696"/>
                <a:gd name="T46" fmla="*/ 3804 w 3846"/>
                <a:gd name="T47" fmla="*/ 1236 h 1696"/>
                <a:gd name="T48" fmla="*/ 3818 w 3846"/>
                <a:gd name="T49" fmla="*/ 1224 h 1696"/>
                <a:gd name="T50" fmla="*/ 3830 w 3846"/>
                <a:gd name="T51" fmla="*/ 1210 h 1696"/>
                <a:gd name="T52" fmla="*/ 3838 w 3846"/>
                <a:gd name="T53" fmla="*/ 1192 h 1696"/>
                <a:gd name="T54" fmla="*/ 3844 w 3846"/>
                <a:gd name="T55" fmla="*/ 1174 h 1696"/>
                <a:gd name="T56" fmla="*/ 3846 w 3846"/>
                <a:gd name="T57" fmla="*/ 1156 h 1696"/>
                <a:gd name="T58" fmla="*/ 3846 w 3846"/>
                <a:gd name="T59" fmla="*/ 674 h 1696"/>
                <a:gd name="T60" fmla="*/ 3846 w 3846"/>
                <a:gd name="T61" fmla="*/ 572 h 1696"/>
                <a:gd name="T62" fmla="*/ 3846 w 3846"/>
                <a:gd name="T63" fmla="*/ 534 h 1696"/>
                <a:gd name="T64" fmla="*/ 3846 w 3846"/>
                <a:gd name="T65" fmla="*/ 0 h 1696"/>
                <a:gd name="T66" fmla="*/ 3294 w 3846"/>
                <a:gd name="T67" fmla="*/ 446 h 1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846" h="1696">
                  <a:moveTo>
                    <a:pt x="3294" y="446"/>
                  </a:moveTo>
                  <a:lnTo>
                    <a:pt x="2736" y="0"/>
                  </a:lnTo>
                  <a:lnTo>
                    <a:pt x="2736" y="438"/>
                  </a:lnTo>
                  <a:lnTo>
                    <a:pt x="96" y="438"/>
                  </a:lnTo>
                  <a:lnTo>
                    <a:pt x="96" y="438"/>
                  </a:lnTo>
                  <a:lnTo>
                    <a:pt x="78" y="440"/>
                  </a:lnTo>
                  <a:lnTo>
                    <a:pt x="60" y="446"/>
                  </a:lnTo>
                  <a:lnTo>
                    <a:pt x="44" y="454"/>
                  </a:lnTo>
                  <a:lnTo>
                    <a:pt x="28" y="466"/>
                  </a:lnTo>
                  <a:lnTo>
                    <a:pt x="18" y="480"/>
                  </a:lnTo>
                  <a:lnTo>
                    <a:pt x="8" y="496"/>
                  </a:lnTo>
                  <a:lnTo>
                    <a:pt x="2" y="514"/>
                  </a:lnTo>
                  <a:lnTo>
                    <a:pt x="0" y="534"/>
                  </a:lnTo>
                  <a:lnTo>
                    <a:pt x="0" y="1044"/>
                  </a:lnTo>
                  <a:lnTo>
                    <a:pt x="0" y="1156"/>
                  </a:lnTo>
                  <a:lnTo>
                    <a:pt x="0" y="1156"/>
                  </a:lnTo>
                  <a:lnTo>
                    <a:pt x="0" y="1256"/>
                  </a:lnTo>
                  <a:lnTo>
                    <a:pt x="558" y="1696"/>
                  </a:lnTo>
                  <a:lnTo>
                    <a:pt x="1106" y="1252"/>
                  </a:lnTo>
                  <a:lnTo>
                    <a:pt x="3750" y="1252"/>
                  </a:lnTo>
                  <a:lnTo>
                    <a:pt x="3750" y="1252"/>
                  </a:lnTo>
                  <a:lnTo>
                    <a:pt x="3770" y="1250"/>
                  </a:lnTo>
                  <a:lnTo>
                    <a:pt x="3788" y="1244"/>
                  </a:lnTo>
                  <a:lnTo>
                    <a:pt x="3804" y="1236"/>
                  </a:lnTo>
                  <a:lnTo>
                    <a:pt x="3818" y="1224"/>
                  </a:lnTo>
                  <a:lnTo>
                    <a:pt x="3830" y="1210"/>
                  </a:lnTo>
                  <a:lnTo>
                    <a:pt x="3838" y="1192"/>
                  </a:lnTo>
                  <a:lnTo>
                    <a:pt x="3844" y="1174"/>
                  </a:lnTo>
                  <a:lnTo>
                    <a:pt x="3846" y="1156"/>
                  </a:lnTo>
                  <a:lnTo>
                    <a:pt x="3846" y="674"/>
                  </a:lnTo>
                  <a:lnTo>
                    <a:pt x="3846" y="572"/>
                  </a:lnTo>
                  <a:lnTo>
                    <a:pt x="3846" y="534"/>
                  </a:lnTo>
                  <a:lnTo>
                    <a:pt x="3846" y="0"/>
                  </a:lnTo>
                  <a:lnTo>
                    <a:pt x="3294" y="446"/>
                  </a:lnTo>
                  <a:close/>
                </a:path>
              </a:pathLst>
            </a:custGeom>
            <a:solidFill>
              <a:srgbClr val="DC6900"/>
            </a:solidFill>
            <a:ln w="1270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1018824"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a:ln>
                  <a:noFill/>
                </a:ln>
                <a:solidFill>
                  <a:sysClr val="windowText" lastClr="000000"/>
                </a:solidFill>
                <a:effectLst/>
                <a:uLnTx/>
                <a:uFillTx/>
                <a:latin typeface="+mj-lt"/>
                <a:ea typeface="+mn-ea"/>
                <a:cs typeface="+mn-cs"/>
              </a:endParaRPr>
            </a:p>
          </p:txBody>
        </p:sp>
        <p:sp>
          <p:nvSpPr>
            <p:cNvPr id="59" name="Freeform 9">
              <a:extLst>
                <a:ext uri="{FF2B5EF4-FFF2-40B4-BE49-F238E27FC236}">
                  <a16:creationId xmlns:a16="http://schemas.microsoft.com/office/drawing/2014/main" id="{8A59E2F2-0A8F-46A1-B9B5-642E59F317D5}"/>
                </a:ext>
              </a:extLst>
            </p:cNvPr>
            <p:cNvSpPr>
              <a:spLocks/>
            </p:cNvSpPr>
            <p:nvPr/>
          </p:nvSpPr>
          <p:spPr bwMode="auto">
            <a:xfrm flipH="1">
              <a:off x="567076" y="3018669"/>
              <a:ext cx="3372010" cy="1539663"/>
            </a:xfrm>
            <a:custGeom>
              <a:avLst/>
              <a:gdLst>
                <a:gd name="T0" fmla="*/ 3294 w 3846"/>
                <a:gd name="T1" fmla="*/ 446 h 1696"/>
                <a:gd name="T2" fmla="*/ 2736 w 3846"/>
                <a:gd name="T3" fmla="*/ 0 h 1696"/>
                <a:gd name="T4" fmla="*/ 2736 w 3846"/>
                <a:gd name="T5" fmla="*/ 438 h 1696"/>
                <a:gd name="T6" fmla="*/ 96 w 3846"/>
                <a:gd name="T7" fmla="*/ 438 h 1696"/>
                <a:gd name="T8" fmla="*/ 96 w 3846"/>
                <a:gd name="T9" fmla="*/ 438 h 1696"/>
                <a:gd name="T10" fmla="*/ 78 w 3846"/>
                <a:gd name="T11" fmla="*/ 440 h 1696"/>
                <a:gd name="T12" fmla="*/ 60 w 3846"/>
                <a:gd name="T13" fmla="*/ 446 h 1696"/>
                <a:gd name="T14" fmla="*/ 44 w 3846"/>
                <a:gd name="T15" fmla="*/ 454 h 1696"/>
                <a:gd name="T16" fmla="*/ 28 w 3846"/>
                <a:gd name="T17" fmla="*/ 466 h 1696"/>
                <a:gd name="T18" fmla="*/ 18 w 3846"/>
                <a:gd name="T19" fmla="*/ 480 h 1696"/>
                <a:gd name="T20" fmla="*/ 8 w 3846"/>
                <a:gd name="T21" fmla="*/ 496 h 1696"/>
                <a:gd name="T22" fmla="*/ 2 w 3846"/>
                <a:gd name="T23" fmla="*/ 514 h 1696"/>
                <a:gd name="T24" fmla="*/ 0 w 3846"/>
                <a:gd name="T25" fmla="*/ 534 h 1696"/>
                <a:gd name="T26" fmla="*/ 0 w 3846"/>
                <a:gd name="T27" fmla="*/ 1044 h 1696"/>
                <a:gd name="T28" fmla="*/ 0 w 3846"/>
                <a:gd name="T29" fmla="*/ 1156 h 1696"/>
                <a:gd name="T30" fmla="*/ 0 w 3846"/>
                <a:gd name="T31" fmla="*/ 1156 h 1696"/>
                <a:gd name="T32" fmla="*/ 0 w 3846"/>
                <a:gd name="T33" fmla="*/ 1256 h 1696"/>
                <a:gd name="T34" fmla="*/ 558 w 3846"/>
                <a:gd name="T35" fmla="*/ 1696 h 1696"/>
                <a:gd name="T36" fmla="*/ 1106 w 3846"/>
                <a:gd name="T37" fmla="*/ 1252 h 1696"/>
                <a:gd name="T38" fmla="*/ 3750 w 3846"/>
                <a:gd name="T39" fmla="*/ 1252 h 1696"/>
                <a:gd name="T40" fmla="*/ 3750 w 3846"/>
                <a:gd name="T41" fmla="*/ 1252 h 1696"/>
                <a:gd name="T42" fmla="*/ 3770 w 3846"/>
                <a:gd name="T43" fmla="*/ 1250 h 1696"/>
                <a:gd name="T44" fmla="*/ 3788 w 3846"/>
                <a:gd name="T45" fmla="*/ 1244 h 1696"/>
                <a:gd name="T46" fmla="*/ 3804 w 3846"/>
                <a:gd name="T47" fmla="*/ 1236 h 1696"/>
                <a:gd name="T48" fmla="*/ 3818 w 3846"/>
                <a:gd name="T49" fmla="*/ 1224 h 1696"/>
                <a:gd name="T50" fmla="*/ 3830 w 3846"/>
                <a:gd name="T51" fmla="*/ 1210 h 1696"/>
                <a:gd name="T52" fmla="*/ 3838 w 3846"/>
                <a:gd name="T53" fmla="*/ 1192 h 1696"/>
                <a:gd name="T54" fmla="*/ 3844 w 3846"/>
                <a:gd name="T55" fmla="*/ 1174 h 1696"/>
                <a:gd name="T56" fmla="*/ 3846 w 3846"/>
                <a:gd name="T57" fmla="*/ 1156 h 1696"/>
                <a:gd name="T58" fmla="*/ 3846 w 3846"/>
                <a:gd name="T59" fmla="*/ 674 h 1696"/>
                <a:gd name="T60" fmla="*/ 3846 w 3846"/>
                <a:gd name="T61" fmla="*/ 572 h 1696"/>
                <a:gd name="T62" fmla="*/ 3846 w 3846"/>
                <a:gd name="T63" fmla="*/ 534 h 1696"/>
                <a:gd name="T64" fmla="*/ 3846 w 3846"/>
                <a:gd name="T65" fmla="*/ 0 h 1696"/>
                <a:gd name="T66" fmla="*/ 3294 w 3846"/>
                <a:gd name="T67" fmla="*/ 446 h 1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846" h="1696">
                  <a:moveTo>
                    <a:pt x="3294" y="446"/>
                  </a:moveTo>
                  <a:lnTo>
                    <a:pt x="2736" y="0"/>
                  </a:lnTo>
                  <a:lnTo>
                    <a:pt x="2736" y="438"/>
                  </a:lnTo>
                  <a:lnTo>
                    <a:pt x="96" y="438"/>
                  </a:lnTo>
                  <a:lnTo>
                    <a:pt x="96" y="438"/>
                  </a:lnTo>
                  <a:lnTo>
                    <a:pt x="78" y="440"/>
                  </a:lnTo>
                  <a:lnTo>
                    <a:pt x="60" y="446"/>
                  </a:lnTo>
                  <a:lnTo>
                    <a:pt x="44" y="454"/>
                  </a:lnTo>
                  <a:lnTo>
                    <a:pt x="28" y="466"/>
                  </a:lnTo>
                  <a:lnTo>
                    <a:pt x="18" y="480"/>
                  </a:lnTo>
                  <a:lnTo>
                    <a:pt x="8" y="496"/>
                  </a:lnTo>
                  <a:lnTo>
                    <a:pt x="2" y="514"/>
                  </a:lnTo>
                  <a:lnTo>
                    <a:pt x="0" y="534"/>
                  </a:lnTo>
                  <a:lnTo>
                    <a:pt x="0" y="1044"/>
                  </a:lnTo>
                  <a:lnTo>
                    <a:pt x="0" y="1156"/>
                  </a:lnTo>
                  <a:lnTo>
                    <a:pt x="0" y="1156"/>
                  </a:lnTo>
                  <a:lnTo>
                    <a:pt x="0" y="1256"/>
                  </a:lnTo>
                  <a:lnTo>
                    <a:pt x="558" y="1696"/>
                  </a:lnTo>
                  <a:lnTo>
                    <a:pt x="1106" y="1252"/>
                  </a:lnTo>
                  <a:lnTo>
                    <a:pt x="3750" y="1252"/>
                  </a:lnTo>
                  <a:lnTo>
                    <a:pt x="3750" y="1252"/>
                  </a:lnTo>
                  <a:lnTo>
                    <a:pt x="3770" y="1250"/>
                  </a:lnTo>
                  <a:lnTo>
                    <a:pt x="3788" y="1244"/>
                  </a:lnTo>
                  <a:lnTo>
                    <a:pt x="3804" y="1236"/>
                  </a:lnTo>
                  <a:lnTo>
                    <a:pt x="3818" y="1224"/>
                  </a:lnTo>
                  <a:lnTo>
                    <a:pt x="3830" y="1210"/>
                  </a:lnTo>
                  <a:lnTo>
                    <a:pt x="3838" y="1192"/>
                  </a:lnTo>
                  <a:lnTo>
                    <a:pt x="3844" y="1174"/>
                  </a:lnTo>
                  <a:lnTo>
                    <a:pt x="3846" y="1156"/>
                  </a:lnTo>
                  <a:lnTo>
                    <a:pt x="3846" y="674"/>
                  </a:lnTo>
                  <a:lnTo>
                    <a:pt x="3846" y="572"/>
                  </a:lnTo>
                  <a:lnTo>
                    <a:pt x="3846" y="534"/>
                  </a:lnTo>
                  <a:lnTo>
                    <a:pt x="3846" y="0"/>
                  </a:lnTo>
                  <a:lnTo>
                    <a:pt x="3294" y="446"/>
                  </a:lnTo>
                  <a:close/>
                </a:path>
              </a:pathLst>
            </a:custGeom>
            <a:solidFill>
              <a:srgbClr val="C00000"/>
            </a:solidFill>
            <a:ln w="1270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1018824"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a:ln>
                  <a:noFill/>
                </a:ln>
                <a:solidFill>
                  <a:sysClr val="windowText" lastClr="000000"/>
                </a:solidFill>
                <a:effectLst/>
                <a:uLnTx/>
                <a:uFillTx/>
                <a:latin typeface="+mj-lt"/>
                <a:ea typeface="+mn-ea"/>
                <a:cs typeface="+mn-cs"/>
              </a:endParaRPr>
            </a:p>
          </p:txBody>
        </p:sp>
        <p:sp>
          <p:nvSpPr>
            <p:cNvPr id="60" name="Freeform 9">
              <a:extLst>
                <a:ext uri="{FF2B5EF4-FFF2-40B4-BE49-F238E27FC236}">
                  <a16:creationId xmlns:a16="http://schemas.microsoft.com/office/drawing/2014/main" id="{AC2D313E-4A4E-41BC-B909-EAA3CCB6CCDC}"/>
                </a:ext>
              </a:extLst>
            </p:cNvPr>
            <p:cNvSpPr>
              <a:spLocks/>
            </p:cNvSpPr>
            <p:nvPr/>
          </p:nvSpPr>
          <p:spPr bwMode="auto">
            <a:xfrm flipH="1">
              <a:off x="567076" y="5389994"/>
              <a:ext cx="3372010" cy="1486981"/>
            </a:xfrm>
            <a:custGeom>
              <a:avLst/>
              <a:gdLst>
                <a:gd name="T0" fmla="*/ 3294 w 3846"/>
                <a:gd name="T1" fmla="*/ 446 h 1696"/>
                <a:gd name="T2" fmla="*/ 2736 w 3846"/>
                <a:gd name="T3" fmla="*/ 0 h 1696"/>
                <a:gd name="T4" fmla="*/ 2736 w 3846"/>
                <a:gd name="T5" fmla="*/ 438 h 1696"/>
                <a:gd name="T6" fmla="*/ 96 w 3846"/>
                <a:gd name="T7" fmla="*/ 438 h 1696"/>
                <a:gd name="T8" fmla="*/ 96 w 3846"/>
                <a:gd name="T9" fmla="*/ 438 h 1696"/>
                <a:gd name="T10" fmla="*/ 78 w 3846"/>
                <a:gd name="T11" fmla="*/ 440 h 1696"/>
                <a:gd name="T12" fmla="*/ 60 w 3846"/>
                <a:gd name="T13" fmla="*/ 446 h 1696"/>
                <a:gd name="T14" fmla="*/ 44 w 3846"/>
                <a:gd name="T15" fmla="*/ 454 h 1696"/>
                <a:gd name="T16" fmla="*/ 28 w 3846"/>
                <a:gd name="T17" fmla="*/ 466 h 1696"/>
                <a:gd name="T18" fmla="*/ 18 w 3846"/>
                <a:gd name="T19" fmla="*/ 480 h 1696"/>
                <a:gd name="T20" fmla="*/ 8 w 3846"/>
                <a:gd name="T21" fmla="*/ 496 h 1696"/>
                <a:gd name="T22" fmla="*/ 2 w 3846"/>
                <a:gd name="T23" fmla="*/ 514 h 1696"/>
                <a:gd name="T24" fmla="*/ 0 w 3846"/>
                <a:gd name="T25" fmla="*/ 534 h 1696"/>
                <a:gd name="T26" fmla="*/ 0 w 3846"/>
                <a:gd name="T27" fmla="*/ 1044 h 1696"/>
                <a:gd name="T28" fmla="*/ 0 w 3846"/>
                <a:gd name="T29" fmla="*/ 1156 h 1696"/>
                <a:gd name="T30" fmla="*/ 0 w 3846"/>
                <a:gd name="T31" fmla="*/ 1156 h 1696"/>
                <a:gd name="T32" fmla="*/ 0 w 3846"/>
                <a:gd name="T33" fmla="*/ 1256 h 1696"/>
                <a:gd name="T34" fmla="*/ 558 w 3846"/>
                <a:gd name="T35" fmla="*/ 1696 h 1696"/>
                <a:gd name="T36" fmla="*/ 1106 w 3846"/>
                <a:gd name="T37" fmla="*/ 1252 h 1696"/>
                <a:gd name="T38" fmla="*/ 3750 w 3846"/>
                <a:gd name="T39" fmla="*/ 1252 h 1696"/>
                <a:gd name="T40" fmla="*/ 3750 w 3846"/>
                <a:gd name="T41" fmla="*/ 1252 h 1696"/>
                <a:gd name="T42" fmla="*/ 3770 w 3846"/>
                <a:gd name="T43" fmla="*/ 1250 h 1696"/>
                <a:gd name="T44" fmla="*/ 3788 w 3846"/>
                <a:gd name="T45" fmla="*/ 1244 h 1696"/>
                <a:gd name="T46" fmla="*/ 3804 w 3846"/>
                <a:gd name="T47" fmla="*/ 1236 h 1696"/>
                <a:gd name="T48" fmla="*/ 3818 w 3846"/>
                <a:gd name="T49" fmla="*/ 1224 h 1696"/>
                <a:gd name="T50" fmla="*/ 3830 w 3846"/>
                <a:gd name="T51" fmla="*/ 1210 h 1696"/>
                <a:gd name="T52" fmla="*/ 3838 w 3846"/>
                <a:gd name="T53" fmla="*/ 1192 h 1696"/>
                <a:gd name="T54" fmla="*/ 3844 w 3846"/>
                <a:gd name="T55" fmla="*/ 1174 h 1696"/>
                <a:gd name="T56" fmla="*/ 3846 w 3846"/>
                <a:gd name="T57" fmla="*/ 1156 h 1696"/>
                <a:gd name="T58" fmla="*/ 3846 w 3846"/>
                <a:gd name="T59" fmla="*/ 674 h 1696"/>
                <a:gd name="T60" fmla="*/ 3846 w 3846"/>
                <a:gd name="T61" fmla="*/ 572 h 1696"/>
                <a:gd name="T62" fmla="*/ 3846 w 3846"/>
                <a:gd name="T63" fmla="*/ 534 h 1696"/>
                <a:gd name="T64" fmla="*/ 3846 w 3846"/>
                <a:gd name="T65" fmla="*/ 0 h 1696"/>
                <a:gd name="T66" fmla="*/ 3294 w 3846"/>
                <a:gd name="T67" fmla="*/ 446 h 1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846" h="1696">
                  <a:moveTo>
                    <a:pt x="3294" y="446"/>
                  </a:moveTo>
                  <a:lnTo>
                    <a:pt x="2736" y="0"/>
                  </a:lnTo>
                  <a:lnTo>
                    <a:pt x="2736" y="438"/>
                  </a:lnTo>
                  <a:lnTo>
                    <a:pt x="96" y="438"/>
                  </a:lnTo>
                  <a:lnTo>
                    <a:pt x="96" y="438"/>
                  </a:lnTo>
                  <a:lnTo>
                    <a:pt x="78" y="440"/>
                  </a:lnTo>
                  <a:lnTo>
                    <a:pt x="60" y="446"/>
                  </a:lnTo>
                  <a:lnTo>
                    <a:pt x="44" y="454"/>
                  </a:lnTo>
                  <a:lnTo>
                    <a:pt x="28" y="466"/>
                  </a:lnTo>
                  <a:lnTo>
                    <a:pt x="18" y="480"/>
                  </a:lnTo>
                  <a:lnTo>
                    <a:pt x="8" y="496"/>
                  </a:lnTo>
                  <a:lnTo>
                    <a:pt x="2" y="514"/>
                  </a:lnTo>
                  <a:lnTo>
                    <a:pt x="0" y="534"/>
                  </a:lnTo>
                  <a:lnTo>
                    <a:pt x="0" y="1044"/>
                  </a:lnTo>
                  <a:lnTo>
                    <a:pt x="0" y="1156"/>
                  </a:lnTo>
                  <a:lnTo>
                    <a:pt x="0" y="1156"/>
                  </a:lnTo>
                  <a:lnTo>
                    <a:pt x="0" y="1256"/>
                  </a:lnTo>
                  <a:lnTo>
                    <a:pt x="558" y="1696"/>
                  </a:lnTo>
                  <a:lnTo>
                    <a:pt x="1106" y="1252"/>
                  </a:lnTo>
                  <a:lnTo>
                    <a:pt x="3750" y="1252"/>
                  </a:lnTo>
                  <a:lnTo>
                    <a:pt x="3750" y="1252"/>
                  </a:lnTo>
                  <a:lnTo>
                    <a:pt x="3770" y="1250"/>
                  </a:lnTo>
                  <a:lnTo>
                    <a:pt x="3788" y="1244"/>
                  </a:lnTo>
                  <a:lnTo>
                    <a:pt x="3804" y="1236"/>
                  </a:lnTo>
                  <a:lnTo>
                    <a:pt x="3818" y="1224"/>
                  </a:lnTo>
                  <a:lnTo>
                    <a:pt x="3830" y="1210"/>
                  </a:lnTo>
                  <a:lnTo>
                    <a:pt x="3838" y="1192"/>
                  </a:lnTo>
                  <a:lnTo>
                    <a:pt x="3844" y="1174"/>
                  </a:lnTo>
                  <a:lnTo>
                    <a:pt x="3846" y="1156"/>
                  </a:lnTo>
                  <a:lnTo>
                    <a:pt x="3846" y="674"/>
                  </a:lnTo>
                  <a:lnTo>
                    <a:pt x="3846" y="572"/>
                  </a:lnTo>
                  <a:lnTo>
                    <a:pt x="3846" y="534"/>
                  </a:lnTo>
                  <a:lnTo>
                    <a:pt x="3846" y="0"/>
                  </a:lnTo>
                  <a:lnTo>
                    <a:pt x="3294" y="446"/>
                  </a:lnTo>
                  <a:close/>
                </a:path>
              </a:pathLst>
            </a:custGeom>
            <a:solidFill>
              <a:srgbClr val="EB8C00"/>
            </a:solidFill>
            <a:ln w="1270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1018824"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a:ln>
                  <a:noFill/>
                </a:ln>
                <a:solidFill>
                  <a:sysClr val="windowText" lastClr="000000"/>
                </a:solidFill>
                <a:effectLst/>
                <a:uLnTx/>
                <a:uFillTx/>
                <a:latin typeface="+mj-lt"/>
                <a:ea typeface="+mn-ea"/>
                <a:cs typeface="+mn-cs"/>
              </a:endParaRPr>
            </a:p>
          </p:txBody>
        </p:sp>
        <p:sp>
          <p:nvSpPr>
            <p:cNvPr id="61" name="Oval 60">
              <a:extLst>
                <a:ext uri="{FF2B5EF4-FFF2-40B4-BE49-F238E27FC236}">
                  <a16:creationId xmlns:a16="http://schemas.microsoft.com/office/drawing/2014/main" id="{50EEEEF2-9177-47BC-A4B8-718A64847C1F}"/>
                </a:ext>
              </a:extLst>
            </p:cNvPr>
            <p:cNvSpPr/>
            <p:nvPr/>
          </p:nvSpPr>
          <p:spPr bwMode="ltGray">
            <a:xfrm>
              <a:off x="751287" y="2467054"/>
              <a:ext cx="611119" cy="611119"/>
            </a:xfrm>
            <a:prstGeom prst="ellipse">
              <a:avLst/>
            </a:prstGeom>
            <a:solidFill>
              <a:srgbClr val="FFFFFF"/>
            </a:solidFill>
            <a:ln w="3175" cap="flat" cmpd="sng" algn="ctr">
              <a:noFill/>
              <a:prstDash val="solid"/>
            </a:ln>
            <a:effectLst/>
          </p:spPr>
          <p:txBody>
            <a:bodyPr rtlCol="0" anchor="ctr"/>
            <a:lstStyle/>
            <a:p>
              <a:pPr marL="0" marR="0" lvl="0" indent="0" defTabSz="1018824"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dirty="0" err="1">
                <a:ln>
                  <a:noFill/>
                </a:ln>
                <a:solidFill>
                  <a:srgbClr val="FFFFFF"/>
                </a:solidFill>
                <a:effectLst/>
                <a:uLnTx/>
                <a:uFillTx/>
                <a:latin typeface="+mj-lt"/>
                <a:ea typeface="+mn-ea"/>
                <a:cs typeface="+mn-cs"/>
              </a:endParaRPr>
            </a:p>
          </p:txBody>
        </p:sp>
        <p:sp>
          <p:nvSpPr>
            <p:cNvPr id="62" name="Oval 61">
              <a:extLst>
                <a:ext uri="{FF2B5EF4-FFF2-40B4-BE49-F238E27FC236}">
                  <a16:creationId xmlns:a16="http://schemas.microsoft.com/office/drawing/2014/main" id="{47CDBC82-0D77-44C6-9593-7535C82CCF3C}"/>
                </a:ext>
              </a:extLst>
            </p:cNvPr>
            <p:cNvSpPr/>
            <p:nvPr/>
          </p:nvSpPr>
          <p:spPr bwMode="ltGray">
            <a:xfrm>
              <a:off x="3151405" y="3583075"/>
              <a:ext cx="611119" cy="611119"/>
            </a:xfrm>
            <a:prstGeom prst="ellipse">
              <a:avLst/>
            </a:prstGeom>
            <a:solidFill>
              <a:srgbClr val="FFFFFF"/>
            </a:solidFill>
            <a:ln w="3175" cap="flat" cmpd="sng" algn="ctr">
              <a:noFill/>
              <a:prstDash val="solid"/>
            </a:ln>
            <a:effectLst/>
          </p:spPr>
          <p:txBody>
            <a:bodyPr rtlCol="0" anchor="ctr"/>
            <a:lstStyle/>
            <a:p>
              <a:pPr marL="0" marR="0" lvl="0" indent="0" defTabSz="1018824"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dirty="0" err="1">
                <a:ln>
                  <a:noFill/>
                </a:ln>
                <a:solidFill>
                  <a:srgbClr val="FFFFFF"/>
                </a:solidFill>
                <a:effectLst/>
                <a:uLnTx/>
                <a:uFillTx/>
                <a:latin typeface="+mj-lt"/>
                <a:ea typeface="+mn-ea"/>
                <a:cs typeface="+mn-cs"/>
              </a:endParaRPr>
            </a:p>
          </p:txBody>
        </p:sp>
        <p:sp>
          <p:nvSpPr>
            <p:cNvPr id="63" name="Oval 62">
              <a:extLst>
                <a:ext uri="{FF2B5EF4-FFF2-40B4-BE49-F238E27FC236}">
                  <a16:creationId xmlns:a16="http://schemas.microsoft.com/office/drawing/2014/main" id="{F0E9B183-0902-4B38-B924-501165BDC458}"/>
                </a:ext>
              </a:extLst>
            </p:cNvPr>
            <p:cNvSpPr/>
            <p:nvPr/>
          </p:nvSpPr>
          <p:spPr bwMode="ltGray">
            <a:xfrm>
              <a:off x="751287" y="4804737"/>
              <a:ext cx="611119" cy="611119"/>
            </a:xfrm>
            <a:prstGeom prst="ellipse">
              <a:avLst/>
            </a:prstGeom>
            <a:solidFill>
              <a:srgbClr val="FFFFFF"/>
            </a:solidFill>
            <a:ln w="3175" cap="flat" cmpd="sng" algn="ctr">
              <a:noFill/>
              <a:prstDash val="solid"/>
            </a:ln>
            <a:effectLst/>
          </p:spPr>
          <p:txBody>
            <a:bodyPr rtlCol="0" anchor="ctr"/>
            <a:lstStyle/>
            <a:p>
              <a:pPr marL="0" marR="0" lvl="0" indent="0" defTabSz="1018824"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dirty="0" err="1">
                <a:ln>
                  <a:noFill/>
                </a:ln>
                <a:solidFill>
                  <a:srgbClr val="FFFFFF"/>
                </a:solidFill>
                <a:effectLst/>
                <a:uLnTx/>
                <a:uFillTx/>
                <a:latin typeface="+mj-lt"/>
                <a:ea typeface="+mn-ea"/>
                <a:cs typeface="+mn-cs"/>
              </a:endParaRPr>
            </a:p>
          </p:txBody>
        </p:sp>
        <p:sp>
          <p:nvSpPr>
            <p:cNvPr id="64" name="Oval 63">
              <a:extLst>
                <a:ext uri="{FF2B5EF4-FFF2-40B4-BE49-F238E27FC236}">
                  <a16:creationId xmlns:a16="http://schemas.microsoft.com/office/drawing/2014/main" id="{3052404E-7CBA-4584-8CBC-C751F3083716}"/>
                </a:ext>
              </a:extLst>
            </p:cNvPr>
            <p:cNvSpPr/>
            <p:nvPr/>
          </p:nvSpPr>
          <p:spPr bwMode="ltGray">
            <a:xfrm>
              <a:off x="3151405" y="5936660"/>
              <a:ext cx="611119" cy="611119"/>
            </a:xfrm>
            <a:prstGeom prst="ellipse">
              <a:avLst/>
            </a:prstGeom>
            <a:solidFill>
              <a:srgbClr val="FFFFFF"/>
            </a:solidFill>
            <a:ln w="3175" cap="flat" cmpd="sng" algn="ctr">
              <a:noFill/>
              <a:prstDash val="solid"/>
            </a:ln>
            <a:effectLst/>
          </p:spPr>
          <p:txBody>
            <a:bodyPr rtlCol="0" anchor="ctr"/>
            <a:lstStyle/>
            <a:p>
              <a:pPr marL="0" marR="0" lvl="0" indent="0" defTabSz="1018824"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dirty="0" err="1">
                <a:ln>
                  <a:noFill/>
                </a:ln>
                <a:solidFill>
                  <a:srgbClr val="FFFFFF"/>
                </a:solidFill>
                <a:effectLst/>
                <a:uLnTx/>
                <a:uFillTx/>
                <a:latin typeface="+mj-lt"/>
                <a:ea typeface="+mn-ea"/>
                <a:cs typeface="+mn-cs"/>
              </a:endParaRPr>
            </a:p>
          </p:txBody>
        </p:sp>
        <p:sp>
          <p:nvSpPr>
            <p:cNvPr id="67" name="TextBox 66">
              <a:extLst>
                <a:ext uri="{FF2B5EF4-FFF2-40B4-BE49-F238E27FC236}">
                  <a16:creationId xmlns:a16="http://schemas.microsoft.com/office/drawing/2014/main" id="{60CEE119-F40F-47EF-9635-E8116CD88100}"/>
                </a:ext>
              </a:extLst>
            </p:cNvPr>
            <p:cNvSpPr txBox="1"/>
            <p:nvPr/>
          </p:nvSpPr>
          <p:spPr>
            <a:xfrm>
              <a:off x="1462051" y="4893534"/>
              <a:ext cx="260103" cy="338017"/>
            </a:xfrm>
            <a:prstGeom prst="rect">
              <a:avLst/>
            </a:prstGeom>
            <a:noFill/>
          </p:spPr>
          <p:txBody>
            <a:bodyPr wrap="none" lIns="0" tIns="0" rIns="0" bIns="0" rtlCol="0">
              <a:noAutofit/>
            </a:bodyPr>
            <a:lstStyle/>
            <a:p>
              <a:pPr marL="0" marR="0" lvl="0" indent="0" defTabSz="1018824" eaLnBrk="1" fontAlgn="auto" latinLnBrk="0" hangingPunct="1">
                <a:lnSpc>
                  <a:spcPct val="100000"/>
                </a:lnSpc>
                <a:spcBef>
                  <a:spcPts val="0"/>
                </a:spcBef>
                <a:spcAft>
                  <a:spcPts val="900"/>
                </a:spcAft>
                <a:buClrTx/>
                <a:buSzTx/>
                <a:buFontTx/>
                <a:buNone/>
                <a:tabLst/>
                <a:defRPr/>
              </a:pPr>
              <a:r>
                <a:rPr kumimoji="0" lang="en-GB" b="0" i="0" u="none" strike="noStrike" kern="1200" cap="none" spc="0" normalizeH="0" baseline="0" noProof="0" dirty="0">
                  <a:ln>
                    <a:noFill/>
                  </a:ln>
                  <a:solidFill>
                    <a:srgbClr val="FFFFFF"/>
                  </a:solidFill>
                  <a:effectLst/>
                  <a:uLnTx/>
                  <a:uFillTx/>
                  <a:latin typeface="+mj-lt"/>
                  <a:ea typeface="+mn-ea"/>
                  <a:cs typeface="+mn-cs"/>
                </a:rPr>
                <a:t>Submit Application and Fees</a:t>
              </a:r>
            </a:p>
          </p:txBody>
        </p:sp>
        <p:sp>
          <p:nvSpPr>
            <p:cNvPr id="68" name="TextBox 67">
              <a:extLst>
                <a:ext uri="{FF2B5EF4-FFF2-40B4-BE49-F238E27FC236}">
                  <a16:creationId xmlns:a16="http://schemas.microsoft.com/office/drawing/2014/main" id="{6D7EEA45-618A-4884-9317-61773CB1933F}"/>
                </a:ext>
              </a:extLst>
            </p:cNvPr>
            <p:cNvSpPr txBox="1"/>
            <p:nvPr/>
          </p:nvSpPr>
          <p:spPr>
            <a:xfrm>
              <a:off x="1095667" y="6011868"/>
              <a:ext cx="914400" cy="352784"/>
            </a:xfrm>
            <a:prstGeom prst="rect">
              <a:avLst/>
            </a:prstGeom>
            <a:noFill/>
          </p:spPr>
          <p:txBody>
            <a:bodyPr wrap="none" lIns="0" tIns="0" rIns="0" bIns="0" rtlCol="0">
              <a:noAutofit/>
            </a:bodyPr>
            <a:lstStyle/>
            <a:p>
              <a:pPr marL="0" marR="0" lvl="0" indent="0" defTabSz="1018824" eaLnBrk="1" fontAlgn="auto" latinLnBrk="0" hangingPunct="1">
                <a:lnSpc>
                  <a:spcPct val="100000"/>
                </a:lnSpc>
                <a:spcBef>
                  <a:spcPts val="0"/>
                </a:spcBef>
                <a:spcAft>
                  <a:spcPts val="900"/>
                </a:spcAft>
                <a:buClrTx/>
                <a:buSzTx/>
                <a:buFontTx/>
                <a:buNone/>
                <a:tabLst/>
                <a:defRPr/>
              </a:pPr>
              <a:r>
                <a:rPr kumimoji="0" lang="en-GB" b="0" i="0" u="none" strike="noStrike" kern="1200" cap="none" spc="0" normalizeH="0" baseline="0" noProof="0" dirty="0">
                  <a:ln>
                    <a:noFill/>
                  </a:ln>
                  <a:solidFill>
                    <a:srgbClr val="FFFFFF"/>
                  </a:solidFill>
                  <a:effectLst/>
                  <a:uLnTx/>
                  <a:uFillTx/>
                  <a:latin typeface="+mj-lt"/>
                  <a:ea typeface="+mn-ea"/>
                  <a:cs typeface="+mn-cs"/>
                </a:rPr>
                <a:t>Receive Registration </a:t>
              </a:r>
            </a:p>
          </p:txBody>
        </p:sp>
        <p:sp>
          <p:nvSpPr>
            <p:cNvPr id="69" name="Freeform 4843">
              <a:extLst>
                <a:ext uri="{FF2B5EF4-FFF2-40B4-BE49-F238E27FC236}">
                  <a16:creationId xmlns:a16="http://schemas.microsoft.com/office/drawing/2014/main" id="{639BDB6F-6434-4792-A667-F1DA1B3CFCF9}"/>
                </a:ext>
              </a:extLst>
            </p:cNvPr>
            <p:cNvSpPr>
              <a:spLocks noEditPoints="1"/>
            </p:cNvSpPr>
            <p:nvPr/>
          </p:nvSpPr>
          <p:spPr bwMode="auto">
            <a:xfrm>
              <a:off x="805830" y="2544810"/>
              <a:ext cx="502032" cy="487410"/>
            </a:xfrm>
            <a:custGeom>
              <a:avLst/>
              <a:gdLst>
                <a:gd name="T0" fmla="*/ 376 w 412"/>
                <a:gd name="T1" fmla="*/ 96 h 400"/>
                <a:gd name="T2" fmla="*/ 382 w 412"/>
                <a:gd name="T3" fmla="*/ 126 h 400"/>
                <a:gd name="T4" fmla="*/ 356 w 412"/>
                <a:gd name="T5" fmla="*/ 144 h 400"/>
                <a:gd name="T6" fmla="*/ 328 w 412"/>
                <a:gd name="T7" fmla="*/ 116 h 400"/>
                <a:gd name="T8" fmla="*/ 344 w 412"/>
                <a:gd name="T9" fmla="*/ 90 h 400"/>
                <a:gd name="T10" fmla="*/ 374 w 412"/>
                <a:gd name="T11" fmla="*/ 156 h 400"/>
                <a:gd name="T12" fmla="*/ 320 w 412"/>
                <a:gd name="T13" fmla="*/ 156 h 400"/>
                <a:gd name="T14" fmla="*/ 314 w 412"/>
                <a:gd name="T15" fmla="*/ 204 h 400"/>
                <a:gd name="T16" fmla="*/ 370 w 412"/>
                <a:gd name="T17" fmla="*/ 268 h 400"/>
                <a:gd name="T18" fmla="*/ 404 w 412"/>
                <a:gd name="T19" fmla="*/ 246 h 400"/>
                <a:gd name="T20" fmla="*/ 410 w 412"/>
                <a:gd name="T21" fmla="*/ 166 h 400"/>
                <a:gd name="T22" fmla="*/ 398 w 412"/>
                <a:gd name="T23" fmla="*/ 156 h 400"/>
                <a:gd name="T24" fmla="*/ 98 w 412"/>
                <a:gd name="T25" fmla="*/ 156 h 400"/>
                <a:gd name="T26" fmla="*/ 56 w 412"/>
                <a:gd name="T27" fmla="*/ 182 h 400"/>
                <a:gd name="T28" fmla="*/ 14 w 412"/>
                <a:gd name="T29" fmla="*/ 156 h 400"/>
                <a:gd name="T30" fmla="*/ 2 w 412"/>
                <a:gd name="T31" fmla="*/ 166 h 400"/>
                <a:gd name="T32" fmla="*/ 8 w 412"/>
                <a:gd name="T33" fmla="*/ 246 h 400"/>
                <a:gd name="T34" fmla="*/ 42 w 412"/>
                <a:gd name="T35" fmla="*/ 268 h 400"/>
                <a:gd name="T36" fmla="*/ 98 w 412"/>
                <a:gd name="T37" fmla="*/ 204 h 400"/>
                <a:gd name="T38" fmla="*/ 172 w 412"/>
                <a:gd name="T39" fmla="*/ 50 h 400"/>
                <a:gd name="T40" fmla="*/ 192 w 412"/>
                <a:gd name="T41" fmla="*/ 68 h 400"/>
                <a:gd name="T42" fmla="*/ 214 w 412"/>
                <a:gd name="T43" fmla="*/ 70 h 400"/>
                <a:gd name="T44" fmla="*/ 236 w 412"/>
                <a:gd name="T45" fmla="*/ 56 h 400"/>
                <a:gd name="T46" fmla="*/ 242 w 412"/>
                <a:gd name="T47" fmla="*/ 36 h 400"/>
                <a:gd name="T48" fmla="*/ 232 w 412"/>
                <a:gd name="T49" fmla="*/ 10 h 400"/>
                <a:gd name="T50" fmla="*/ 206 w 412"/>
                <a:gd name="T51" fmla="*/ 0 h 400"/>
                <a:gd name="T52" fmla="*/ 186 w 412"/>
                <a:gd name="T53" fmla="*/ 6 h 400"/>
                <a:gd name="T54" fmla="*/ 170 w 412"/>
                <a:gd name="T55" fmla="*/ 28 h 400"/>
                <a:gd name="T56" fmla="*/ 206 w 412"/>
                <a:gd name="T57" fmla="*/ 400 h 400"/>
                <a:gd name="T58" fmla="*/ 296 w 412"/>
                <a:gd name="T59" fmla="*/ 378 h 400"/>
                <a:gd name="T60" fmla="*/ 366 w 412"/>
                <a:gd name="T61" fmla="*/ 322 h 400"/>
                <a:gd name="T62" fmla="*/ 320 w 412"/>
                <a:gd name="T63" fmla="*/ 250 h 400"/>
                <a:gd name="T64" fmla="*/ 244 w 412"/>
                <a:gd name="T65" fmla="*/ 200 h 400"/>
                <a:gd name="T66" fmla="*/ 206 w 412"/>
                <a:gd name="T67" fmla="*/ 194 h 400"/>
                <a:gd name="T68" fmla="*/ 158 w 412"/>
                <a:gd name="T69" fmla="*/ 234 h 400"/>
                <a:gd name="T70" fmla="*/ 140 w 412"/>
                <a:gd name="T71" fmla="*/ 262 h 400"/>
                <a:gd name="T72" fmla="*/ 118 w 412"/>
                <a:gd name="T73" fmla="*/ 262 h 400"/>
                <a:gd name="T74" fmla="*/ 100 w 412"/>
                <a:gd name="T75" fmla="*/ 244 h 400"/>
                <a:gd name="T76" fmla="*/ 46 w 412"/>
                <a:gd name="T77" fmla="*/ 322 h 400"/>
                <a:gd name="T78" fmla="*/ 96 w 412"/>
                <a:gd name="T79" fmla="*/ 368 h 400"/>
                <a:gd name="T80" fmla="*/ 182 w 412"/>
                <a:gd name="T81" fmla="*/ 398 h 400"/>
                <a:gd name="T82" fmla="*/ 28 w 412"/>
                <a:gd name="T83" fmla="*/ 116 h 400"/>
                <a:gd name="T84" fmla="*/ 56 w 412"/>
                <a:gd name="T85" fmla="*/ 144 h 400"/>
                <a:gd name="T86" fmla="*/ 82 w 412"/>
                <a:gd name="T87" fmla="*/ 126 h 400"/>
                <a:gd name="T88" fmla="*/ 76 w 412"/>
                <a:gd name="T89" fmla="*/ 96 h 400"/>
                <a:gd name="T90" fmla="*/ 46 w 412"/>
                <a:gd name="T91" fmla="*/ 90 h 400"/>
                <a:gd name="T92" fmla="*/ 28 w 412"/>
                <a:gd name="T93" fmla="*/ 116 h 400"/>
                <a:gd name="T94" fmla="*/ 300 w 412"/>
                <a:gd name="T95" fmla="*/ 116 h 400"/>
                <a:gd name="T96" fmla="*/ 298 w 412"/>
                <a:gd name="T97" fmla="*/ 102 h 400"/>
                <a:gd name="T98" fmla="*/ 268 w 412"/>
                <a:gd name="T99" fmla="*/ 82 h 400"/>
                <a:gd name="T100" fmla="*/ 144 w 412"/>
                <a:gd name="T101" fmla="*/ 82 h 400"/>
                <a:gd name="T102" fmla="*/ 122 w 412"/>
                <a:gd name="T103" fmla="*/ 92 h 400"/>
                <a:gd name="T104" fmla="*/ 112 w 412"/>
                <a:gd name="T105" fmla="*/ 116 h 400"/>
                <a:gd name="T106" fmla="*/ 114 w 412"/>
                <a:gd name="T107" fmla="*/ 240 h 400"/>
                <a:gd name="T108" fmla="*/ 128 w 412"/>
                <a:gd name="T109" fmla="*/ 248 h 400"/>
                <a:gd name="T110" fmla="*/ 144 w 412"/>
                <a:gd name="T111" fmla="*/ 234 h 400"/>
                <a:gd name="T112" fmla="*/ 154 w 412"/>
                <a:gd name="T113" fmla="*/ 140 h 400"/>
                <a:gd name="T114" fmla="*/ 158 w 412"/>
                <a:gd name="T115" fmla="*/ 170 h 400"/>
                <a:gd name="T116" fmla="*/ 230 w 412"/>
                <a:gd name="T117" fmla="*/ 164 h 400"/>
                <a:gd name="T118" fmla="*/ 254 w 412"/>
                <a:gd name="T119" fmla="*/ 150 h 400"/>
                <a:gd name="T120" fmla="*/ 268 w 412"/>
                <a:gd name="T121" fmla="*/ 176 h 400"/>
                <a:gd name="T122" fmla="*/ 300 w 412"/>
                <a:gd name="T123" fmla="*/ 192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12" h="400">
                  <a:moveTo>
                    <a:pt x="356" y="88"/>
                  </a:moveTo>
                  <a:lnTo>
                    <a:pt x="356" y="88"/>
                  </a:lnTo>
                  <a:lnTo>
                    <a:pt x="366" y="90"/>
                  </a:lnTo>
                  <a:lnTo>
                    <a:pt x="376" y="96"/>
                  </a:lnTo>
                  <a:lnTo>
                    <a:pt x="382" y="104"/>
                  </a:lnTo>
                  <a:lnTo>
                    <a:pt x="384" y="116"/>
                  </a:lnTo>
                  <a:lnTo>
                    <a:pt x="384" y="116"/>
                  </a:lnTo>
                  <a:lnTo>
                    <a:pt x="382" y="126"/>
                  </a:lnTo>
                  <a:lnTo>
                    <a:pt x="376" y="136"/>
                  </a:lnTo>
                  <a:lnTo>
                    <a:pt x="366" y="142"/>
                  </a:lnTo>
                  <a:lnTo>
                    <a:pt x="356" y="144"/>
                  </a:lnTo>
                  <a:lnTo>
                    <a:pt x="356" y="144"/>
                  </a:lnTo>
                  <a:lnTo>
                    <a:pt x="344" y="142"/>
                  </a:lnTo>
                  <a:lnTo>
                    <a:pt x="336" y="136"/>
                  </a:lnTo>
                  <a:lnTo>
                    <a:pt x="330" y="126"/>
                  </a:lnTo>
                  <a:lnTo>
                    <a:pt x="328" y="116"/>
                  </a:lnTo>
                  <a:lnTo>
                    <a:pt x="328" y="116"/>
                  </a:lnTo>
                  <a:lnTo>
                    <a:pt x="330" y="104"/>
                  </a:lnTo>
                  <a:lnTo>
                    <a:pt x="336" y="96"/>
                  </a:lnTo>
                  <a:lnTo>
                    <a:pt x="344" y="90"/>
                  </a:lnTo>
                  <a:lnTo>
                    <a:pt x="356" y="88"/>
                  </a:lnTo>
                  <a:lnTo>
                    <a:pt x="356" y="88"/>
                  </a:lnTo>
                  <a:close/>
                  <a:moveTo>
                    <a:pt x="392" y="156"/>
                  </a:moveTo>
                  <a:lnTo>
                    <a:pt x="374" y="156"/>
                  </a:lnTo>
                  <a:lnTo>
                    <a:pt x="356" y="182"/>
                  </a:lnTo>
                  <a:lnTo>
                    <a:pt x="338" y="156"/>
                  </a:lnTo>
                  <a:lnTo>
                    <a:pt x="320" y="156"/>
                  </a:lnTo>
                  <a:lnTo>
                    <a:pt x="320" y="156"/>
                  </a:lnTo>
                  <a:lnTo>
                    <a:pt x="314" y="156"/>
                  </a:lnTo>
                  <a:lnTo>
                    <a:pt x="314" y="156"/>
                  </a:lnTo>
                  <a:lnTo>
                    <a:pt x="314" y="158"/>
                  </a:lnTo>
                  <a:lnTo>
                    <a:pt x="314" y="204"/>
                  </a:lnTo>
                  <a:lnTo>
                    <a:pt x="314" y="204"/>
                  </a:lnTo>
                  <a:lnTo>
                    <a:pt x="336" y="224"/>
                  </a:lnTo>
                  <a:lnTo>
                    <a:pt x="354" y="244"/>
                  </a:lnTo>
                  <a:lnTo>
                    <a:pt x="370" y="268"/>
                  </a:lnTo>
                  <a:lnTo>
                    <a:pt x="386" y="294"/>
                  </a:lnTo>
                  <a:lnTo>
                    <a:pt x="386" y="294"/>
                  </a:lnTo>
                  <a:lnTo>
                    <a:pt x="396" y="270"/>
                  </a:lnTo>
                  <a:lnTo>
                    <a:pt x="404" y="246"/>
                  </a:lnTo>
                  <a:lnTo>
                    <a:pt x="410" y="220"/>
                  </a:lnTo>
                  <a:lnTo>
                    <a:pt x="412" y="194"/>
                  </a:lnTo>
                  <a:lnTo>
                    <a:pt x="412" y="194"/>
                  </a:lnTo>
                  <a:lnTo>
                    <a:pt x="410" y="166"/>
                  </a:lnTo>
                  <a:lnTo>
                    <a:pt x="410" y="166"/>
                  </a:lnTo>
                  <a:lnTo>
                    <a:pt x="406" y="162"/>
                  </a:lnTo>
                  <a:lnTo>
                    <a:pt x="402" y="158"/>
                  </a:lnTo>
                  <a:lnTo>
                    <a:pt x="398" y="156"/>
                  </a:lnTo>
                  <a:lnTo>
                    <a:pt x="392" y="156"/>
                  </a:lnTo>
                  <a:lnTo>
                    <a:pt x="392" y="156"/>
                  </a:lnTo>
                  <a:close/>
                  <a:moveTo>
                    <a:pt x="98" y="204"/>
                  </a:moveTo>
                  <a:lnTo>
                    <a:pt x="98" y="156"/>
                  </a:lnTo>
                  <a:lnTo>
                    <a:pt x="98" y="156"/>
                  </a:lnTo>
                  <a:lnTo>
                    <a:pt x="92" y="156"/>
                  </a:lnTo>
                  <a:lnTo>
                    <a:pt x="74" y="156"/>
                  </a:lnTo>
                  <a:lnTo>
                    <a:pt x="56" y="182"/>
                  </a:lnTo>
                  <a:lnTo>
                    <a:pt x="38" y="156"/>
                  </a:lnTo>
                  <a:lnTo>
                    <a:pt x="20" y="156"/>
                  </a:lnTo>
                  <a:lnTo>
                    <a:pt x="20" y="156"/>
                  </a:lnTo>
                  <a:lnTo>
                    <a:pt x="14" y="156"/>
                  </a:lnTo>
                  <a:lnTo>
                    <a:pt x="10" y="158"/>
                  </a:lnTo>
                  <a:lnTo>
                    <a:pt x="6" y="162"/>
                  </a:lnTo>
                  <a:lnTo>
                    <a:pt x="2" y="166"/>
                  </a:lnTo>
                  <a:lnTo>
                    <a:pt x="2" y="166"/>
                  </a:lnTo>
                  <a:lnTo>
                    <a:pt x="0" y="194"/>
                  </a:lnTo>
                  <a:lnTo>
                    <a:pt x="0" y="194"/>
                  </a:lnTo>
                  <a:lnTo>
                    <a:pt x="2" y="220"/>
                  </a:lnTo>
                  <a:lnTo>
                    <a:pt x="8" y="246"/>
                  </a:lnTo>
                  <a:lnTo>
                    <a:pt x="16" y="270"/>
                  </a:lnTo>
                  <a:lnTo>
                    <a:pt x="26" y="294"/>
                  </a:lnTo>
                  <a:lnTo>
                    <a:pt x="26" y="294"/>
                  </a:lnTo>
                  <a:lnTo>
                    <a:pt x="42" y="268"/>
                  </a:lnTo>
                  <a:lnTo>
                    <a:pt x="58" y="244"/>
                  </a:lnTo>
                  <a:lnTo>
                    <a:pt x="76" y="224"/>
                  </a:lnTo>
                  <a:lnTo>
                    <a:pt x="98" y="204"/>
                  </a:lnTo>
                  <a:lnTo>
                    <a:pt x="98" y="204"/>
                  </a:lnTo>
                  <a:close/>
                  <a:moveTo>
                    <a:pt x="170" y="36"/>
                  </a:moveTo>
                  <a:lnTo>
                    <a:pt x="170" y="36"/>
                  </a:lnTo>
                  <a:lnTo>
                    <a:pt x="170" y="42"/>
                  </a:lnTo>
                  <a:lnTo>
                    <a:pt x="172" y="50"/>
                  </a:lnTo>
                  <a:lnTo>
                    <a:pt x="176" y="56"/>
                  </a:lnTo>
                  <a:lnTo>
                    <a:pt x="180" y="60"/>
                  </a:lnTo>
                  <a:lnTo>
                    <a:pt x="186" y="66"/>
                  </a:lnTo>
                  <a:lnTo>
                    <a:pt x="192" y="68"/>
                  </a:lnTo>
                  <a:lnTo>
                    <a:pt x="198" y="70"/>
                  </a:lnTo>
                  <a:lnTo>
                    <a:pt x="206" y="72"/>
                  </a:lnTo>
                  <a:lnTo>
                    <a:pt x="206" y="72"/>
                  </a:lnTo>
                  <a:lnTo>
                    <a:pt x="214" y="70"/>
                  </a:lnTo>
                  <a:lnTo>
                    <a:pt x="220" y="68"/>
                  </a:lnTo>
                  <a:lnTo>
                    <a:pt x="226" y="66"/>
                  </a:lnTo>
                  <a:lnTo>
                    <a:pt x="232" y="60"/>
                  </a:lnTo>
                  <a:lnTo>
                    <a:pt x="236" y="56"/>
                  </a:lnTo>
                  <a:lnTo>
                    <a:pt x="240" y="50"/>
                  </a:lnTo>
                  <a:lnTo>
                    <a:pt x="242" y="42"/>
                  </a:lnTo>
                  <a:lnTo>
                    <a:pt x="242" y="36"/>
                  </a:lnTo>
                  <a:lnTo>
                    <a:pt x="242" y="36"/>
                  </a:lnTo>
                  <a:lnTo>
                    <a:pt x="242" y="28"/>
                  </a:lnTo>
                  <a:lnTo>
                    <a:pt x="240" y="22"/>
                  </a:lnTo>
                  <a:lnTo>
                    <a:pt x="236" y="16"/>
                  </a:lnTo>
                  <a:lnTo>
                    <a:pt x="232" y="10"/>
                  </a:lnTo>
                  <a:lnTo>
                    <a:pt x="226" y="6"/>
                  </a:lnTo>
                  <a:lnTo>
                    <a:pt x="220" y="2"/>
                  </a:lnTo>
                  <a:lnTo>
                    <a:pt x="214" y="0"/>
                  </a:lnTo>
                  <a:lnTo>
                    <a:pt x="206" y="0"/>
                  </a:lnTo>
                  <a:lnTo>
                    <a:pt x="206" y="0"/>
                  </a:lnTo>
                  <a:lnTo>
                    <a:pt x="198" y="0"/>
                  </a:lnTo>
                  <a:lnTo>
                    <a:pt x="192" y="2"/>
                  </a:lnTo>
                  <a:lnTo>
                    <a:pt x="186" y="6"/>
                  </a:lnTo>
                  <a:lnTo>
                    <a:pt x="180" y="10"/>
                  </a:lnTo>
                  <a:lnTo>
                    <a:pt x="176" y="16"/>
                  </a:lnTo>
                  <a:lnTo>
                    <a:pt x="172" y="22"/>
                  </a:lnTo>
                  <a:lnTo>
                    <a:pt x="170" y="28"/>
                  </a:lnTo>
                  <a:lnTo>
                    <a:pt x="170" y="36"/>
                  </a:lnTo>
                  <a:lnTo>
                    <a:pt x="170" y="36"/>
                  </a:lnTo>
                  <a:close/>
                  <a:moveTo>
                    <a:pt x="206" y="400"/>
                  </a:moveTo>
                  <a:lnTo>
                    <a:pt x="206" y="400"/>
                  </a:lnTo>
                  <a:lnTo>
                    <a:pt x="230" y="398"/>
                  </a:lnTo>
                  <a:lnTo>
                    <a:pt x="254" y="394"/>
                  </a:lnTo>
                  <a:lnTo>
                    <a:pt x="276" y="388"/>
                  </a:lnTo>
                  <a:lnTo>
                    <a:pt x="296" y="378"/>
                  </a:lnTo>
                  <a:lnTo>
                    <a:pt x="316" y="368"/>
                  </a:lnTo>
                  <a:lnTo>
                    <a:pt x="334" y="354"/>
                  </a:lnTo>
                  <a:lnTo>
                    <a:pt x="352" y="338"/>
                  </a:lnTo>
                  <a:lnTo>
                    <a:pt x="366" y="322"/>
                  </a:lnTo>
                  <a:lnTo>
                    <a:pt x="366" y="322"/>
                  </a:lnTo>
                  <a:lnTo>
                    <a:pt x="352" y="296"/>
                  </a:lnTo>
                  <a:lnTo>
                    <a:pt x="336" y="272"/>
                  </a:lnTo>
                  <a:lnTo>
                    <a:pt x="320" y="250"/>
                  </a:lnTo>
                  <a:lnTo>
                    <a:pt x="300" y="232"/>
                  </a:lnTo>
                  <a:lnTo>
                    <a:pt x="280" y="216"/>
                  </a:lnTo>
                  <a:lnTo>
                    <a:pt x="256" y="204"/>
                  </a:lnTo>
                  <a:lnTo>
                    <a:pt x="244" y="200"/>
                  </a:lnTo>
                  <a:lnTo>
                    <a:pt x="232" y="196"/>
                  </a:lnTo>
                  <a:lnTo>
                    <a:pt x="220" y="194"/>
                  </a:lnTo>
                  <a:lnTo>
                    <a:pt x="206" y="194"/>
                  </a:lnTo>
                  <a:lnTo>
                    <a:pt x="206" y="194"/>
                  </a:lnTo>
                  <a:lnTo>
                    <a:pt x="182" y="196"/>
                  </a:lnTo>
                  <a:lnTo>
                    <a:pt x="158" y="202"/>
                  </a:lnTo>
                  <a:lnTo>
                    <a:pt x="158" y="234"/>
                  </a:lnTo>
                  <a:lnTo>
                    <a:pt x="158" y="234"/>
                  </a:lnTo>
                  <a:lnTo>
                    <a:pt x="158" y="240"/>
                  </a:lnTo>
                  <a:lnTo>
                    <a:pt x="156" y="244"/>
                  </a:lnTo>
                  <a:lnTo>
                    <a:pt x="150" y="254"/>
                  </a:lnTo>
                  <a:lnTo>
                    <a:pt x="140" y="262"/>
                  </a:lnTo>
                  <a:lnTo>
                    <a:pt x="134" y="264"/>
                  </a:lnTo>
                  <a:lnTo>
                    <a:pt x="128" y="264"/>
                  </a:lnTo>
                  <a:lnTo>
                    <a:pt x="128" y="264"/>
                  </a:lnTo>
                  <a:lnTo>
                    <a:pt x="118" y="262"/>
                  </a:lnTo>
                  <a:lnTo>
                    <a:pt x="110" y="258"/>
                  </a:lnTo>
                  <a:lnTo>
                    <a:pt x="104" y="252"/>
                  </a:lnTo>
                  <a:lnTo>
                    <a:pt x="100" y="244"/>
                  </a:lnTo>
                  <a:lnTo>
                    <a:pt x="100" y="244"/>
                  </a:lnTo>
                  <a:lnTo>
                    <a:pt x="84" y="260"/>
                  </a:lnTo>
                  <a:lnTo>
                    <a:pt x="70" y="280"/>
                  </a:lnTo>
                  <a:lnTo>
                    <a:pt x="58" y="300"/>
                  </a:lnTo>
                  <a:lnTo>
                    <a:pt x="46" y="322"/>
                  </a:lnTo>
                  <a:lnTo>
                    <a:pt x="46" y="322"/>
                  </a:lnTo>
                  <a:lnTo>
                    <a:pt x="60" y="338"/>
                  </a:lnTo>
                  <a:lnTo>
                    <a:pt x="78" y="354"/>
                  </a:lnTo>
                  <a:lnTo>
                    <a:pt x="96" y="368"/>
                  </a:lnTo>
                  <a:lnTo>
                    <a:pt x="116" y="378"/>
                  </a:lnTo>
                  <a:lnTo>
                    <a:pt x="136" y="388"/>
                  </a:lnTo>
                  <a:lnTo>
                    <a:pt x="158" y="394"/>
                  </a:lnTo>
                  <a:lnTo>
                    <a:pt x="182" y="398"/>
                  </a:lnTo>
                  <a:lnTo>
                    <a:pt x="206" y="400"/>
                  </a:lnTo>
                  <a:lnTo>
                    <a:pt x="206" y="400"/>
                  </a:lnTo>
                  <a:close/>
                  <a:moveTo>
                    <a:pt x="28" y="116"/>
                  </a:moveTo>
                  <a:lnTo>
                    <a:pt x="28" y="116"/>
                  </a:lnTo>
                  <a:lnTo>
                    <a:pt x="30" y="126"/>
                  </a:lnTo>
                  <a:lnTo>
                    <a:pt x="36" y="136"/>
                  </a:lnTo>
                  <a:lnTo>
                    <a:pt x="46" y="142"/>
                  </a:lnTo>
                  <a:lnTo>
                    <a:pt x="56" y="144"/>
                  </a:lnTo>
                  <a:lnTo>
                    <a:pt x="56" y="144"/>
                  </a:lnTo>
                  <a:lnTo>
                    <a:pt x="68" y="142"/>
                  </a:lnTo>
                  <a:lnTo>
                    <a:pt x="76" y="136"/>
                  </a:lnTo>
                  <a:lnTo>
                    <a:pt x="82" y="126"/>
                  </a:lnTo>
                  <a:lnTo>
                    <a:pt x="84" y="116"/>
                  </a:lnTo>
                  <a:lnTo>
                    <a:pt x="84" y="116"/>
                  </a:lnTo>
                  <a:lnTo>
                    <a:pt x="82" y="104"/>
                  </a:lnTo>
                  <a:lnTo>
                    <a:pt x="76" y="96"/>
                  </a:lnTo>
                  <a:lnTo>
                    <a:pt x="68" y="90"/>
                  </a:lnTo>
                  <a:lnTo>
                    <a:pt x="56" y="88"/>
                  </a:lnTo>
                  <a:lnTo>
                    <a:pt x="56" y="88"/>
                  </a:lnTo>
                  <a:lnTo>
                    <a:pt x="46" y="90"/>
                  </a:lnTo>
                  <a:lnTo>
                    <a:pt x="36" y="96"/>
                  </a:lnTo>
                  <a:lnTo>
                    <a:pt x="30" y="104"/>
                  </a:lnTo>
                  <a:lnTo>
                    <a:pt x="28" y="116"/>
                  </a:lnTo>
                  <a:lnTo>
                    <a:pt x="28" y="116"/>
                  </a:lnTo>
                  <a:close/>
                  <a:moveTo>
                    <a:pt x="300" y="192"/>
                  </a:moveTo>
                  <a:lnTo>
                    <a:pt x="300" y="116"/>
                  </a:lnTo>
                  <a:lnTo>
                    <a:pt x="300" y="116"/>
                  </a:lnTo>
                  <a:lnTo>
                    <a:pt x="300" y="116"/>
                  </a:lnTo>
                  <a:lnTo>
                    <a:pt x="300" y="114"/>
                  </a:lnTo>
                  <a:lnTo>
                    <a:pt x="300" y="114"/>
                  </a:lnTo>
                  <a:lnTo>
                    <a:pt x="300" y="108"/>
                  </a:lnTo>
                  <a:lnTo>
                    <a:pt x="298" y="102"/>
                  </a:lnTo>
                  <a:lnTo>
                    <a:pt x="290" y="92"/>
                  </a:lnTo>
                  <a:lnTo>
                    <a:pt x="280" y="84"/>
                  </a:lnTo>
                  <a:lnTo>
                    <a:pt x="274" y="82"/>
                  </a:lnTo>
                  <a:lnTo>
                    <a:pt x="268" y="82"/>
                  </a:lnTo>
                  <a:lnTo>
                    <a:pt x="232" y="82"/>
                  </a:lnTo>
                  <a:lnTo>
                    <a:pt x="206" y="116"/>
                  </a:lnTo>
                  <a:lnTo>
                    <a:pt x="180" y="82"/>
                  </a:lnTo>
                  <a:lnTo>
                    <a:pt x="144" y="82"/>
                  </a:lnTo>
                  <a:lnTo>
                    <a:pt x="144" y="82"/>
                  </a:lnTo>
                  <a:lnTo>
                    <a:pt x="138" y="82"/>
                  </a:lnTo>
                  <a:lnTo>
                    <a:pt x="132" y="84"/>
                  </a:lnTo>
                  <a:lnTo>
                    <a:pt x="122" y="92"/>
                  </a:lnTo>
                  <a:lnTo>
                    <a:pt x="114" y="102"/>
                  </a:lnTo>
                  <a:lnTo>
                    <a:pt x="112" y="108"/>
                  </a:lnTo>
                  <a:lnTo>
                    <a:pt x="112" y="114"/>
                  </a:lnTo>
                  <a:lnTo>
                    <a:pt x="112" y="116"/>
                  </a:lnTo>
                  <a:lnTo>
                    <a:pt x="112" y="130"/>
                  </a:lnTo>
                  <a:lnTo>
                    <a:pt x="112" y="234"/>
                  </a:lnTo>
                  <a:lnTo>
                    <a:pt x="112" y="234"/>
                  </a:lnTo>
                  <a:lnTo>
                    <a:pt x="114" y="240"/>
                  </a:lnTo>
                  <a:lnTo>
                    <a:pt x="116" y="244"/>
                  </a:lnTo>
                  <a:lnTo>
                    <a:pt x="122" y="248"/>
                  </a:lnTo>
                  <a:lnTo>
                    <a:pt x="128" y="248"/>
                  </a:lnTo>
                  <a:lnTo>
                    <a:pt x="128" y="248"/>
                  </a:lnTo>
                  <a:lnTo>
                    <a:pt x="134" y="248"/>
                  </a:lnTo>
                  <a:lnTo>
                    <a:pt x="138" y="244"/>
                  </a:lnTo>
                  <a:lnTo>
                    <a:pt x="142" y="240"/>
                  </a:lnTo>
                  <a:lnTo>
                    <a:pt x="144" y="234"/>
                  </a:lnTo>
                  <a:lnTo>
                    <a:pt x="144" y="130"/>
                  </a:lnTo>
                  <a:lnTo>
                    <a:pt x="144" y="130"/>
                  </a:lnTo>
                  <a:lnTo>
                    <a:pt x="150" y="134"/>
                  </a:lnTo>
                  <a:lnTo>
                    <a:pt x="154" y="140"/>
                  </a:lnTo>
                  <a:lnTo>
                    <a:pt x="158" y="148"/>
                  </a:lnTo>
                  <a:lnTo>
                    <a:pt x="158" y="156"/>
                  </a:lnTo>
                  <a:lnTo>
                    <a:pt x="158" y="170"/>
                  </a:lnTo>
                  <a:lnTo>
                    <a:pt x="158" y="170"/>
                  </a:lnTo>
                  <a:lnTo>
                    <a:pt x="182" y="164"/>
                  </a:lnTo>
                  <a:lnTo>
                    <a:pt x="206" y="162"/>
                  </a:lnTo>
                  <a:lnTo>
                    <a:pt x="206" y="162"/>
                  </a:lnTo>
                  <a:lnTo>
                    <a:pt x="230" y="164"/>
                  </a:lnTo>
                  <a:lnTo>
                    <a:pt x="254" y="170"/>
                  </a:lnTo>
                  <a:lnTo>
                    <a:pt x="254" y="158"/>
                  </a:lnTo>
                  <a:lnTo>
                    <a:pt x="254" y="158"/>
                  </a:lnTo>
                  <a:lnTo>
                    <a:pt x="254" y="150"/>
                  </a:lnTo>
                  <a:lnTo>
                    <a:pt x="258" y="142"/>
                  </a:lnTo>
                  <a:lnTo>
                    <a:pt x="262" y="136"/>
                  </a:lnTo>
                  <a:lnTo>
                    <a:pt x="268" y="132"/>
                  </a:lnTo>
                  <a:lnTo>
                    <a:pt x="268" y="176"/>
                  </a:lnTo>
                  <a:lnTo>
                    <a:pt x="268" y="176"/>
                  </a:lnTo>
                  <a:lnTo>
                    <a:pt x="284" y="184"/>
                  </a:lnTo>
                  <a:lnTo>
                    <a:pt x="300" y="192"/>
                  </a:lnTo>
                  <a:lnTo>
                    <a:pt x="300" y="192"/>
                  </a:lnTo>
                  <a:close/>
                </a:path>
              </a:pathLst>
            </a:custGeom>
            <a:solidFill>
              <a:srgbClr val="602320"/>
            </a:solidFill>
            <a:ln>
              <a:noFill/>
            </a:ln>
          </p:spPr>
          <p:txBody>
            <a:bodyPr vert="horz" wrap="square" lIns="91440" tIns="45720" rIns="91440" bIns="45720" numCol="1" anchor="t" anchorCtr="0" compatLnSpc="1">
              <a:prstTxWarp prst="textNoShape">
                <a:avLst/>
              </a:prstTxWarp>
            </a:bodyPr>
            <a:lstStyle/>
            <a:p>
              <a:pPr marL="0" marR="0" lvl="0" indent="0" defTabSz="1018824"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a:ln>
                  <a:noFill/>
                </a:ln>
                <a:solidFill>
                  <a:sysClr val="windowText" lastClr="000000"/>
                </a:solidFill>
                <a:effectLst/>
                <a:uLnTx/>
                <a:uFillTx/>
                <a:latin typeface="+mj-lt"/>
                <a:ea typeface="+mn-ea"/>
                <a:cs typeface="+mn-cs"/>
              </a:endParaRPr>
            </a:p>
          </p:txBody>
        </p:sp>
        <p:sp>
          <p:nvSpPr>
            <p:cNvPr id="70" name="Freeform 4831">
              <a:extLst>
                <a:ext uri="{FF2B5EF4-FFF2-40B4-BE49-F238E27FC236}">
                  <a16:creationId xmlns:a16="http://schemas.microsoft.com/office/drawing/2014/main" id="{617D4EDE-E624-4095-B8A8-52DC4674E048}"/>
                </a:ext>
              </a:extLst>
            </p:cNvPr>
            <p:cNvSpPr>
              <a:spLocks noEditPoints="1"/>
            </p:cNvSpPr>
            <p:nvPr/>
          </p:nvSpPr>
          <p:spPr bwMode="auto">
            <a:xfrm>
              <a:off x="3205168" y="3784301"/>
              <a:ext cx="501699" cy="270719"/>
            </a:xfrm>
            <a:custGeom>
              <a:avLst/>
              <a:gdLst>
                <a:gd name="T0" fmla="*/ 300 w 404"/>
                <a:gd name="T1" fmla="*/ 166 h 218"/>
                <a:gd name="T2" fmla="*/ 288 w 404"/>
                <a:gd name="T3" fmla="*/ 172 h 218"/>
                <a:gd name="T4" fmla="*/ 272 w 404"/>
                <a:gd name="T5" fmla="*/ 184 h 218"/>
                <a:gd name="T6" fmla="*/ 252 w 404"/>
                <a:gd name="T7" fmla="*/ 170 h 218"/>
                <a:gd name="T8" fmla="*/ 244 w 404"/>
                <a:gd name="T9" fmla="*/ 186 h 218"/>
                <a:gd name="T10" fmla="*/ 232 w 404"/>
                <a:gd name="T11" fmla="*/ 188 h 218"/>
                <a:gd name="T12" fmla="*/ 226 w 404"/>
                <a:gd name="T13" fmla="*/ 188 h 218"/>
                <a:gd name="T14" fmla="*/ 216 w 404"/>
                <a:gd name="T15" fmla="*/ 166 h 218"/>
                <a:gd name="T16" fmla="*/ 192 w 404"/>
                <a:gd name="T17" fmla="*/ 154 h 218"/>
                <a:gd name="T18" fmla="*/ 178 w 404"/>
                <a:gd name="T19" fmla="*/ 142 h 218"/>
                <a:gd name="T20" fmla="*/ 160 w 404"/>
                <a:gd name="T21" fmla="*/ 138 h 218"/>
                <a:gd name="T22" fmla="*/ 134 w 404"/>
                <a:gd name="T23" fmla="*/ 120 h 218"/>
                <a:gd name="T24" fmla="*/ 106 w 404"/>
                <a:gd name="T25" fmla="*/ 136 h 218"/>
                <a:gd name="T26" fmla="*/ 74 w 404"/>
                <a:gd name="T27" fmla="*/ 124 h 218"/>
                <a:gd name="T28" fmla="*/ 94 w 404"/>
                <a:gd name="T29" fmla="*/ 42 h 218"/>
                <a:gd name="T30" fmla="*/ 138 w 404"/>
                <a:gd name="T31" fmla="*/ 38 h 218"/>
                <a:gd name="T32" fmla="*/ 134 w 404"/>
                <a:gd name="T33" fmla="*/ 66 h 218"/>
                <a:gd name="T34" fmla="*/ 150 w 404"/>
                <a:gd name="T35" fmla="*/ 88 h 218"/>
                <a:gd name="T36" fmla="*/ 178 w 404"/>
                <a:gd name="T37" fmla="*/ 92 h 218"/>
                <a:gd name="T38" fmla="*/ 288 w 404"/>
                <a:gd name="T39" fmla="*/ 92 h 218"/>
                <a:gd name="T40" fmla="*/ 294 w 404"/>
                <a:gd name="T41" fmla="*/ 100 h 218"/>
                <a:gd name="T42" fmla="*/ 320 w 404"/>
                <a:gd name="T43" fmla="*/ 144 h 218"/>
                <a:gd name="T44" fmla="*/ 134 w 404"/>
                <a:gd name="T45" fmla="*/ 132 h 218"/>
                <a:gd name="T46" fmla="*/ 118 w 404"/>
                <a:gd name="T47" fmla="*/ 142 h 218"/>
                <a:gd name="T48" fmla="*/ 102 w 404"/>
                <a:gd name="T49" fmla="*/ 190 h 218"/>
                <a:gd name="T50" fmla="*/ 118 w 404"/>
                <a:gd name="T51" fmla="*/ 198 h 218"/>
                <a:gd name="T52" fmla="*/ 130 w 404"/>
                <a:gd name="T53" fmla="*/ 204 h 218"/>
                <a:gd name="T54" fmla="*/ 146 w 404"/>
                <a:gd name="T55" fmla="*/ 214 h 218"/>
                <a:gd name="T56" fmla="*/ 162 w 404"/>
                <a:gd name="T57" fmla="*/ 204 h 218"/>
                <a:gd name="T58" fmla="*/ 174 w 404"/>
                <a:gd name="T59" fmla="*/ 216 h 218"/>
                <a:gd name="T60" fmla="*/ 188 w 404"/>
                <a:gd name="T61" fmla="*/ 218 h 218"/>
                <a:gd name="T62" fmla="*/ 208 w 404"/>
                <a:gd name="T63" fmla="*/ 194 h 218"/>
                <a:gd name="T64" fmla="*/ 202 w 404"/>
                <a:gd name="T65" fmla="*/ 168 h 218"/>
                <a:gd name="T66" fmla="*/ 182 w 404"/>
                <a:gd name="T67" fmla="*/ 170 h 218"/>
                <a:gd name="T68" fmla="*/ 172 w 404"/>
                <a:gd name="T69" fmla="*/ 152 h 218"/>
                <a:gd name="T70" fmla="*/ 156 w 404"/>
                <a:gd name="T71" fmla="*/ 150 h 218"/>
                <a:gd name="T72" fmla="*/ 146 w 404"/>
                <a:gd name="T73" fmla="*/ 138 h 218"/>
                <a:gd name="T74" fmla="*/ 378 w 404"/>
                <a:gd name="T75" fmla="*/ 0 h 218"/>
                <a:gd name="T76" fmla="*/ 394 w 404"/>
                <a:gd name="T77" fmla="*/ 160 h 218"/>
                <a:gd name="T78" fmla="*/ 402 w 404"/>
                <a:gd name="T79" fmla="*/ 70 h 218"/>
                <a:gd name="T80" fmla="*/ 26 w 404"/>
                <a:gd name="T81" fmla="*/ 0 h 218"/>
                <a:gd name="T82" fmla="*/ 0 w 404"/>
                <a:gd name="T83" fmla="*/ 96 h 218"/>
                <a:gd name="T84" fmla="*/ 18 w 404"/>
                <a:gd name="T85" fmla="*/ 178 h 218"/>
                <a:gd name="T86" fmla="*/ 96 w 404"/>
                <a:gd name="T87" fmla="*/ 154 h 218"/>
                <a:gd name="T88" fmla="*/ 68 w 404"/>
                <a:gd name="T89" fmla="*/ 142 h 218"/>
                <a:gd name="T90" fmla="*/ 74 w 404"/>
                <a:gd name="T91" fmla="*/ 170 h 218"/>
                <a:gd name="T92" fmla="*/ 88 w 404"/>
                <a:gd name="T93" fmla="*/ 172 h 218"/>
                <a:gd name="T94" fmla="*/ 306 w 404"/>
                <a:gd name="T95" fmla="*/ 34 h 218"/>
                <a:gd name="T96" fmla="*/ 230 w 404"/>
                <a:gd name="T97" fmla="*/ 8 h 218"/>
                <a:gd name="T98" fmla="*/ 192 w 404"/>
                <a:gd name="T99" fmla="*/ 2 h 218"/>
                <a:gd name="T100" fmla="*/ 190 w 404"/>
                <a:gd name="T101" fmla="*/ 0 h 218"/>
                <a:gd name="T102" fmla="*/ 182 w 404"/>
                <a:gd name="T103" fmla="*/ 2 h 218"/>
                <a:gd name="T104" fmla="*/ 148 w 404"/>
                <a:gd name="T105" fmla="*/ 44 h 218"/>
                <a:gd name="T106" fmla="*/ 156 w 404"/>
                <a:gd name="T107" fmla="*/ 78 h 218"/>
                <a:gd name="T108" fmla="*/ 180 w 404"/>
                <a:gd name="T109" fmla="*/ 78 h 218"/>
                <a:gd name="T110" fmla="*/ 292 w 404"/>
                <a:gd name="T111" fmla="*/ 82 h 218"/>
                <a:gd name="T112" fmla="*/ 304 w 404"/>
                <a:gd name="T113" fmla="*/ 94 h 218"/>
                <a:gd name="T114" fmla="*/ 328 w 404"/>
                <a:gd name="T115" fmla="*/ 116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04" h="218">
                  <a:moveTo>
                    <a:pt x="310" y="162"/>
                  </a:moveTo>
                  <a:lnTo>
                    <a:pt x="310" y="162"/>
                  </a:lnTo>
                  <a:lnTo>
                    <a:pt x="306" y="164"/>
                  </a:lnTo>
                  <a:lnTo>
                    <a:pt x="300" y="166"/>
                  </a:lnTo>
                  <a:lnTo>
                    <a:pt x="300" y="166"/>
                  </a:lnTo>
                  <a:lnTo>
                    <a:pt x="296" y="164"/>
                  </a:lnTo>
                  <a:lnTo>
                    <a:pt x="290" y="162"/>
                  </a:lnTo>
                  <a:lnTo>
                    <a:pt x="290" y="162"/>
                  </a:lnTo>
                  <a:lnTo>
                    <a:pt x="290" y="168"/>
                  </a:lnTo>
                  <a:lnTo>
                    <a:pt x="288" y="172"/>
                  </a:lnTo>
                  <a:lnTo>
                    <a:pt x="286" y="176"/>
                  </a:lnTo>
                  <a:lnTo>
                    <a:pt x="282" y="180"/>
                  </a:lnTo>
                  <a:lnTo>
                    <a:pt x="282" y="180"/>
                  </a:lnTo>
                  <a:lnTo>
                    <a:pt x="276" y="182"/>
                  </a:lnTo>
                  <a:lnTo>
                    <a:pt x="272" y="184"/>
                  </a:lnTo>
                  <a:lnTo>
                    <a:pt x="272" y="184"/>
                  </a:lnTo>
                  <a:lnTo>
                    <a:pt x="262" y="180"/>
                  </a:lnTo>
                  <a:lnTo>
                    <a:pt x="258" y="178"/>
                  </a:lnTo>
                  <a:lnTo>
                    <a:pt x="256" y="174"/>
                  </a:lnTo>
                  <a:lnTo>
                    <a:pt x="252" y="170"/>
                  </a:lnTo>
                  <a:lnTo>
                    <a:pt x="252" y="170"/>
                  </a:lnTo>
                  <a:lnTo>
                    <a:pt x="250" y="178"/>
                  </a:lnTo>
                  <a:lnTo>
                    <a:pt x="248" y="182"/>
                  </a:lnTo>
                  <a:lnTo>
                    <a:pt x="244" y="186"/>
                  </a:lnTo>
                  <a:lnTo>
                    <a:pt x="244" y="186"/>
                  </a:lnTo>
                  <a:lnTo>
                    <a:pt x="238" y="188"/>
                  </a:lnTo>
                  <a:lnTo>
                    <a:pt x="234" y="188"/>
                  </a:lnTo>
                  <a:lnTo>
                    <a:pt x="234" y="188"/>
                  </a:lnTo>
                  <a:lnTo>
                    <a:pt x="232" y="188"/>
                  </a:lnTo>
                  <a:lnTo>
                    <a:pt x="232" y="188"/>
                  </a:lnTo>
                  <a:lnTo>
                    <a:pt x="230" y="188"/>
                  </a:lnTo>
                  <a:lnTo>
                    <a:pt x="230" y="188"/>
                  </a:lnTo>
                  <a:lnTo>
                    <a:pt x="228" y="188"/>
                  </a:lnTo>
                  <a:lnTo>
                    <a:pt x="228" y="188"/>
                  </a:lnTo>
                  <a:lnTo>
                    <a:pt x="226" y="188"/>
                  </a:lnTo>
                  <a:lnTo>
                    <a:pt x="222" y="188"/>
                  </a:lnTo>
                  <a:lnTo>
                    <a:pt x="222" y="188"/>
                  </a:lnTo>
                  <a:lnTo>
                    <a:pt x="222" y="176"/>
                  </a:lnTo>
                  <a:lnTo>
                    <a:pt x="222" y="176"/>
                  </a:lnTo>
                  <a:lnTo>
                    <a:pt x="216" y="166"/>
                  </a:lnTo>
                  <a:lnTo>
                    <a:pt x="208" y="158"/>
                  </a:lnTo>
                  <a:lnTo>
                    <a:pt x="208" y="158"/>
                  </a:lnTo>
                  <a:lnTo>
                    <a:pt x="200" y="156"/>
                  </a:lnTo>
                  <a:lnTo>
                    <a:pt x="192" y="154"/>
                  </a:lnTo>
                  <a:lnTo>
                    <a:pt x="192" y="154"/>
                  </a:lnTo>
                  <a:lnTo>
                    <a:pt x="190" y="154"/>
                  </a:lnTo>
                  <a:lnTo>
                    <a:pt x="190" y="154"/>
                  </a:lnTo>
                  <a:lnTo>
                    <a:pt x="186" y="146"/>
                  </a:lnTo>
                  <a:lnTo>
                    <a:pt x="178" y="142"/>
                  </a:lnTo>
                  <a:lnTo>
                    <a:pt x="178" y="142"/>
                  </a:lnTo>
                  <a:lnTo>
                    <a:pt x="170" y="138"/>
                  </a:lnTo>
                  <a:lnTo>
                    <a:pt x="162" y="138"/>
                  </a:lnTo>
                  <a:lnTo>
                    <a:pt x="162" y="138"/>
                  </a:lnTo>
                  <a:lnTo>
                    <a:pt x="160" y="138"/>
                  </a:lnTo>
                  <a:lnTo>
                    <a:pt x="160" y="138"/>
                  </a:lnTo>
                  <a:lnTo>
                    <a:pt x="156" y="130"/>
                  </a:lnTo>
                  <a:lnTo>
                    <a:pt x="148" y="124"/>
                  </a:lnTo>
                  <a:lnTo>
                    <a:pt x="148" y="124"/>
                  </a:lnTo>
                  <a:lnTo>
                    <a:pt x="142" y="122"/>
                  </a:lnTo>
                  <a:lnTo>
                    <a:pt x="134" y="120"/>
                  </a:lnTo>
                  <a:lnTo>
                    <a:pt x="134" y="120"/>
                  </a:lnTo>
                  <a:lnTo>
                    <a:pt x="126" y="122"/>
                  </a:lnTo>
                  <a:lnTo>
                    <a:pt x="118" y="124"/>
                  </a:lnTo>
                  <a:lnTo>
                    <a:pt x="112" y="130"/>
                  </a:lnTo>
                  <a:lnTo>
                    <a:pt x="106" y="136"/>
                  </a:lnTo>
                  <a:lnTo>
                    <a:pt x="102" y="144"/>
                  </a:lnTo>
                  <a:lnTo>
                    <a:pt x="80" y="132"/>
                  </a:lnTo>
                  <a:lnTo>
                    <a:pt x="80" y="132"/>
                  </a:lnTo>
                  <a:lnTo>
                    <a:pt x="76" y="128"/>
                  </a:lnTo>
                  <a:lnTo>
                    <a:pt x="74" y="124"/>
                  </a:lnTo>
                  <a:lnTo>
                    <a:pt x="72" y="120"/>
                  </a:lnTo>
                  <a:lnTo>
                    <a:pt x="74" y="114"/>
                  </a:lnTo>
                  <a:lnTo>
                    <a:pt x="92" y="46"/>
                  </a:lnTo>
                  <a:lnTo>
                    <a:pt x="92" y="46"/>
                  </a:lnTo>
                  <a:lnTo>
                    <a:pt x="94" y="42"/>
                  </a:lnTo>
                  <a:lnTo>
                    <a:pt x="98" y="38"/>
                  </a:lnTo>
                  <a:lnTo>
                    <a:pt x="102" y="36"/>
                  </a:lnTo>
                  <a:lnTo>
                    <a:pt x="106" y="36"/>
                  </a:lnTo>
                  <a:lnTo>
                    <a:pt x="140" y="34"/>
                  </a:lnTo>
                  <a:lnTo>
                    <a:pt x="138" y="38"/>
                  </a:lnTo>
                  <a:lnTo>
                    <a:pt x="138" y="38"/>
                  </a:lnTo>
                  <a:lnTo>
                    <a:pt x="134" y="46"/>
                  </a:lnTo>
                  <a:lnTo>
                    <a:pt x="132" y="52"/>
                  </a:lnTo>
                  <a:lnTo>
                    <a:pt x="132" y="60"/>
                  </a:lnTo>
                  <a:lnTo>
                    <a:pt x="134" y="66"/>
                  </a:lnTo>
                  <a:lnTo>
                    <a:pt x="134" y="66"/>
                  </a:lnTo>
                  <a:lnTo>
                    <a:pt x="136" y="72"/>
                  </a:lnTo>
                  <a:lnTo>
                    <a:pt x="140" y="78"/>
                  </a:lnTo>
                  <a:lnTo>
                    <a:pt x="144" y="84"/>
                  </a:lnTo>
                  <a:lnTo>
                    <a:pt x="150" y="88"/>
                  </a:lnTo>
                  <a:lnTo>
                    <a:pt x="150" y="88"/>
                  </a:lnTo>
                  <a:lnTo>
                    <a:pt x="158" y="92"/>
                  </a:lnTo>
                  <a:lnTo>
                    <a:pt x="168" y="92"/>
                  </a:lnTo>
                  <a:lnTo>
                    <a:pt x="168" y="92"/>
                  </a:lnTo>
                  <a:lnTo>
                    <a:pt x="178" y="92"/>
                  </a:lnTo>
                  <a:lnTo>
                    <a:pt x="186" y="88"/>
                  </a:lnTo>
                  <a:lnTo>
                    <a:pt x="194" y="82"/>
                  </a:lnTo>
                  <a:lnTo>
                    <a:pt x="198" y="74"/>
                  </a:lnTo>
                  <a:lnTo>
                    <a:pt x="212" y="52"/>
                  </a:lnTo>
                  <a:lnTo>
                    <a:pt x="288" y="92"/>
                  </a:lnTo>
                  <a:lnTo>
                    <a:pt x="288" y="92"/>
                  </a:lnTo>
                  <a:lnTo>
                    <a:pt x="290" y="94"/>
                  </a:lnTo>
                  <a:lnTo>
                    <a:pt x="294" y="98"/>
                  </a:lnTo>
                  <a:lnTo>
                    <a:pt x="294" y="98"/>
                  </a:lnTo>
                  <a:lnTo>
                    <a:pt x="294" y="100"/>
                  </a:lnTo>
                  <a:lnTo>
                    <a:pt x="294" y="100"/>
                  </a:lnTo>
                  <a:lnTo>
                    <a:pt x="296" y="100"/>
                  </a:lnTo>
                  <a:lnTo>
                    <a:pt x="318" y="136"/>
                  </a:lnTo>
                  <a:lnTo>
                    <a:pt x="318" y="136"/>
                  </a:lnTo>
                  <a:lnTo>
                    <a:pt x="320" y="144"/>
                  </a:lnTo>
                  <a:lnTo>
                    <a:pt x="320" y="150"/>
                  </a:lnTo>
                  <a:lnTo>
                    <a:pt x="316" y="158"/>
                  </a:lnTo>
                  <a:lnTo>
                    <a:pt x="310" y="162"/>
                  </a:lnTo>
                  <a:lnTo>
                    <a:pt x="310" y="162"/>
                  </a:lnTo>
                  <a:close/>
                  <a:moveTo>
                    <a:pt x="134" y="132"/>
                  </a:moveTo>
                  <a:lnTo>
                    <a:pt x="134" y="132"/>
                  </a:lnTo>
                  <a:lnTo>
                    <a:pt x="128" y="132"/>
                  </a:lnTo>
                  <a:lnTo>
                    <a:pt x="124" y="134"/>
                  </a:lnTo>
                  <a:lnTo>
                    <a:pt x="120" y="138"/>
                  </a:lnTo>
                  <a:lnTo>
                    <a:pt x="118" y="142"/>
                  </a:lnTo>
                  <a:lnTo>
                    <a:pt x="102" y="170"/>
                  </a:lnTo>
                  <a:lnTo>
                    <a:pt x="102" y="170"/>
                  </a:lnTo>
                  <a:lnTo>
                    <a:pt x="98" y="176"/>
                  </a:lnTo>
                  <a:lnTo>
                    <a:pt x="100" y="184"/>
                  </a:lnTo>
                  <a:lnTo>
                    <a:pt x="102" y="190"/>
                  </a:lnTo>
                  <a:lnTo>
                    <a:pt x="108" y="194"/>
                  </a:lnTo>
                  <a:lnTo>
                    <a:pt x="108" y="194"/>
                  </a:lnTo>
                  <a:lnTo>
                    <a:pt x="112" y="196"/>
                  </a:lnTo>
                  <a:lnTo>
                    <a:pt x="118" y="198"/>
                  </a:lnTo>
                  <a:lnTo>
                    <a:pt x="118" y="198"/>
                  </a:lnTo>
                  <a:lnTo>
                    <a:pt x="122" y="196"/>
                  </a:lnTo>
                  <a:lnTo>
                    <a:pt x="128" y="194"/>
                  </a:lnTo>
                  <a:lnTo>
                    <a:pt x="128" y="194"/>
                  </a:lnTo>
                  <a:lnTo>
                    <a:pt x="128" y="198"/>
                  </a:lnTo>
                  <a:lnTo>
                    <a:pt x="130" y="204"/>
                  </a:lnTo>
                  <a:lnTo>
                    <a:pt x="132" y="208"/>
                  </a:lnTo>
                  <a:lnTo>
                    <a:pt x="138" y="212"/>
                  </a:lnTo>
                  <a:lnTo>
                    <a:pt x="138" y="212"/>
                  </a:lnTo>
                  <a:lnTo>
                    <a:pt x="142" y="214"/>
                  </a:lnTo>
                  <a:lnTo>
                    <a:pt x="146" y="214"/>
                  </a:lnTo>
                  <a:lnTo>
                    <a:pt x="146" y="214"/>
                  </a:lnTo>
                  <a:lnTo>
                    <a:pt x="152" y="214"/>
                  </a:lnTo>
                  <a:lnTo>
                    <a:pt x="156" y="212"/>
                  </a:lnTo>
                  <a:lnTo>
                    <a:pt x="160" y="208"/>
                  </a:lnTo>
                  <a:lnTo>
                    <a:pt x="162" y="204"/>
                  </a:lnTo>
                  <a:lnTo>
                    <a:pt x="166" y="200"/>
                  </a:lnTo>
                  <a:lnTo>
                    <a:pt x="166" y="200"/>
                  </a:lnTo>
                  <a:lnTo>
                    <a:pt x="168" y="208"/>
                  </a:lnTo>
                  <a:lnTo>
                    <a:pt x="170" y="212"/>
                  </a:lnTo>
                  <a:lnTo>
                    <a:pt x="174" y="216"/>
                  </a:lnTo>
                  <a:lnTo>
                    <a:pt x="174" y="216"/>
                  </a:lnTo>
                  <a:lnTo>
                    <a:pt x="178" y="218"/>
                  </a:lnTo>
                  <a:lnTo>
                    <a:pt x="184" y="218"/>
                  </a:lnTo>
                  <a:lnTo>
                    <a:pt x="184" y="218"/>
                  </a:lnTo>
                  <a:lnTo>
                    <a:pt x="188" y="218"/>
                  </a:lnTo>
                  <a:lnTo>
                    <a:pt x="192" y="216"/>
                  </a:lnTo>
                  <a:lnTo>
                    <a:pt x="196" y="212"/>
                  </a:lnTo>
                  <a:lnTo>
                    <a:pt x="200" y="208"/>
                  </a:lnTo>
                  <a:lnTo>
                    <a:pt x="208" y="194"/>
                  </a:lnTo>
                  <a:lnTo>
                    <a:pt x="208" y="194"/>
                  </a:lnTo>
                  <a:lnTo>
                    <a:pt x="210" y="188"/>
                  </a:lnTo>
                  <a:lnTo>
                    <a:pt x="210" y="180"/>
                  </a:lnTo>
                  <a:lnTo>
                    <a:pt x="206" y="174"/>
                  </a:lnTo>
                  <a:lnTo>
                    <a:pt x="202" y="168"/>
                  </a:lnTo>
                  <a:lnTo>
                    <a:pt x="202" y="168"/>
                  </a:lnTo>
                  <a:lnTo>
                    <a:pt x="196" y="166"/>
                  </a:lnTo>
                  <a:lnTo>
                    <a:pt x="192" y="166"/>
                  </a:lnTo>
                  <a:lnTo>
                    <a:pt x="192" y="166"/>
                  </a:lnTo>
                  <a:lnTo>
                    <a:pt x="186" y="168"/>
                  </a:lnTo>
                  <a:lnTo>
                    <a:pt x="182" y="170"/>
                  </a:lnTo>
                  <a:lnTo>
                    <a:pt x="182" y="170"/>
                  </a:lnTo>
                  <a:lnTo>
                    <a:pt x="180" y="164"/>
                  </a:lnTo>
                  <a:lnTo>
                    <a:pt x="180" y="160"/>
                  </a:lnTo>
                  <a:lnTo>
                    <a:pt x="176" y="156"/>
                  </a:lnTo>
                  <a:lnTo>
                    <a:pt x="172" y="152"/>
                  </a:lnTo>
                  <a:lnTo>
                    <a:pt x="172" y="152"/>
                  </a:lnTo>
                  <a:lnTo>
                    <a:pt x="168" y="150"/>
                  </a:lnTo>
                  <a:lnTo>
                    <a:pt x="162" y="150"/>
                  </a:lnTo>
                  <a:lnTo>
                    <a:pt x="162" y="150"/>
                  </a:lnTo>
                  <a:lnTo>
                    <a:pt x="156" y="150"/>
                  </a:lnTo>
                  <a:lnTo>
                    <a:pt x="152" y="152"/>
                  </a:lnTo>
                  <a:lnTo>
                    <a:pt x="152" y="152"/>
                  </a:lnTo>
                  <a:lnTo>
                    <a:pt x="152" y="148"/>
                  </a:lnTo>
                  <a:lnTo>
                    <a:pt x="150" y="142"/>
                  </a:lnTo>
                  <a:lnTo>
                    <a:pt x="146" y="138"/>
                  </a:lnTo>
                  <a:lnTo>
                    <a:pt x="142" y="134"/>
                  </a:lnTo>
                  <a:lnTo>
                    <a:pt x="142" y="134"/>
                  </a:lnTo>
                  <a:lnTo>
                    <a:pt x="138" y="132"/>
                  </a:lnTo>
                  <a:lnTo>
                    <a:pt x="134" y="132"/>
                  </a:lnTo>
                  <a:close/>
                  <a:moveTo>
                    <a:pt x="378" y="0"/>
                  </a:moveTo>
                  <a:lnTo>
                    <a:pt x="316" y="18"/>
                  </a:lnTo>
                  <a:lnTo>
                    <a:pt x="366" y="184"/>
                  </a:lnTo>
                  <a:lnTo>
                    <a:pt x="386" y="178"/>
                  </a:lnTo>
                  <a:lnTo>
                    <a:pt x="386" y="178"/>
                  </a:lnTo>
                  <a:lnTo>
                    <a:pt x="394" y="160"/>
                  </a:lnTo>
                  <a:lnTo>
                    <a:pt x="398" y="140"/>
                  </a:lnTo>
                  <a:lnTo>
                    <a:pt x="402" y="118"/>
                  </a:lnTo>
                  <a:lnTo>
                    <a:pt x="404" y="96"/>
                  </a:lnTo>
                  <a:lnTo>
                    <a:pt x="404" y="96"/>
                  </a:lnTo>
                  <a:lnTo>
                    <a:pt x="402" y="70"/>
                  </a:lnTo>
                  <a:lnTo>
                    <a:pt x="398" y="46"/>
                  </a:lnTo>
                  <a:lnTo>
                    <a:pt x="390" y="22"/>
                  </a:lnTo>
                  <a:lnTo>
                    <a:pt x="378" y="0"/>
                  </a:lnTo>
                  <a:lnTo>
                    <a:pt x="378" y="0"/>
                  </a:lnTo>
                  <a:close/>
                  <a:moveTo>
                    <a:pt x="26" y="0"/>
                  </a:moveTo>
                  <a:lnTo>
                    <a:pt x="26" y="0"/>
                  </a:lnTo>
                  <a:lnTo>
                    <a:pt x="14" y="22"/>
                  </a:lnTo>
                  <a:lnTo>
                    <a:pt x="6" y="46"/>
                  </a:lnTo>
                  <a:lnTo>
                    <a:pt x="2" y="70"/>
                  </a:lnTo>
                  <a:lnTo>
                    <a:pt x="0" y="96"/>
                  </a:lnTo>
                  <a:lnTo>
                    <a:pt x="0" y="96"/>
                  </a:lnTo>
                  <a:lnTo>
                    <a:pt x="2" y="118"/>
                  </a:lnTo>
                  <a:lnTo>
                    <a:pt x="6" y="140"/>
                  </a:lnTo>
                  <a:lnTo>
                    <a:pt x="10" y="160"/>
                  </a:lnTo>
                  <a:lnTo>
                    <a:pt x="18" y="178"/>
                  </a:lnTo>
                  <a:lnTo>
                    <a:pt x="40" y="184"/>
                  </a:lnTo>
                  <a:lnTo>
                    <a:pt x="88" y="18"/>
                  </a:lnTo>
                  <a:lnTo>
                    <a:pt x="26" y="0"/>
                  </a:lnTo>
                  <a:close/>
                  <a:moveTo>
                    <a:pt x="90" y="164"/>
                  </a:moveTo>
                  <a:lnTo>
                    <a:pt x="96" y="154"/>
                  </a:lnTo>
                  <a:lnTo>
                    <a:pt x="74" y="142"/>
                  </a:lnTo>
                  <a:lnTo>
                    <a:pt x="74" y="142"/>
                  </a:lnTo>
                  <a:lnTo>
                    <a:pt x="70" y="138"/>
                  </a:lnTo>
                  <a:lnTo>
                    <a:pt x="68" y="142"/>
                  </a:lnTo>
                  <a:lnTo>
                    <a:pt x="68" y="142"/>
                  </a:lnTo>
                  <a:lnTo>
                    <a:pt x="64" y="150"/>
                  </a:lnTo>
                  <a:lnTo>
                    <a:pt x="66" y="158"/>
                  </a:lnTo>
                  <a:lnTo>
                    <a:pt x="68" y="164"/>
                  </a:lnTo>
                  <a:lnTo>
                    <a:pt x="74" y="170"/>
                  </a:lnTo>
                  <a:lnTo>
                    <a:pt x="74" y="170"/>
                  </a:lnTo>
                  <a:lnTo>
                    <a:pt x="80" y="172"/>
                  </a:lnTo>
                  <a:lnTo>
                    <a:pt x="84" y="172"/>
                  </a:lnTo>
                  <a:lnTo>
                    <a:pt x="84" y="172"/>
                  </a:lnTo>
                  <a:lnTo>
                    <a:pt x="88" y="172"/>
                  </a:lnTo>
                  <a:lnTo>
                    <a:pt x="88" y="172"/>
                  </a:lnTo>
                  <a:lnTo>
                    <a:pt x="90" y="164"/>
                  </a:lnTo>
                  <a:lnTo>
                    <a:pt x="90" y="164"/>
                  </a:lnTo>
                  <a:close/>
                  <a:moveTo>
                    <a:pt x="328" y="106"/>
                  </a:moveTo>
                  <a:lnTo>
                    <a:pt x="306" y="34"/>
                  </a:lnTo>
                  <a:lnTo>
                    <a:pt x="306" y="34"/>
                  </a:lnTo>
                  <a:lnTo>
                    <a:pt x="304" y="30"/>
                  </a:lnTo>
                  <a:lnTo>
                    <a:pt x="300" y="26"/>
                  </a:lnTo>
                  <a:lnTo>
                    <a:pt x="296" y="24"/>
                  </a:lnTo>
                  <a:lnTo>
                    <a:pt x="292" y="22"/>
                  </a:lnTo>
                  <a:lnTo>
                    <a:pt x="230" y="8"/>
                  </a:lnTo>
                  <a:lnTo>
                    <a:pt x="230" y="8"/>
                  </a:lnTo>
                  <a:lnTo>
                    <a:pt x="230" y="8"/>
                  </a:lnTo>
                  <a:lnTo>
                    <a:pt x="194" y="2"/>
                  </a:lnTo>
                  <a:lnTo>
                    <a:pt x="194" y="2"/>
                  </a:lnTo>
                  <a:lnTo>
                    <a:pt x="192" y="2"/>
                  </a:lnTo>
                  <a:lnTo>
                    <a:pt x="192" y="2"/>
                  </a:lnTo>
                  <a:lnTo>
                    <a:pt x="192" y="2"/>
                  </a:lnTo>
                  <a:lnTo>
                    <a:pt x="192" y="2"/>
                  </a:lnTo>
                  <a:lnTo>
                    <a:pt x="192" y="0"/>
                  </a:lnTo>
                  <a:lnTo>
                    <a:pt x="190" y="0"/>
                  </a:lnTo>
                  <a:lnTo>
                    <a:pt x="190" y="0"/>
                  </a:lnTo>
                  <a:lnTo>
                    <a:pt x="190" y="0"/>
                  </a:lnTo>
                  <a:lnTo>
                    <a:pt x="188" y="0"/>
                  </a:lnTo>
                  <a:lnTo>
                    <a:pt x="188" y="0"/>
                  </a:lnTo>
                  <a:lnTo>
                    <a:pt x="182" y="2"/>
                  </a:lnTo>
                  <a:lnTo>
                    <a:pt x="176" y="4"/>
                  </a:lnTo>
                  <a:lnTo>
                    <a:pt x="170" y="8"/>
                  </a:lnTo>
                  <a:lnTo>
                    <a:pt x="166" y="12"/>
                  </a:lnTo>
                  <a:lnTo>
                    <a:pt x="148" y="44"/>
                  </a:lnTo>
                  <a:lnTo>
                    <a:pt x="148" y="44"/>
                  </a:lnTo>
                  <a:lnTo>
                    <a:pt x="144" y="54"/>
                  </a:lnTo>
                  <a:lnTo>
                    <a:pt x="146" y="62"/>
                  </a:lnTo>
                  <a:lnTo>
                    <a:pt x="150" y="72"/>
                  </a:lnTo>
                  <a:lnTo>
                    <a:pt x="156" y="78"/>
                  </a:lnTo>
                  <a:lnTo>
                    <a:pt x="156" y="78"/>
                  </a:lnTo>
                  <a:lnTo>
                    <a:pt x="162" y="80"/>
                  </a:lnTo>
                  <a:lnTo>
                    <a:pt x="168" y="80"/>
                  </a:lnTo>
                  <a:lnTo>
                    <a:pt x="168" y="80"/>
                  </a:lnTo>
                  <a:lnTo>
                    <a:pt x="174" y="80"/>
                  </a:lnTo>
                  <a:lnTo>
                    <a:pt x="180" y="78"/>
                  </a:lnTo>
                  <a:lnTo>
                    <a:pt x="184" y="74"/>
                  </a:lnTo>
                  <a:lnTo>
                    <a:pt x="188" y="68"/>
                  </a:lnTo>
                  <a:lnTo>
                    <a:pt x="208" y="36"/>
                  </a:lnTo>
                  <a:lnTo>
                    <a:pt x="292" y="82"/>
                  </a:lnTo>
                  <a:lnTo>
                    <a:pt x="292" y="82"/>
                  </a:lnTo>
                  <a:lnTo>
                    <a:pt x="298" y="86"/>
                  </a:lnTo>
                  <a:lnTo>
                    <a:pt x="304" y="90"/>
                  </a:lnTo>
                  <a:lnTo>
                    <a:pt x="304" y="90"/>
                  </a:lnTo>
                  <a:lnTo>
                    <a:pt x="304" y="94"/>
                  </a:lnTo>
                  <a:lnTo>
                    <a:pt x="304" y="94"/>
                  </a:lnTo>
                  <a:lnTo>
                    <a:pt x="306" y="94"/>
                  </a:lnTo>
                  <a:lnTo>
                    <a:pt x="324" y="124"/>
                  </a:lnTo>
                  <a:lnTo>
                    <a:pt x="324" y="124"/>
                  </a:lnTo>
                  <a:lnTo>
                    <a:pt x="326" y="120"/>
                  </a:lnTo>
                  <a:lnTo>
                    <a:pt x="328" y="116"/>
                  </a:lnTo>
                  <a:lnTo>
                    <a:pt x="330" y="110"/>
                  </a:lnTo>
                  <a:lnTo>
                    <a:pt x="328" y="106"/>
                  </a:lnTo>
                  <a:lnTo>
                    <a:pt x="328" y="106"/>
                  </a:lnTo>
                  <a:close/>
                </a:path>
              </a:pathLst>
            </a:custGeom>
            <a:solidFill>
              <a:srgbClr val="A32020"/>
            </a:solidFill>
            <a:ln>
              <a:noFill/>
            </a:ln>
          </p:spPr>
          <p:txBody>
            <a:bodyPr vert="horz" wrap="square" lIns="91440" tIns="45720" rIns="91440" bIns="45720" numCol="1" anchor="t" anchorCtr="0" compatLnSpc="1">
              <a:prstTxWarp prst="textNoShape">
                <a:avLst/>
              </a:prstTxWarp>
            </a:bodyPr>
            <a:lstStyle/>
            <a:p>
              <a:pPr marL="0" marR="0" lvl="0" indent="0" defTabSz="1018824"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a:ln>
                  <a:noFill/>
                </a:ln>
                <a:solidFill>
                  <a:sysClr val="windowText" lastClr="000000"/>
                </a:solidFill>
                <a:effectLst/>
                <a:uLnTx/>
                <a:uFillTx/>
                <a:latin typeface="+mj-lt"/>
                <a:ea typeface="+mn-ea"/>
                <a:cs typeface="+mn-cs"/>
              </a:endParaRPr>
            </a:p>
          </p:txBody>
        </p:sp>
        <p:sp>
          <p:nvSpPr>
            <p:cNvPr id="71" name="Freeform 4995">
              <a:extLst>
                <a:ext uri="{FF2B5EF4-FFF2-40B4-BE49-F238E27FC236}">
                  <a16:creationId xmlns:a16="http://schemas.microsoft.com/office/drawing/2014/main" id="{24171318-714E-4B12-82A3-0F65EF2E9548}"/>
                </a:ext>
              </a:extLst>
            </p:cNvPr>
            <p:cNvSpPr>
              <a:spLocks noEditPoints="1"/>
            </p:cNvSpPr>
            <p:nvPr/>
          </p:nvSpPr>
          <p:spPr bwMode="auto">
            <a:xfrm>
              <a:off x="886327" y="4873369"/>
              <a:ext cx="407068" cy="457951"/>
            </a:xfrm>
            <a:custGeom>
              <a:avLst/>
              <a:gdLst>
                <a:gd name="T0" fmla="*/ 54 w 336"/>
                <a:gd name="T1" fmla="*/ 152 h 378"/>
                <a:gd name="T2" fmla="*/ 62 w 336"/>
                <a:gd name="T3" fmla="*/ 142 h 378"/>
                <a:gd name="T4" fmla="*/ 86 w 336"/>
                <a:gd name="T5" fmla="*/ 122 h 378"/>
                <a:gd name="T6" fmla="*/ 42 w 336"/>
                <a:gd name="T7" fmla="*/ 228 h 378"/>
                <a:gd name="T8" fmla="*/ 94 w 336"/>
                <a:gd name="T9" fmla="*/ 250 h 378"/>
                <a:gd name="T10" fmla="*/ 162 w 336"/>
                <a:gd name="T11" fmla="*/ 160 h 378"/>
                <a:gd name="T12" fmla="*/ 200 w 336"/>
                <a:gd name="T13" fmla="*/ 80 h 378"/>
                <a:gd name="T14" fmla="*/ 162 w 336"/>
                <a:gd name="T15" fmla="*/ 22 h 378"/>
                <a:gd name="T16" fmla="*/ 154 w 336"/>
                <a:gd name="T17" fmla="*/ 8 h 378"/>
                <a:gd name="T18" fmla="*/ 122 w 336"/>
                <a:gd name="T19" fmla="*/ 8 h 378"/>
                <a:gd name="T20" fmla="*/ 104 w 336"/>
                <a:gd name="T21" fmla="*/ 40 h 378"/>
                <a:gd name="T22" fmla="*/ 84 w 336"/>
                <a:gd name="T23" fmla="*/ 98 h 378"/>
                <a:gd name="T24" fmla="*/ 56 w 336"/>
                <a:gd name="T25" fmla="*/ 128 h 378"/>
                <a:gd name="T26" fmla="*/ 50 w 336"/>
                <a:gd name="T27" fmla="*/ 126 h 378"/>
                <a:gd name="T28" fmla="*/ 36 w 336"/>
                <a:gd name="T29" fmla="*/ 134 h 378"/>
                <a:gd name="T30" fmla="*/ 42 w 336"/>
                <a:gd name="T31" fmla="*/ 152 h 378"/>
                <a:gd name="T32" fmla="*/ 162 w 336"/>
                <a:gd name="T33" fmla="*/ 46 h 378"/>
                <a:gd name="T34" fmla="*/ 168 w 336"/>
                <a:gd name="T35" fmla="*/ 54 h 378"/>
                <a:gd name="T36" fmla="*/ 116 w 336"/>
                <a:gd name="T37" fmla="*/ 134 h 378"/>
                <a:gd name="T38" fmla="*/ 74 w 336"/>
                <a:gd name="T39" fmla="*/ 216 h 378"/>
                <a:gd name="T40" fmla="*/ 68 w 336"/>
                <a:gd name="T41" fmla="*/ 220 h 378"/>
                <a:gd name="T42" fmla="*/ 62 w 336"/>
                <a:gd name="T43" fmla="*/ 212 h 378"/>
                <a:gd name="T44" fmla="*/ 106 w 336"/>
                <a:gd name="T45" fmla="*/ 128 h 378"/>
                <a:gd name="T46" fmla="*/ 158 w 336"/>
                <a:gd name="T47" fmla="*/ 48 h 378"/>
                <a:gd name="T48" fmla="*/ 124 w 336"/>
                <a:gd name="T49" fmla="*/ 28 h 378"/>
                <a:gd name="T50" fmla="*/ 134 w 336"/>
                <a:gd name="T51" fmla="*/ 20 h 378"/>
                <a:gd name="T52" fmla="*/ 148 w 336"/>
                <a:gd name="T53" fmla="*/ 26 h 378"/>
                <a:gd name="T54" fmla="*/ 128 w 336"/>
                <a:gd name="T55" fmla="*/ 58 h 378"/>
                <a:gd name="T56" fmla="*/ 120 w 336"/>
                <a:gd name="T57" fmla="*/ 44 h 378"/>
                <a:gd name="T58" fmla="*/ 34 w 336"/>
                <a:gd name="T59" fmla="*/ 262 h 378"/>
                <a:gd name="T60" fmla="*/ 64 w 336"/>
                <a:gd name="T61" fmla="*/ 280 h 378"/>
                <a:gd name="T62" fmla="*/ 170 w 336"/>
                <a:gd name="T63" fmla="*/ 12 h 378"/>
                <a:gd name="T64" fmla="*/ 194 w 336"/>
                <a:gd name="T65" fmla="*/ 0 h 378"/>
                <a:gd name="T66" fmla="*/ 214 w 336"/>
                <a:gd name="T67" fmla="*/ 18 h 378"/>
                <a:gd name="T68" fmla="*/ 336 w 336"/>
                <a:gd name="T69" fmla="*/ 212 h 378"/>
                <a:gd name="T70" fmla="*/ 330 w 336"/>
                <a:gd name="T71" fmla="*/ 222 h 378"/>
                <a:gd name="T72" fmla="*/ 264 w 336"/>
                <a:gd name="T73" fmla="*/ 226 h 378"/>
                <a:gd name="T74" fmla="*/ 196 w 336"/>
                <a:gd name="T75" fmla="*/ 246 h 378"/>
                <a:gd name="T76" fmla="*/ 188 w 336"/>
                <a:gd name="T77" fmla="*/ 264 h 378"/>
                <a:gd name="T78" fmla="*/ 212 w 336"/>
                <a:gd name="T79" fmla="*/ 284 h 378"/>
                <a:gd name="T80" fmla="*/ 228 w 336"/>
                <a:gd name="T81" fmla="*/ 314 h 378"/>
                <a:gd name="T82" fmla="*/ 214 w 336"/>
                <a:gd name="T83" fmla="*/ 342 h 378"/>
                <a:gd name="T84" fmla="*/ 142 w 336"/>
                <a:gd name="T85" fmla="*/ 368 h 378"/>
                <a:gd name="T86" fmla="*/ 44 w 336"/>
                <a:gd name="T87" fmla="*/ 378 h 378"/>
                <a:gd name="T88" fmla="*/ 2 w 336"/>
                <a:gd name="T89" fmla="*/ 376 h 378"/>
                <a:gd name="T90" fmla="*/ 0 w 336"/>
                <a:gd name="T91" fmla="*/ 364 h 378"/>
                <a:gd name="T92" fmla="*/ 10 w 336"/>
                <a:gd name="T93" fmla="*/ 358 h 378"/>
                <a:gd name="T94" fmla="*/ 156 w 336"/>
                <a:gd name="T95" fmla="*/ 344 h 378"/>
                <a:gd name="T96" fmla="*/ 208 w 336"/>
                <a:gd name="T97" fmla="*/ 318 h 378"/>
                <a:gd name="T98" fmla="*/ 204 w 336"/>
                <a:gd name="T99" fmla="*/ 304 h 378"/>
                <a:gd name="T100" fmla="*/ 176 w 336"/>
                <a:gd name="T101" fmla="*/ 282 h 378"/>
                <a:gd name="T102" fmla="*/ 168 w 336"/>
                <a:gd name="T103" fmla="*/ 260 h 378"/>
                <a:gd name="T104" fmla="*/ 186 w 336"/>
                <a:gd name="T105" fmla="*/ 228 h 378"/>
                <a:gd name="T106" fmla="*/ 254 w 336"/>
                <a:gd name="T107" fmla="*/ 206 h 378"/>
                <a:gd name="T108" fmla="*/ 330 w 336"/>
                <a:gd name="T109" fmla="*/ 202 h 378"/>
                <a:gd name="T110" fmla="*/ 336 w 336"/>
                <a:gd name="T111" fmla="*/ 212 h 378"/>
                <a:gd name="T112" fmla="*/ 10 w 336"/>
                <a:gd name="T113" fmla="*/ 270 h 378"/>
                <a:gd name="T114" fmla="*/ 40 w 336"/>
                <a:gd name="T115" fmla="*/ 274 h 378"/>
                <a:gd name="T116" fmla="*/ 26 w 336"/>
                <a:gd name="T117" fmla="*/ 310 h 378"/>
                <a:gd name="T118" fmla="*/ 32 w 336"/>
                <a:gd name="T119" fmla="*/ 310 h 378"/>
                <a:gd name="T120" fmla="*/ 58 w 336"/>
                <a:gd name="T121" fmla="*/ 286 h 378"/>
                <a:gd name="T122" fmla="*/ 68 w 336"/>
                <a:gd name="T123" fmla="*/ 304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36" h="378">
                  <a:moveTo>
                    <a:pt x="42" y="152"/>
                  </a:moveTo>
                  <a:lnTo>
                    <a:pt x="42" y="152"/>
                  </a:lnTo>
                  <a:lnTo>
                    <a:pt x="48" y="154"/>
                  </a:lnTo>
                  <a:lnTo>
                    <a:pt x="54" y="152"/>
                  </a:lnTo>
                  <a:lnTo>
                    <a:pt x="58" y="150"/>
                  </a:lnTo>
                  <a:lnTo>
                    <a:pt x="62" y="146"/>
                  </a:lnTo>
                  <a:lnTo>
                    <a:pt x="62" y="146"/>
                  </a:lnTo>
                  <a:lnTo>
                    <a:pt x="62" y="142"/>
                  </a:lnTo>
                  <a:lnTo>
                    <a:pt x="62" y="142"/>
                  </a:lnTo>
                  <a:lnTo>
                    <a:pt x="74" y="134"/>
                  </a:lnTo>
                  <a:lnTo>
                    <a:pt x="86" y="122"/>
                  </a:lnTo>
                  <a:lnTo>
                    <a:pt x="86" y="122"/>
                  </a:lnTo>
                  <a:lnTo>
                    <a:pt x="64" y="166"/>
                  </a:lnTo>
                  <a:lnTo>
                    <a:pt x="50" y="200"/>
                  </a:lnTo>
                  <a:lnTo>
                    <a:pt x="44" y="220"/>
                  </a:lnTo>
                  <a:lnTo>
                    <a:pt x="42" y="228"/>
                  </a:lnTo>
                  <a:lnTo>
                    <a:pt x="66" y="242"/>
                  </a:lnTo>
                  <a:lnTo>
                    <a:pt x="88" y="256"/>
                  </a:lnTo>
                  <a:lnTo>
                    <a:pt x="88" y="256"/>
                  </a:lnTo>
                  <a:lnTo>
                    <a:pt x="94" y="250"/>
                  </a:lnTo>
                  <a:lnTo>
                    <a:pt x="110" y="232"/>
                  </a:lnTo>
                  <a:lnTo>
                    <a:pt x="134" y="202"/>
                  </a:lnTo>
                  <a:lnTo>
                    <a:pt x="148" y="182"/>
                  </a:lnTo>
                  <a:lnTo>
                    <a:pt x="162" y="160"/>
                  </a:lnTo>
                  <a:lnTo>
                    <a:pt x="162" y="160"/>
                  </a:lnTo>
                  <a:lnTo>
                    <a:pt x="174" y="136"/>
                  </a:lnTo>
                  <a:lnTo>
                    <a:pt x="184" y="114"/>
                  </a:lnTo>
                  <a:lnTo>
                    <a:pt x="200" y="80"/>
                  </a:lnTo>
                  <a:lnTo>
                    <a:pt x="206" y="56"/>
                  </a:lnTo>
                  <a:lnTo>
                    <a:pt x="208" y="48"/>
                  </a:lnTo>
                  <a:lnTo>
                    <a:pt x="184" y="34"/>
                  </a:lnTo>
                  <a:lnTo>
                    <a:pt x="162" y="22"/>
                  </a:lnTo>
                  <a:lnTo>
                    <a:pt x="162" y="22"/>
                  </a:lnTo>
                  <a:lnTo>
                    <a:pt x="160" y="14"/>
                  </a:lnTo>
                  <a:lnTo>
                    <a:pt x="154" y="8"/>
                  </a:lnTo>
                  <a:lnTo>
                    <a:pt x="154" y="8"/>
                  </a:lnTo>
                  <a:lnTo>
                    <a:pt x="146" y="4"/>
                  </a:lnTo>
                  <a:lnTo>
                    <a:pt x="138" y="4"/>
                  </a:lnTo>
                  <a:lnTo>
                    <a:pt x="130" y="4"/>
                  </a:lnTo>
                  <a:lnTo>
                    <a:pt x="122" y="8"/>
                  </a:lnTo>
                  <a:lnTo>
                    <a:pt x="122" y="8"/>
                  </a:lnTo>
                  <a:lnTo>
                    <a:pt x="116" y="14"/>
                  </a:lnTo>
                  <a:lnTo>
                    <a:pt x="110" y="20"/>
                  </a:lnTo>
                  <a:lnTo>
                    <a:pt x="104" y="40"/>
                  </a:lnTo>
                  <a:lnTo>
                    <a:pt x="104" y="40"/>
                  </a:lnTo>
                  <a:lnTo>
                    <a:pt x="98" y="64"/>
                  </a:lnTo>
                  <a:lnTo>
                    <a:pt x="92" y="80"/>
                  </a:lnTo>
                  <a:lnTo>
                    <a:pt x="84" y="98"/>
                  </a:lnTo>
                  <a:lnTo>
                    <a:pt x="84" y="98"/>
                  </a:lnTo>
                  <a:lnTo>
                    <a:pt x="78" y="108"/>
                  </a:lnTo>
                  <a:lnTo>
                    <a:pt x="70" y="116"/>
                  </a:lnTo>
                  <a:lnTo>
                    <a:pt x="56" y="128"/>
                  </a:lnTo>
                  <a:lnTo>
                    <a:pt x="56" y="128"/>
                  </a:lnTo>
                  <a:lnTo>
                    <a:pt x="54" y="126"/>
                  </a:lnTo>
                  <a:lnTo>
                    <a:pt x="54" y="126"/>
                  </a:lnTo>
                  <a:lnTo>
                    <a:pt x="50" y="126"/>
                  </a:lnTo>
                  <a:lnTo>
                    <a:pt x="44" y="126"/>
                  </a:lnTo>
                  <a:lnTo>
                    <a:pt x="40" y="128"/>
                  </a:lnTo>
                  <a:lnTo>
                    <a:pt x="36" y="134"/>
                  </a:lnTo>
                  <a:lnTo>
                    <a:pt x="36" y="134"/>
                  </a:lnTo>
                  <a:lnTo>
                    <a:pt x="34" y="138"/>
                  </a:lnTo>
                  <a:lnTo>
                    <a:pt x="36" y="144"/>
                  </a:lnTo>
                  <a:lnTo>
                    <a:pt x="38" y="148"/>
                  </a:lnTo>
                  <a:lnTo>
                    <a:pt x="42" y="152"/>
                  </a:lnTo>
                  <a:lnTo>
                    <a:pt x="42" y="152"/>
                  </a:lnTo>
                  <a:close/>
                  <a:moveTo>
                    <a:pt x="158" y="48"/>
                  </a:moveTo>
                  <a:lnTo>
                    <a:pt x="158" y="48"/>
                  </a:lnTo>
                  <a:lnTo>
                    <a:pt x="162" y="46"/>
                  </a:lnTo>
                  <a:lnTo>
                    <a:pt x="166" y="46"/>
                  </a:lnTo>
                  <a:lnTo>
                    <a:pt x="166" y="46"/>
                  </a:lnTo>
                  <a:lnTo>
                    <a:pt x="168" y="50"/>
                  </a:lnTo>
                  <a:lnTo>
                    <a:pt x="168" y="54"/>
                  </a:lnTo>
                  <a:lnTo>
                    <a:pt x="168" y="54"/>
                  </a:lnTo>
                  <a:lnTo>
                    <a:pt x="152" y="76"/>
                  </a:lnTo>
                  <a:lnTo>
                    <a:pt x="136" y="100"/>
                  </a:lnTo>
                  <a:lnTo>
                    <a:pt x="116" y="134"/>
                  </a:lnTo>
                  <a:lnTo>
                    <a:pt x="116" y="134"/>
                  </a:lnTo>
                  <a:lnTo>
                    <a:pt x="96" y="168"/>
                  </a:lnTo>
                  <a:lnTo>
                    <a:pt x="84" y="194"/>
                  </a:lnTo>
                  <a:lnTo>
                    <a:pt x="74" y="216"/>
                  </a:lnTo>
                  <a:lnTo>
                    <a:pt x="74" y="216"/>
                  </a:lnTo>
                  <a:lnTo>
                    <a:pt x="72" y="220"/>
                  </a:lnTo>
                  <a:lnTo>
                    <a:pt x="68" y="220"/>
                  </a:lnTo>
                  <a:lnTo>
                    <a:pt x="68" y="220"/>
                  </a:lnTo>
                  <a:lnTo>
                    <a:pt x="66" y="220"/>
                  </a:lnTo>
                  <a:lnTo>
                    <a:pt x="66" y="220"/>
                  </a:lnTo>
                  <a:lnTo>
                    <a:pt x="64" y="218"/>
                  </a:lnTo>
                  <a:lnTo>
                    <a:pt x="62" y="212"/>
                  </a:lnTo>
                  <a:lnTo>
                    <a:pt x="62" y="212"/>
                  </a:lnTo>
                  <a:lnTo>
                    <a:pt x="74" y="188"/>
                  </a:lnTo>
                  <a:lnTo>
                    <a:pt x="86" y="162"/>
                  </a:lnTo>
                  <a:lnTo>
                    <a:pt x="106" y="128"/>
                  </a:lnTo>
                  <a:lnTo>
                    <a:pt x="106" y="128"/>
                  </a:lnTo>
                  <a:lnTo>
                    <a:pt x="126" y="92"/>
                  </a:lnTo>
                  <a:lnTo>
                    <a:pt x="142" y="68"/>
                  </a:lnTo>
                  <a:lnTo>
                    <a:pt x="158" y="48"/>
                  </a:lnTo>
                  <a:lnTo>
                    <a:pt x="158" y="48"/>
                  </a:lnTo>
                  <a:close/>
                  <a:moveTo>
                    <a:pt x="120" y="44"/>
                  </a:moveTo>
                  <a:lnTo>
                    <a:pt x="120" y="44"/>
                  </a:lnTo>
                  <a:lnTo>
                    <a:pt x="124" y="28"/>
                  </a:lnTo>
                  <a:lnTo>
                    <a:pt x="128" y="24"/>
                  </a:lnTo>
                  <a:lnTo>
                    <a:pt x="130" y="20"/>
                  </a:lnTo>
                  <a:lnTo>
                    <a:pt x="130" y="20"/>
                  </a:lnTo>
                  <a:lnTo>
                    <a:pt x="134" y="20"/>
                  </a:lnTo>
                  <a:lnTo>
                    <a:pt x="138" y="20"/>
                  </a:lnTo>
                  <a:lnTo>
                    <a:pt x="144" y="22"/>
                  </a:lnTo>
                  <a:lnTo>
                    <a:pt x="144" y="22"/>
                  </a:lnTo>
                  <a:lnTo>
                    <a:pt x="148" y="26"/>
                  </a:lnTo>
                  <a:lnTo>
                    <a:pt x="148" y="30"/>
                  </a:lnTo>
                  <a:lnTo>
                    <a:pt x="148" y="34"/>
                  </a:lnTo>
                  <a:lnTo>
                    <a:pt x="148" y="34"/>
                  </a:lnTo>
                  <a:lnTo>
                    <a:pt x="128" y="58"/>
                  </a:lnTo>
                  <a:lnTo>
                    <a:pt x="104" y="94"/>
                  </a:lnTo>
                  <a:lnTo>
                    <a:pt x="104" y="94"/>
                  </a:lnTo>
                  <a:lnTo>
                    <a:pt x="114" y="66"/>
                  </a:lnTo>
                  <a:lnTo>
                    <a:pt x="120" y="44"/>
                  </a:lnTo>
                  <a:lnTo>
                    <a:pt x="120" y="44"/>
                  </a:lnTo>
                  <a:close/>
                  <a:moveTo>
                    <a:pt x="50" y="270"/>
                  </a:moveTo>
                  <a:lnTo>
                    <a:pt x="50" y="270"/>
                  </a:lnTo>
                  <a:lnTo>
                    <a:pt x="34" y="262"/>
                  </a:lnTo>
                  <a:lnTo>
                    <a:pt x="38" y="240"/>
                  </a:lnTo>
                  <a:lnTo>
                    <a:pt x="80" y="264"/>
                  </a:lnTo>
                  <a:lnTo>
                    <a:pt x="64" y="280"/>
                  </a:lnTo>
                  <a:lnTo>
                    <a:pt x="64" y="280"/>
                  </a:lnTo>
                  <a:lnTo>
                    <a:pt x="50" y="270"/>
                  </a:lnTo>
                  <a:lnTo>
                    <a:pt x="50" y="270"/>
                  </a:lnTo>
                  <a:close/>
                  <a:moveTo>
                    <a:pt x="212" y="36"/>
                  </a:moveTo>
                  <a:lnTo>
                    <a:pt x="170" y="12"/>
                  </a:lnTo>
                  <a:lnTo>
                    <a:pt x="170" y="12"/>
                  </a:lnTo>
                  <a:lnTo>
                    <a:pt x="176" y="4"/>
                  </a:lnTo>
                  <a:lnTo>
                    <a:pt x="184" y="0"/>
                  </a:lnTo>
                  <a:lnTo>
                    <a:pt x="194" y="0"/>
                  </a:lnTo>
                  <a:lnTo>
                    <a:pt x="204" y="2"/>
                  </a:lnTo>
                  <a:lnTo>
                    <a:pt x="204" y="2"/>
                  </a:lnTo>
                  <a:lnTo>
                    <a:pt x="210" y="8"/>
                  </a:lnTo>
                  <a:lnTo>
                    <a:pt x="214" y="18"/>
                  </a:lnTo>
                  <a:lnTo>
                    <a:pt x="216" y="26"/>
                  </a:lnTo>
                  <a:lnTo>
                    <a:pt x="212" y="36"/>
                  </a:lnTo>
                  <a:lnTo>
                    <a:pt x="212" y="36"/>
                  </a:lnTo>
                  <a:close/>
                  <a:moveTo>
                    <a:pt x="336" y="212"/>
                  </a:moveTo>
                  <a:lnTo>
                    <a:pt x="336" y="212"/>
                  </a:lnTo>
                  <a:lnTo>
                    <a:pt x="334" y="216"/>
                  </a:lnTo>
                  <a:lnTo>
                    <a:pt x="332" y="218"/>
                  </a:lnTo>
                  <a:lnTo>
                    <a:pt x="330" y="222"/>
                  </a:lnTo>
                  <a:lnTo>
                    <a:pt x="326" y="222"/>
                  </a:lnTo>
                  <a:lnTo>
                    <a:pt x="326" y="222"/>
                  </a:lnTo>
                  <a:lnTo>
                    <a:pt x="292" y="222"/>
                  </a:lnTo>
                  <a:lnTo>
                    <a:pt x="264" y="226"/>
                  </a:lnTo>
                  <a:lnTo>
                    <a:pt x="240" y="228"/>
                  </a:lnTo>
                  <a:lnTo>
                    <a:pt x="220" y="234"/>
                  </a:lnTo>
                  <a:lnTo>
                    <a:pt x="206" y="240"/>
                  </a:lnTo>
                  <a:lnTo>
                    <a:pt x="196" y="246"/>
                  </a:lnTo>
                  <a:lnTo>
                    <a:pt x="190" y="252"/>
                  </a:lnTo>
                  <a:lnTo>
                    <a:pt x="188" y="260"/>
                  </a:lnTo>
                  <a:lnTo>
                    <a:pt x="188" y="260"/>
                  </a:lnTo>
                  <a:lnTo>
                    <a:pt x="188" y="264"/>
                  </a:lnTo>
                  <a:lnTo>
                    <a:pt x="192" y="270"/>
                  </a:lnTo>
                  <a:lnTo>
                    <a:pt x="204" y="278"/>
                  </a:lnTo>
                  <a:lnTo>
                    <a:pt x="204" y="278"/>
                  </a:lnTo>
                  <a:lnTo>
                    <a:pt x="212" y="284"/>
                  </a:lnTo>
                  <a:lnTo>
                    <a:pt x="220" y="292"/>
                  </a:lnTo>
                  <a:lnTo>
                    <a:pt x="226" y="302"/>
                  </a:lnTo>
                  <a:lnTo>
                    <a:pt x="228" y="308"/>
                  </a:lnTo>
                  <a:lnTo>
                    <a:pt x="228" y="314"/>
                  </a:lnTo>
                  <a:lnTo>
                    <a:pt x="228" y="314"/>
                  </a:lnTo>
                  <a:lnTo>
                    <a:pt x="228" y="324"/>
                  </a:lnTo>
                  <a:lnTo>
                    <a:pt x="222" y="334"/>
                  </a:lnTo>
                  <a:lnTo>
                    <a:pt x="214" y="342"/>
                  </a:lnTo>
                  <a:lnTo>
                    <a:pt x="200" y="350"/>
                  </a:lnTo>
                  <a:lnTo>
                    <a:pt x="184" y="356"/>
                  </a:lnTo>
                  <a:lnTo>
                    <a:pt x="166" y="362"/>
                  </a:lnTo>
                  <a:lnTo>
                    <a:pt x="142" y="368"/>
                  </a:lnTo>
                  <a:lnTo>
                    <a:pt x="116" y="372"/>
                  </a:lnTo>
                  <a:lnTo>
                    <a:pt x="116" y="372"/>
                  </a:lnTo>
                  <a:lnTo>
                    <a:pt x="78" y="376"/>
                  </a:lnTo>
                  <a:lnTo>
                    <a:pt x="44" y="378"/>
                  </a:lnTo>
                  <a:lnTo>
                    <a:pt x="10" y="378"/>
                  </a:lnTo>
                  <a:lnTo>
                    <a:pt x="10" y="378"/>
                  </a:lnTo>
                  <a:lnTo>
                    <a:pt x="6" y="378"/>
                  </a:lnTo>
                  <a:lnTo>
                    <a:pt x="2" y="376"/>
                  </a:lnTo>
                  <a:lnTo>
                    <a:pt x="0" y="372"/>
                  </a:lnTo>
                  <a:lnTo>
                    <a:pt x="0" y="368"/>
                  </a:lnTo>
                  <a:lnTo>
                    <a:pt x="0" y="368"/>
                  </a:lnTo>
                  <a:lnTo>
                    <a:pt x="0" y="364"/>
                  </a:lnTo>
                  <a:lnTo>
                    <a:pt x="2" y="362"/>
                  </a:lnTo>
                  <a:lnTo>
                    <a:pt x="6" y="360"/>
                  </a:lnTo>
                  <a:lnTo>
                    <a:pt x="10" y="358"/>
                  </a:lnTo>
                  <a:lnTo>
                    <a:pt x="10" y="358"/>
                  </a:lnTo>
                  <a:lnTo>
                    <a:pt x="54" y="358"/>
                  </a:lnTo>
                  <a:lnTo>
                    <a:pt x="92" y="354"/>
                  </a:lnTo>
                  <a:lnTo>
                    <a:pt x="126" y="350"/>
                  </a:lnTo>
                  <a:lnTo>
                    <a:pt x="156" y="344"/>
                  </a:lnTo>
                  <a:lnTo>
                    <a:pt x="178" y="338"/>
                  </a:lnTo>
                  <a:lnTo>
                    <a:pt x="194" y="330"/>
                  </a:lnTo>
                  <a:lnTo>
                    <a:pt x="206" y="322"/>
                  </a:lnTo>
                  <a:lnTo>
                    <a:pt x="208" y="318"/>
                  </a:lnTo>
                  <a:lnTo>
                    <a:pt x="208" y="314"/>
                  </a:lnTo>
                  <a:lnTo>
                    <a:pt x="208" y="314"/>
                  </a:lnTo>
                  <a:lnTo>
                    <a:pt x="208" y="310"/>
                  </a:lnTo>
                  <a:lnTo>
                    <a:pt x="204" y="304"/>
                  </a:lnTo>
                  <a:lnTo>
                    <a:pt x="192" y="294"/>
                  </a:lnTo>
                  <a:lnTo>
                    <a:pt x="192" y="294"/>
                  </a:lnTo>
                  <a:lnTo>
                    <a:pt x="184" y="288"/>
                  </a:lnTo>
                  <a:lnTo>
                    <a:pt x="176" y="282"/>
                  </a:lnTo>
                  <a:lnTo>
                    <a:pt x="170" y="272"/>
                  </a:lnTo>
                  <a:lnTo>
                    <a:pt x="168" y="266"/>
                  </a:lnTo>
                  <a:lnTo>
                    <a:pt x="168" y="260"/>
                  </a:lnTo>
                  <a:lnTo>
                    <a:pt x="168" y="260"/>
                  </a:lnTo>
                  <a:lnTo>
                    <a:pt x="168" y="250"/>
                  </a:lnTo>
                  <a:lnTo>
                    <a:pt x="172" y="242"/>
                  </a:lnTo>
                  <a:lnTo>
                    <a:pt x="178" y="234"/>
                  </a:lnTo>
                  <a:lnTo>
                    <a:pt x="186" y="228"/>
                  </a:lnTo>
                  <a:lnTo>
                    <a:pt x="194" y="224"/>
                  </a:lnTo>
                  <a:lnTo>
                    <a:pt x="204" y="218"/>
                  </a:lnTo>
                  <a:lnTo>
                    <a:pt x="228" y="212"/>
                  </a:lnTo>
                  <a:lnTo>
                    <a:pt x="254" y="206"/>
                  </a:lnTo>
                  <a:lnTo>
                    <a:pt x="280" y="204"/>
                  </a:lnTo>
                  <a:lnTo>
                    <a:pt x="326" y="202"/>
                  </a:lnTo>
                  <a:lnTo>
                    <a:pt x="326" y="202"/>
                  </a:lnTo>
                  <a:lnTo>
                    <a:pt x="330" y="202"/>
                  </a:lnTo>
                  <a:lnTo>
                    <a:pt x="332" y="204"/>
                  </a:lnTo>
                  <a:lnTo>
                    <a:pt x="334" y="208"/>
                  </a:lnTo>
                  <a:lnTo>
                    <a:pt x="336" y="212"/>
                  </a:lnTo>
                  <a:lnTo>
                    <a:pt x="336" y="212"/>
                  </a:lnTo>
                  <a:close/>
                  <a:moveTo>
                    <a:pt x="68" y="304"/>
                  </a:moveTo>
                  <a:lnTo>
                    <a:pt x="10" y="338"/>
                  </a:lnTo>
                  <a:lnTo>
                    <a:pt x="10" y="270"/>
                  </a:lnTo>
                  <a:lnTo>
                    <a:pt x="10" y="270"/>
                  </a:lnTo>
                  <a:lnTo>
                    <a:pt x="16" y="268"/>
                  </a:lnTo>
                  <a:lnTo>
                    <a:pt x="22" y="270"/>
                  </a:lnTo>
                  <a:lnTo>
                    <a:pt x="30" y="270"/>
                  </a:lnTo>
                  <a:lnTo>
                    <a:pt x="40" y="274"/>
                  </a:lnTo>
                  <a:lnTo>
                    <a:pt x="24" y="302"/>
                  </a:lnTo>
                  <a:lnTo>
                    <a:pt x="24" y="302"/>
                  </a:lnTo>
                  <a:lnTo>
                    <a:pt x="22" y="308"/>
                  </a:lnTo>
                  <a:lnTo>
                    <a:pt x="26" y="310"/>
                  </a:lnTo>
                  <a:lnTo>
                    <a:pt x="26" y="310"/>
                  </a:lnTo>
                  <a:lnTo>
                    <a:pt x="28" y="312"/>
                  </a:lnTo>
                  <a:lnTo>
                    <a:pt x="28" y="312"/>
                  </a:lnTo>
                  <a:lnTo>
                    <a:pt x="32" y="310"/>
                  </a:lnTo>
                  <a:lnTo>
                    <a:pt x="34" y="308"/>
                  </a:lnTo>
                  <a:lnTo>
                    <a:pt x="50" y="280"/>
                  </a:lnTo>
                  <a:lnTo>
                    <a:pt x="50" y="280"/>
                  </a:lnTo>
                  <a:lnTo>
                    <a:pt x="58" y="286"/>
                  </a:lnTo>
                  <a:lnTo>
                    <a:pt x="64" y="292"/>
                  </a:lnTo>
                  <a:lnTo>
                    <a:pt x="66" y="298"/>
                  </a:lnTo>
                  <a:lnTo>
                    <a:pt x="68" y="304"/>
                  </a:lnTo>
                  <a:lnTo>
                    <a:pt x="68" y="304"/>
                  </a:lnTo>
                  <a:close/>
                </a:path>
              </a:pathLst>
            </a:custGeom>
            <a:solidFill>
              <a:srgbClr val="DC6900"/>
            </a:solidFill>
            <a:ln>
              <a:noFill/>
            </a:ln>
          </p:spPr>
          <p:txBody>
            <a:bodyPr vert="horz" wrap="square" lIns="91440" tIns="45720" rIns="91440" bIns="45720" numCol="1" anchor="t" anchorCtr="0" compatLnSpc="1">
              <a:prstTxWarp prst="textNoShape">
                <a:avLst/>
              </a:prstTxWarp>
            </a:bodyPr>
            <a:lstStyle/>
            <a:p>
              <a:pPr marL="0" marR="0" lvl="0" indent="0" defTabSz="1018824"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a:ln>
                  <a:noFill/>
                </a:ln>
                <a:solidFill>
                  <a:sysClr val="windowText" lastClr="000000"/>
                </a:solidFill>
                <a:effectLst/>
                <a:uLnTx/>
                <a:uFillTx/>
                <a:latin typeface="+mj-lt"/>
                <a:ea typeface="+mn-ea"/>
                <a:cs typeface="+mn-cs"/>
              </a:endParaRPr>
            </a:p>
          </p:txBody>
        </p:sp>
        <p:sp>
          <p:nvSpPr>
            <p:cNvPr id="72" name="Freeform 4915">
              <a:extLst>
                <a:ext uri="{FF2B5EF4-FFF2-40B4-BE49-F238E27FC236}">
                  <a16:creationId xmlns:a16="http://schemas.microsoft.com/office/drawing/2014/main" id="{AB99FD68-A9B7-413A-A81A-CA8A33E6ACAF}"/>
                </a:ext>
              </a:extLst>
            </p:cNvPr>
            <p:cNvSpPr>
              <a:spLocks noEditPoints="1"/>
            </p:cNvSpPr>
            <p:nvPr/>
          </p:nvSpPr>
          <p:spPr bwMode="auto">
            <a:xfrm>
              <a:off x="3232917" y="6065392"/>
              <a:ext cx="448094" cy="385457"/>
            </a:xfrm>
            <a:custGeom>
              <a:avLst/>
              <a:gdLst>
                <a:gd name="T0" fmla="*/ 160 w 372"/>
                <a:gd name="T1" fmla="*/ 242 h 320"/>
                <a:gd name="T2" fmla="*/ 166 w 372"/>
                <a:gd name="T3" fmla="*/ 226 h 320"/>
                <a:gd name="T4" fmla="*/ 210 w 372"/>
                <a:gd name="T5" fmla="*/ 228 h 320"/>
                <a:gd name="T6" fmla="*/ 210 w 372"/>
                <a:gd name="T7" fmla="*/ 246 h 320"/>
                <a:gd name="T8" fmla="*/ 98 w 372"/>
                <a:gd name="T9" fmla="*/ 320 h 320"/>
                <a:gd name="T10" fmla="*/ 372 w 372"/>
                <a:gd name="T11" fmla="*/ 54 h 320"/>
                <a:gd name="T12" fmla="*/ 356 w 372"/>
                <a:gd name="T13" fmla="*/ 92 h 320"/>
                <a:gd name="T14" fmla="*/ 308 w 372"/>
                <a:gd name="T15" fmla="*/ 118 h 320"/>
                <a:gd name="T16" fmla="*/ 266 w 372"/>
                <a:gd name="T17" fmla="*/ 144 h 320"/>
                <a:gd name="T18" fmla="*/ 280 w 372"/>
                <a:gd name="T19" fmla="*/ 154 h 320"/>
                <a:gd name="T20" fmla="*/ 292 w 372"/>
                <a:gd name="T21" fmla="*/ 158 h 320"/>
                <a:gd name="T22" fmla="*/ 288 w 372"/>
                <a:gd name="T23" fmla="*/ 170 h 320"/>
                <a:gd name="T24" fmla="*/ 266 w 372"/>
                <a:gd name="T25" fmla="*/ 172 h 320"/>
                <a:gd name="T26" fmla="*/ 240 w 372"/>
                <a:gd name="T27" fmla="*/ 184 h 320"/>
                <a:gd name="T28" fmla="*/ 196 w 372"/>
                <a:gd name="T29" fmla="*/ 212 h 320"/>
                <a:gd name="T30" fmla="*/ 158 w 372"/>
                <a:gd name="T31" fmla="*/ 206 h 320"/>
                <a:gd name="T32" fmla="*/ 118 w 372"/>
                <a:gd name="T33" fmla="*/ 162 h 320"/>
                <a:gd name="T34" fmla="*/ 98 w 372"/>
                <a:gd name="T35" fmla="*/ 172 h 320"/>
                <a:gd name="T36" fmla="*/ 80 w 372"/>
                <a:gd name="T37" fmla="*/ 164 h 320"/>
                <a:gd name="T38" fmla="*/ 84 w 372"/>
                <a:gd name="T39" fmla="*/ 154 h 320"/>
                <a:gd name="T40" fmla="*/ 104 w 372"/>
                <a:gd name="T41" fmla="*/ 154 h 320"/>
                <a:gd name="T42" fmla="*/ 104 w 372"/>
                <a:gd name="T43" fmla="*/ 140 h 320"/>
                <a:gd name="T44" fmla="*/ 42 w 372"/>
                <a:gd name="T45" fmla="*/ 110 h 320"/>
                <a:gd name="T46" fmla="*/ 4 w 372"/>
                <a:gd name="T47" fmla="*/ 78 h 320"/>
                <a:gd name="T48" fmla="*/ 0 w 372"/>
                <a:gd name="T49" fmla="*/ 46 h 320"/>
                <a:gd name="T50" fmla="*/ 24 w 372"/>
                <a:gd name="T51" fmla="*/ 18 h 320"/>
                <a:gd name="T52" fmla="*/ 66 w 372"/>
                <a:gd name="T53" fmla="*/ 24 h 320"/>
                <a:gd name="T54" fmla="*/ 292 w 372"/>
                <a:gd name="T55" fmla="*/ 0 h 320"/>
                <a:gd name="T56" fmla="*/ 306 w 372"/>
                <a:gd name="T57" fmla="*/ 24 h 320"/>
                <a:gd name="T58" fmla="*/ 348 w 372"/>
                <a:gd name="T59" fmla="*/ 18 h 320"/>
                <a:gd name="T60" fmla="*/ 372 w 372"/>
                <a:gd name="T61" fmla="*/ 46 h 320"/>
                <a:gd name="T62" fmla="*/ 88 w 372"/>
                <a:gd name="T63" fmla="*/ 86 h 320"/>
                <a:gd name="T64" fmla="*/ 74 w 372"/>
                <a:gd name="T65" fmla="*/ 80 h 320"/>
                <a:gd name="T66" fmla="*/ 62 w 372"/>
                <a:gd name="T67" fmla="*/ 80 h 320"/>
                <a:gd name="T68" fmla="*/ 62 w 372"/>
                <a:gd name="T69" fmla="*/ 68 h 320"/>
                <a:gd name="T70" fmla="*/ 60 w 372"/>
                <a:gd name="T71" fmla="*/ 38 h 320"/>
                <a:gd name="T72" fmla="*/ 22 w 372"/>
                <a:gd name="T73" fmla="*/ 38 h 320"/>
                <a:gd name="T74" fmla="*/ 20 w 372"/>
                <a:gd name="T75" fmla="*/ 74 h 320"/>
                <a:gd name="T76" fmla="*/ 70 w 372"/>
                <a:gd name="T77" fmla="*/ 104 h 320"/>
                <a:gd name="T78" fmla="*/ 272 w 372"/>
                <a:gd name="T79" fmla="*/ 26 h 320"/>
                <a:gd name="T80" fmla="*/ 234 w 372"/>
                <a:gd name="T81" fmla="*/ 20 h 320"/>
                <a:gd name="T82" fmla="*/ 226 w 372"/>
                <a:gd name="T83" fmla="*/ 28 h 320"/>
                <a:gd name="T84" fmla="*/ 234 w 372"/>
                <a:gd name="T85" fmla="*/ 36 h 320"/>
                <a:gd name="T86" fmla="*/ 240 w 372"/>
                <a:gd name="T87" fmla="*/ 112 h 320"/>
                <a:gd name="T88" fmla="*/ 192 w 372"/>
                <a:gd name="T89" fmla="*/ 176 h 320"/>
                <a:gd name="T90" fmla="*/ 186 w 372"/>
                <a:gd name="T91" fmla="*/ 186 h 320"/>
                <a:gd name="T92" fmla="*/ 196 w 372"/>
                <a:gd name="T93" fmla="*/ 192 h 320"/>
                <a:gd name="T94" fmla="*/ 236 w 372"/>
                <a:gd name="T95" fmla="*/ 158 h 320"/>
                <a:gd name="T96" fmla="*/ 272 w 372"/>
                <a:gd name="T97" fmla="*/ 28 h 320"/>
                <a:gd name="T98" fmla="*/ 350 w 372"/>
                <a:gd name="T99" fmla="*/ 38 h 320"/>
                <a:gd name="T100" fmla="*/ 312 w 372"/>
                <a:gd name="T101" fmla="*/ 38 h 320"/>
                <a:gd name="T102" fmla="*/ 310 w 372"/>
                <a:gd name="T103" fmla="*/ 68 h 320"/>
                <a:gd name="T104" fmla="*/ 310 w 372"/>
                <a:gd name="T105" fmla="*/ 80 h 320"/>
                <a:gd name="T106" fmla="*/ 298 w 372"/>
                <a:gd name="T107" fmla="*/ 80 h 320"/>
                <a:gd name="T108" fmla="*/ 284 w 372"/>
                <a:gd name="T109" fmla="*/ 86 h 320"/>
                <a:gd name="T110" fmla="*/ 322 w 372"/>
                <a:gd name="T111" fmla="*/ 96 h 320"/>
                <a:gd name="T112" fmla="*/ 356 w 372"/>
                <a:gd name="T113" fmla="*/ 5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2" h="320">
                  <a:moveTo>
                    <a:pt x="170" y="250"/>
                  </a:moveTo>
                  <a:lnTo>
                    <a:pt x="170" y="250"/>
                  </a:lnTo>
                  <a:lnTo>
                    <a:pt x="166" y="248"/>
                  </a:lnTo>
                  <a:lnTo>
                    <a:pt x="162" y="246"/>
                  </a:lnTo>
                  <a:lnTo>
                    <a:pt x="160" y="242"/>
                  </a:lnTo>
                  <a:lnTo>
                    <a:pt x="158" y="238"/>
                  </a:lnTo>
                  <a:lnTo>
                    <a:pt x="158" y="238"/>
                  </a:lnTo>
                  <a:lnTo>
                    <a:pt x="160" y="232"/>
                  </a:lnTo>
                  <a:lnTo>
                    <a:pt x="162" y="228"/>
                  </a:lnTo>
                  <a:lnTo>
                    <a:pt x="166" y="226"/>
                  </a:lnTo>
                  <a:lnTo>
                    <a:pt x="170" y="226"/>
                  </a:lnTo>
                  <a:lnTo>
                    <a:pt x="202" y="226"/>
                  </a:lnTo>
                  <a:lnTo>
                    <a:pt x="202" y="226"/>
                  </a:lnTo>
                  <a:lnTo>
                    <a:pt x="206" y="226"/>
                  </a:lnTo>
                  <a:lnTo>
                    <a:pt x="210" y="228"/>
                  </a:lnTo>
                  <a:lnTo>
                    <a:pt x="212" y="232"/>
                  </a:lnTo>
                  <a:lnTo>
                    <a:pt x="214" y="238"/>
                  </a:lnTo>
                  <a:lnTo>
                    <a:pt x="214" y="238"/>
                  </a:lnTo>
                  <a:lnTo>
                    <a:pt x="212" y="242"/>
                  </a:lnTo>
                  <a:lnTo>
                    <a:pt x="210" y="246"/>
                  </a:lnTo>
                  <a:lnTo>
                    <a:pt x="206" y="248"/>
                  </a:lnTo>
                  <a:lnTo>
                    <a:pt x="202" y="250"/>
                  </a:lnTo>
                  <a:lnTo>
                    <a:pt x="170" y="250"/>
                  </a:lnTo>
                  <a:close/>
                  <a:moveTo>
                    <a:pt x="130" y="264"/>
                  </a:moveTo>
                  <a:lnTo>
                    <a:pt x="98" y="320"/>
                  </a:lnTo>
                  <a:lnTo>
                    <a:pt x="274" y="320"/>
                  </a:lnTo>
                  <a:lnTo>
                    <a:pt x="242" y="264"/>
                  </a:lnTo>
                  <a:lnTo>
                    <a:pt x="130" y="264"/>
                  </a:lnTo>
                  <a:close/>
                  <a:moveTo>
                    <a:pt x="372" y="54"/>
                  </a:moveTo>
                  <a:lnTo>
                    <a:pt x="372" y="54"/>
                  </a:lnTo>
                  <a:lnTo>
                    <a:pt x="372" y="64"/>
                  </a:lnTo>
                  <a:lnTo>
                    <a:pt x="370" y="72"/>
                  </a:lnTo>
                  <a:lnTo>
                    <a:pt x="368" y="78"/>
                  </a:lnTo>
                  <a:lnTo>
                    <a:pt x="362" y="86"/>
                  </a:lnTo>
                  <a:lnTo>
                    <a:pt x="356" y="92"/>
                  </a:lnTo>
                  <a:lnTo>
                    <a:pt x="350" y="98"/>
                  </a:lnTo>
                  <a:lnTo>
                    <a:pt x="330" y="110"/>
                  </a:lnTo>
                  <a:lnTo>
                    <a:pt x="330" y="110"/>
                  </a:lnTo>
                  <a:lnTo>
                    <a:pt x="308" y="118"/>
                  </a:lnTo>
                  <a:lnTo>
                    <a:pt x="308" y="118"/>
                  </a:lnTo>
                  <a:lnTo>
                    <a:pt x="282" y="130"/>
                  </a:lnTo>
                  <a:lnTo>
                    <a:pt x="272" y="136"/>
                  </a:lnTo>
                  <a:lnTo>
                    <a:pt x="268" y="140"/>
                  </a:lnTo>
                  <a:lnTo>
                    <a:pt x="266" y="144"/>
                  </a:lnTo>
                  <a:lnTo>
                    <a:pt x="266" y="144"/>
                  </a:lnTo>
                  <a:lnTo>
                    <a:pt x="266" y="150"/>
                  </a:lnTo>
                  <a:lnTo>
                    <a:pt x="268" y="154"/>
                  </a:lnTo>
                  <a:lnTo>
                    <a:pt x="268" y="154"/>
                  </a:lnTo>
                  <a:lnTo>
                    <a:pt x="274" y="156"/>
                  </a:lnTo>
                  <a:lnTo>
                    <a:pt x="280" y="154"/>
                  </a:lnTo>
                  <a:lnTo>
                    <a:pt x="280" y="154"/>
                  </a:lnTo>
                  <a:lnTo>
                    <a:pt x="284" y="154"/>
                  </a:lnTo>
                  <a:lnTo>
                    <a:pt x="288" y="154"/>
                  </a:lnTo>
                  <a:lnTo>
                    <a:pt x="290" y="156"/>
                  </a:lnTo>
                  <a:lnTo>
                    <a:pt x="292" y="158"/>
                  </a:lnTo>
                  <a:lnTo>
                    <a:pt x="292" y="158"/>
                  </a:lnTo>
                  <a:lnTo>
                    <a:pt x="292" y="162"/>
                  </a:lnTo>
                  <a:lnTo>
                    <a:pt x="292" y="164"/>
                  </a:lnTo>
                  <a:lnTo>
                    <a:pt x="290" y="168"/>
                  </a:lnTo>
                  <a:lnTo>
                    <a:pt x="288" y="170"/>
                  </a:lnTo>
                  <a:lnTo>
                    <a:pt x="288" y="170"/>
                  </a:lnTo>
                  <a:lnTo>
                    <a:pt x="282" y="172"/>
                  </a:lnTo>
                  <a:lnTo>
                    <a:pt x="274" y="172"/>
                  </a:lnTo>
                  <a:lnTo>
                    <a:pt x="274" y="172"/>
                  </a:lnTo>
                  <a:lnTo>
                    <a:pt x="266" y="172"/>
                  </a:lnTo>
                  <a:lnTo>
                    <a:pt x="258" y="166"/>
                  </a:lnTo>
                  <a:lnTo>
                    <a:pt x="258" y="166"/>
                  </a:lnTo>
                  <a:lnTo>
                    <a:pt x="254" y="162"/>
                  </a:lnTo>
                  <a:lnTo>
                    <a:pt x="254" y="162"/>
                  </a:lnTo>
                  <a:lnTo>
                    <a:pt x="240" y="184"/>
                  </a:lnTo>
                  <a:lnTo>
                    <a:pt x="232" y="192"/>
                  </a:lnTo>
                  <a:lnTo>
                    <a:pt x="224" y="200"/>
                  </a:lnTo>
                  <a:lnTo>
                    <a:pt x="214" y="206"/>
                  </a:lnTo>
                  <a:lnTo>
                    <a:pt x="206" y="210"/>
                  </a:lnTo>
                  <a:lnTo>
                    <a:pt x="196" y="212"/>
                  </a:lnTo>
                  <a:lnTo>
                    <a:pt x="186" y="212"/>
                  </a:lnTo>
                  <a:lnTo>
                    <a:pt x="186" y="212"/>
                  </a:lnTo>
                  <a:lnTo>
                    <a:pt x="176" y="212"/>
                  </a:lnTo>
                  <a:lnTo>
                    <a:pt x="166" y="210"/>
                  </a:lnTo>
                  <a:lnTo>
                    <a:pt x="158" y="206"/>
                  </a:lnTo>
                  <a:lnTo>
                    <a:pt x="148" y="200"/>
                  </a:lnTo>
                  <a:lnTo>
                    <a:pt x="140" y="192"/>
                  </a:lnTo>
                  <a:lnTo>
                    <a:pt x="132" y="184"/>
                  </a:lnTo>
                  <a:lnTo>
                    <a:pt x="118" y="162"/>
                  </a:lnTo>
                  <a:lnTo>
                    <a:pt x="118" y="162"/>
                  </a:lnTo>
                  <a:lnTo>
                    <a:pt x="114" y="166"/>
                  </a:lnTo>
                  <a:lnTo>
                    <a:pt x="114" y="166"/>
                  </a:lnTo>
                  <a:lnTo>
                    <a:pt x="106" y="172"/>
                  </a:lnTo>
                  <a:lnTo>
                    <a:pt x="98" y="172"/>
                  </a:lnTo>
                  <a:lnTo>
                    <a:pt x="98" y="172"/>
                  </a:lnTo>
                  <a:lnTo>
                    <a:pt x="90" y="172"/>
                  </a:lnTo>
                  <a:lnTo>
                    <a:pt x="84" y="170"/>
                  </a:lnTo>
                  <a:lnTo>
                    <a:pt x="84" y="170"/>
                  </a:lnTo>
                  <a:lnTo>
                    <a:pt x="82" y="168"/>
                  </a:lnTo>
                  <a:lnTo>
                    <a:pt x="80" y="164"/>
                  </a:lnTo>
                  <a:lnTo>
                    <a:pt x="80" y="162"/>
                  </a:lnTo>
                  <a:lnTo>
                    <a:pt x="80" y="158"/>
                  </a:lnTo>
                  <a:lnTo>
                    <a:pt x="80" y="158"/>
                  </a:lnTo>
                  <a:lnTo>
                    <a:pt x="82" y="156"/>
                  </a:lnTo>
                  <a:lnTo>
                    <a:pt x="84" y="154"/>
                  </a:lnTo>
                  <a:lnTo>
                    <a:pt x="88" y="154"/>
                  </a:lnTo>
                  <a:lnTo>
                    <a:pt x="92" y="154"/>
                  </a:lnTo>
                  <a:lnTo>
                    <a:pt x="92" y="154"/>
                  </a:lnTo>
                  <a:lnTo>
                    <a:pt x="98" y="156"/>
                  </a:lnTo>
                  <a:lnTo>
                    <a:pt x="104" y="154"/>
                  </a:lnTo>
                  <a:lnTo>
                    <a:pt x="104" y="154"/>
                  </a:lnTo>
                  <a:lnTo>
                    <a:pt x="106" y="150"/>
                  </a:lnTo>
                  <a:lnTo>
                    <a:pt x="106" y="144"/>
                  </a:lnTo>
                  <a:lnTo>
                    <a:pt x="106" y="144"/>
                  </a:lnTo>
                  <a:lnTo>
                    <a:pt x="104" y="140"/>
                  </a:lnTo>
                  <a:lnTo>
                    <a:pt x="100" y="136"/>
                  </a:lnTo>
                  <a:lnTo>
                    <a:pt x="90" y="130"/>
                  </a:lnTo>
                  <a:lnTo>
                    <a:pt x="64" y="118"/>
                  </a:lnTo>
                  <a:lnTo>
                    <a:pt x="64" y="118"/>
                  </a:lnTo>
                  <a:lnTo>
                    <a:pt x="42" y="110"/>
                  </a:lnTo>
                  <a:lnTo>
                    <a:pt x="42" y="110"/>
                  </a:lnTo>
                  <a:lnTo>
                    <a:pt x="22" y="98"/>
                  </a:lnTo>
                  <a:lnTo>
                    <a:pt x="16" y="92"/>
                  </a:lnTo>
                  <a:lnTo>
                    <a:pt x="10" y="86"/>
                  </a:lnTo>
                  <a:lnTo>
                    <a:pt x="4" y="78"/>
                  </a:lnTo>
                  <a:lnTo>
                    <a:pt x="2" y="72"/>
                  </a:lnTo>
                  <a:lnTo>
                    <a:pt x="0" y="64"/>
                  </a:lnTo>
                  <a:lnTo>
                    <a:pt x="0" y="54"/>
                  </a:lnTo>
                  <a:lnTo>
                    <a:pt x="0" y="54"/>
                  </a:lnTo>
                  <a:lnTo>
                    <a:pt x="0" y="46"/>
                  </a:lnTo>
                  <a:lnTo>
                    <a:pt x="2" y="40"/>
                  </a:lnTo>
                  <a:lnTo>
                    <a:pt x="6" y="32"/>
                  </a:lnTo>
                  <a:lnTo>
                    <a:pt x="12" y="26"/>
                  </a:lnTo>
                  <a:lnTo>
                    <a:pt x="18" y="22"/>
                  </a:lnTo>
                  <a:lnTo>
                    <a:pt x="24" y="18"/>
                  </a:lnTo>
                  <a:lnTo>
                    <a:pt x="32" y="16"/>
                  </a:lnTo>
                  <a:lnTo>
                    <a:pt x="42" y="14"/>
                  </a:lnTo>
                  <a:lnTo>
                    <a:pt x="42" y="14"/>
                  </a:lnTo>
                  <a:lnTo>
                    <a:pt x="54" y="18"/>
                  </a:lnTo>
                  <a:lnTo>
                    <a:pt x="66" y="24"/>
                  </a:lnTo>
                  <a:lnTo>
                    <a:pt x="76" y="32"/>
                  </a:lnTo>
                  <a:lnTo>
                    <a:pt x="82" y="44"/>
                  </a:lnTo>
                  <a:lnTo>
                    <a:pt x="82" y="44"/>
                  </a:lnTo>
                  <a:lnTo>
                    <a:pt x="80" y="0"/>
                  </a:lnTo>
                  <a:lnTo>
                    <a:pt x="292" y="0"/>
                  </a:lnTo>
                  <a:lnTo>
                    <a:pt x="292" y="0"/>
                  </a:lnTo>
                  <a:lnTo>
                    <a:pt x="290" y="44"/>
                  </a:lnTo>
                  <a:lnTo>
                    <a:pt x="290" y="44"/>
                  </a:lnTo>
                  <a:lnTo>
                    <a:pt x="296" y="32"/>
                  </a:lnTo>
                  <a:lnTo>
                    <a:pt x="306" y="24"/>
                  </a:lnTo>
                  <a:lnTo>
                    <a:pt x="318" y="18"/>
                  </a:lnTo>
                  <a:lnTo>
                    <a:pt x="330" y="14"/>
                  </a:lnTo>
                  <a:lnTo>
                    <a:pt x="330" y="14"/>
                  </a:lnTo>
                  <a:lnTo>
                    <a:pt x="340" y="16"/>
                  </a:lnTo>
                  <a:lnTo>
                    <a:pt x="348" y="18"/>
                  </a:lnTo>
                  <a:lnTo>
                    <a:pt x="354" y="22"/>
                  </a:lnTo>
                  <a:lnTo>
                    <a:pt x="360" y="26"/>
                  </a:lnTo>
                  <a:lnTo>
                    <a:pt x="366" y="32"/>
                  </a:lnTo>
                  <a:lnTo>
                    <a:pt x="370" y="40"/>
                  </a:lnTo>
                  <a:lnTo>
                    <a:pt x="372" y="46"/>
                  </a:lnTo>
                  <a:lnTo>
                    <a:pt x="372" y="54"/>
                  </a:lnTo>
                  <a:lnTo>
                    <a:pt x="372" y="54"/>
                  </a:lnTo>
                  <a:close/>
                  <a:moveTo>
                    <a:pt x="96" y="114"/>
                  </a:moveTo>
                  <a:lnTo>
                    <a:pt x="96" y="114"/>
                  </a:lnTo>
                  <a:lnTo>
                    <a:pt x="88" y="86"/>
                  </a:lnTo>
                  <a:lnTo>
                    <a:pt x="82" y="56"/>
                  </a:lnTo>
                  <a:lnTo>
                    <a:pt x="82" y="56"/>
                  </a:lnTo>
                  <a:lnTo>
                    <a:pt x="80" y="68"/>
                  </a:lnTo>
                  <a:lnTo>
                    <a:pt x="74" y="80"/>
                  </a:lnTo>
                  <a:lnTo>
                    <a:pt x="74" y="80"/>
                  </a:lnTo>
                  <a:lnTo>
                    <a:pt x="72" y="82"/>
                  </a:lnTo>
                  <a:lnTo>
                    <a:pt x="68" y="82"/>
                  </a:lnTo>
                  <a:lnTo>
                    <a:pt x="66" y="82"/>
                  </a:lnTo>
                  <a:lnTo>
                    <a:pt x="62" y="80"/>
                  </a:lnTo>
                  <a:lnTo>
                    <a:pt x="62" y="80"/>
                  </a:lnTo>
                  <a:lnTo>
                    <a:pt x="60" y="78"/>
                  </a:lnTo>
                  <a:lnTo>
                    <a:pt x="60" y="74"/>
                  </a:lnTo>
                  <a:lnTo>
                    <a:pt x="60" y="72"/>
                  </a:lnTo>
                  <a:lnTo>
                    <a:pt x="62" y="68"/>
                  </a:lnTo>
                  <a:lnTo>
                    <a:pt x="62" y="68"/>
                  </a:lnTo>
                  <a:lnTo>
                    <a:pt x="66" y="62"/>
                  </a:lnTo>
                  <a:lnTo>
                    <a:pt x="66" y="54"/>
                  </a:lnTo>
                  <a:lnTo>
                    <a:pt x="66" y="54"/>
                  </a:lnTo>
                  <a:lnTo>
                    <a:pt x="64" y="46"/>
                  </a:lnTo>
                  <a:lnTo>
                    <a:pt x="60" y="38"/>
                  </a:lnTo>
                  <a:lnTo>
                    <a:pt x="52" y="32"/>
                  </a:lnTo>
                  <a:lnTo>
                    <a:pt x="42" y="30"/>
                  </a:lnTo>
                  <a:lnTo>
                    <a:pt x="42" y="30"/>
                  </a:lnTo>
                  <a:lnTo>
                    <a:pt x="32" y="32"/>
                  </a:lnTo>
                  <a:lnTo>
                    <a:pt x="22" y="38"/>
                  </a:lnTo>
                  <a:lnTo>
                    <a:pt x="18" y="46"/>
                  </a:lnTo>
                  <a:lnTo>
                    <a:pt x="16" y="54"/>
                  </a:lnTo>
                  <a:lnTo>
                    <a:pt x="16" y="54"/>
                  </a:lnTo>
                  <a:lnTo>
                    <a:pt x="16" y="64"/>
                  </a:lnTo>
                  <a:lnTo>
                    <a:pt x="20" y="74"/>
                  </a:lnTo>
                  <a:lnTo>
                    <a:pt x="32" y="84"/>
                  </a:lnTo>
                  <a:lnTo>
                    <a:pt x="50" y="96"/>
                  </a:lnTo>
                  <a:lnTo>
                    <a:pt x="50" y="96"/>
                  </a:lnTo>
                  <a:lnTo>
                    <a:pt x="70" y="104"/>
                  </a:lnTo>
                  <a:lnTo>
                    <a:pt x="70" y="104"/>
                  </a:lnTo>
                  <a:lnTo>
                    <a:pt x="96" y="114"/>
                  </a:lnTo>
                  <a:lnTo>
                    <a:pt x="96" y="114"/>
                  </a:lnTo>
                  <a:close/>
                  <a:moveTo>
                    <a:pt x="272" y="28"/>
                  </a:moveTo>
                  <a:lnTo>
                    <a:pt x="272" y="28"/>
                  </a:lnTo>
                  <a:lnTo>
                    <a:pt x="272" y="26"/>
                  </a:lnTo>
                  <a:lnTo>
                    <a:pt x="270" y="22"/>
                  </a:lnTo>
                  <a:lnTo>
                    <a:pt x="270" y="22"/>
                  </a:lnTo>
                  <a:lnTo>
                    <a:pt x="268" y="20"/>
                  </a:lnTo>
                  <a:lnTo>
                    <a:pt x="264" y="20"/>
                  </a:lnTo>
                  <a:lnTo>
                    <a:pt x="234" y="20"/>
                  </a:lnTo>
                  <a:lnTo>
                    <a:pt x="234" y="20"/>
                  </a:lnTo>
                  <a:lnTo>
                    <a:pt x="230" y="20"/>
                  </a:lnTo>
                  <a:lnTo>
                    <a:pt x="228" y="22"/>
                  </a:lnTo>
                  <a:lnTo>
                    <a:pt x="226" y="24"/>
                  </a:lnTo>
                  <a:lnTo>
                    <a:pt x="226" y="28"/>
                  </a:lnTo>
                  <a:lnTo>
                    <a:pt x="226" y="28"/>
                  </a:lnTo>
                  <a:lnTo>
                    <a:pt x="226" y="32"/>
                  </a:lnTo>
                  <a:lnTo>
                    <a:pt x="228" y="34"/>
                  </a:lnTo>
                  <a:lnTo>
                    <a:pt x="230" y="36"/>
                  </a:lnTo>
                  <a:lnTo>
                    <a:pt x="234" y="36"/>
                  </a:lnTo>
                  <a:lnTo>
                    <a:pt x="256" y="36"/>
                  </a:lnTo>
                  <a:lnTo>
                    <a:pt x="256" y="36"/>
                  </a:lnTo>
                  <a:lnTo>
                    <a:pt x="252" y="64"/>
                  </a:lnTo>
                  <a:lnTo>
                    <a:pt x="246" y="90"/>
                  </a:lnTo>
                  <a:lnTo>
                    <a:pt x="240" y="112"/>
                  </a:lnTo>
                  <a:lnTo>
                    <a:pt x="232" y="132"/>
                  </a:lnTo>
                  <a:lnTo>
                    <a:pt x="222" y="150"/>
                  </a:lnTo>
                  <a:lnTo>
                    <a:pt x="212" y="162"/>
                  </a:lnTo>
                  <a:lnTo>
                    <a:pt x="202" y="172"/>
                  </a:lnTo>
                  <a:lnTo>
                    <a:pt x="192" y="176"/>
                  </a:lnTo>
                  <a:lnTo>
                    <a:pt x="192" y="176"/>
                  </a:lnTo>
                  <a:lnTo>
                    <a:pt x="190" y="178"/>
                  </a:lnTo>
                  <a:lnTo>
                    <a:pt x="188" y="180"/>
                  </a:lnTo>
                  <a:lnTo>
                    <a:pt x="186" y="184"/>
                  </a:lnTo>
                  <a:lnTo>
                    <a:pt x="186" y="186"/>
                  </a:lnTo>
                  <a:lnTo>
                    <a:pt x="186" y="186"/>
                  </a:lnTo>
                  <a:lnTo>
                    <a:pt x="190" y="190"/>
                  </a:lnTo>
                  <a:lnTo>
                    <a:pt x="194" y="192"/>
                  </a:lnTo>
                  <a:lnTo>
                    <a:pt x="194" y="192"/>
                  </a:lnTo>
                  <a:lnTo>
                    <a:pt x="196" y="192"/>
                  </a:lnTo>
                  <a:lnTo>
                    <a:pt x="196" y="192"/>
                  </a:lnTo>
                  <a:lnTo>
                    <a:pt x="204" y="190"/>
                  </a:lnTo>
                  <a:lnTo>
                    <a:pt x="210" y="186"/>
                  </a:lnTo>
                  <a:lnTo>
                    <a:pt x="224" y="174"/>
                  </a:lnTo>
                  <a:lnTo>
                    <a:pt x="236" y="158"/>
                  </a:lnTo>
                  <a:lnTo>
                    <a:pt x="248" y="138"/>
                  </a:lnTo>
                  <a:lnTo>
                    <a:pt x="256" y="114"/>
                  </a:lnTo>
                  <a:lnTo>
                    <a:pt x="264" y="88"/>
                  </a:lnTo>
                  <a:lnTo>
                    <a:pt x="270" y="58"/>
                  </a:lnTo>
                  <a:lnTo>
                    <a:pt x="272" y="28"/>
                  </a:lnTo>
                  <a:lnTo>
                    <a:pt x="272" y="28"/>
                  </a:lnTo>
                  <a:close/>
                  <a:moveTo>
                    <a:pt x="356" y="54"/>
                  </a:moveTo>
                  <a:lnTo>
                    <a:pt x="356" y="54"/>
                  </a:lnTo>
                  <a:lnTo>
                    <a:pt x="354" y="46"/>
                  </a:lnTo>
                  <a:lnTo>
                    <a:pt x="350" y="38"/>
                  </a:lnTo>
                  <a:lnTo>
                    <a:pt x="340" y="32"/>
                  </a:lnTo>
                  <a:lnTo>
                    <a:pt x="330" y="30"/>
                  </a:lnTo>
                  <a:lnTo>
                    <a:pt x="330" y="30"/>
                  </a:lnTo>
                  <a:lnTo>
                    <a:pt x="320" y="32"/>
                  </a:lnTo>
                  <a:lnTo>
                    <a:pt x="312" y="38"/>
                  </a:lnTo>
                  <a:lnTo>
                    <a:pt x="308" y="46"/>
                  </a:lnTo>
                  <a:lnTo>
                    <a:pt x="306" y="54"/>
                  </a:lnTo>
                  <a:lnTo>
                    <a:pt x="306" y="54"/>
                  </a:lnTo>
                  <a:lnTo>
                    <a:pt x="306" y="62"/>
                  </a:lnTo>
                  <a:lnTo>
                    <a:pt x="310" y="68"/>
                  </a:lnTo>
                  <a:lnTo>
                    <a:pt x="310" y="68"/>
                  </a:lnTo>
                  <a:lnTo>
                    <a:pt x="312" y="72"/>
                  </a:lnTo>
                  <a:lnTo>
                    <a:pt x="312" y="74"/>
                  </a:lnTo>
                  <a:lnTo>
                    <a:pt x="312" y="78"/>
                  </a:lnTo>
                  <a:lnTo>
                    <a:pt x="310" y="80"/>
                  </a:lnTo>
                  <a:lnTo>
                    <a:pt x="310" y="80"/>
                  </a:lnTo>
                  <a:lnTo>
                    <a:pt x="306" y="82"/>
                  </a:lnTo>
                  <a:lnTo>
                    <a:pt x="304" y="82"/>
                  </a:lnTo>
                  <a:lnTo>
                    <a:pt x="300" y="82"/>
                  </a:lnTo>
                  <a:lnTo>
                    <a:pt x="298" y="80"/>
                  </a:lnTo>
                  <a:lnTo>
                    <a:pt x="298" y="80"/>
                  </a:lnTo>
                  <a:lnTo>
                    <a:pt x="292" y="68"/>
                  </a:lnTo>
                  <a:lnTo>
                    <a:pt x="290" y="56"/>
                  </a:lnTo>
                  <a:lnTo>
                    <a:pt x="290" y="56"/>
                  </a:lnTo>
                  <a:lnTo>
                    <a:pt x="284" y="86"/>
                  </a:lnTo>
                  <a:lnTo>
                    <a:pt x="276" y="114"/>
                  </a:lnTo>
                  <a:lnTo>
                    <a:pt x="276" y="114"/>
                  </a:lnTo>
                  <a:lnTo>
                    <a:pt x="302" y="104"/>
                  </a:lnTo>
                  <a:lnTo>
                    <a:pt x="302" y="104"/>
                  </a:lnTo>
                  <a:lnTo>
                    <a:pt x="322" y="96"/>
                  </a:lnTo>
                  <a:lnTo>
                    <a:pt x="322" y="96"/>
                  </a:lnTo>
                  <a:lnTo>
                    <a:pt x="340" y="84"/>
                  </a:lnTo>
                  <a:lnTo>
                    <a:pt x="352" y="74"/>
                  </a:lnTo>
                  <a:lnTo>
                    <a:pt x="356" y="64"/>
                  </a:lnTo>
                  <a:lnTo>
                    <a:pt x="356" y="54"/>
                  </a:lnTo>
                  <a:lnTo>
                    <a:pt x="356" y="54"/>
                  </a:lnTo>
                  <a:close/>
                </a:path>
              </a:pathLst>
            </a:custGeom>
            <a:solidFill>
              <a:srgbClr val="EB8C00"/>
            </a:solidFill>
            <a:ln>
              <a:noFill/>
            </a:ln>
          </p:spPr>
          <p:txBody>
            <a:bodyPr vert="horz" wrap="square" lIns="91440" tIns="45720" rIns="91440" bIns="45720" numCol="1" anchor="t" anchorCtr="0" compatLnSpc="1">
              <a:prstTxWarp prst="textNoShape">
                <a:avLst/>
              </a:prstTxWarp>
            </a:bodyPr>
            <a:lstStyle/>
            <a:p>
              <a:pPr marL="0" marR="0" lvl="0" indent="0" defTabSz="1018824"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a:ln>
                  <a:noFill/>
                </a:ln>
                <a:solidFill>
                  <a:sysClr val="windowText" lastClr="000000"/>
                </a:solidFill>
                <a:effectLst/>
                <a:uLnTx/>
                <a:uFillTx/>
                <a:latin typeface="+mj-lt"/>
                <a:ea typeface="+mn-ea"/>
                <a:cs typeface="+mn-cs"/>
              </a:endParaRPr>
            </a:p>
          </p:txBody>
        </p:sp>
      </p:grpSp>
      <p:sp>
        <p:nvSpPr>
          <p:cNvPr id="73" name="Rectangle 72">
            <a:extLst>
              <a:ext uri="{FF2B5EF4-FFF2-40B4-BE49-F238E27FC236}">
                <a16:creationId xmlns:a16="http://schemas.microsoft.com/office/drawing/2014/main" id="{D85D22D8-C47E-41D4-9491-3669A4743849}"/>
              </a:ext>
            </a:extLst>
          </p:cNvPr>
          <p:cNvSpPr/>
          <p:nvPr/>
        </p:nvSpPr>
        <p:spPr>
          <a:xfrm>
            <a:off x="2512782" y="2795546"/>
            <a:ext cx="2232110" cy="37279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1018824">
              <a:spcAft>
                <a:spcPts val="900"/>
              </a:spcAft>
              <a:buClrTx/>
              <a:defRPr/>
            </a:pPr>
            <a:r>
              <a:rPr lang="en-GB" kern="1200" dirty="0">
                <a:solidFill>
                  <a:srgbClr val="FFFFFF"/>
                </a:solidFill>
                <a:latin typeface="+mj-lt"/>
              </a:rPr>
              <a:t>Login using mobile ID/ email ID</a:t>
            </a:r>
          </a:p>
        </p:txBody>
      </p:sp>
      <p:sp>
        <p:nvSpPr>
          <p:cNvPr id="74" name="Rectangle 73">
            <a:extLst>
              <a:ext uri="{FF2B5EF4-FFF2-40B4-BE49-F238E27FC236}">
                <a16:creationId xmlns:a16="http://schemas.microsoft.com/office/drawing/2014/main" id="{79C2080F-13E9-411F-9B26-F3219764B9D5}"/>
              </a:ext>
            </a:extLst>
          </p:cNvPr>
          <p:cNvSpPr/>
          <p:nvPr/>
        </p:nvSpPr>
        <p:spPr>
          <a:xfrm>
            <a:off x="1577152" y="3832910"/>
            <a:ext cx="2506746" cy="33800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1018824">
              <a:spcAft>
                <a:spcPts val="900"/>
              </a:spcAft>
              <a:buClrTx/>
              <a:defRPr/>
            </a:pPr>
            <a:r>
              <a:rPr lang="en-GB" kern="1200" dirty="0">
                <a:solidFill>
                  <a:srgbClr val="FFFFFF"/>
                </a:solidFill>
                <a:latin typeface="+mj-lt"/>
              </a:rPr>
              <a:t>Select Jurisdiction, </a:t>
            </a:r>
            <a:r>
              <a:rPr lang="en-GB" kern="1200" dirty="0" err="1">
                <a:solidFill>
                  <a:srgbClr val="FFFFFF"/>
                </a:solidFill>
                <a:latin typeface="+mj-lt"/>
              </a:rPr>
              <a:t>KoB</a:t>
            </a:r>
            <a:r>
              <a:rPr lang="en-GB" kern="1200" dirty="0">
                <a:solidFill>
                  <a:srgbClr val="FFFFFF"/>
                </a:solidFill>
                <a:latin typeface="+mj-lt"/>
              </a:rPr>
              <a:t>, business category and Enter business details</a:t>
            </a:r>
          </a:p>
        </p:txBody>
      </p:sp>
      <p:sp>
        <p:nvSpPr>
          <p:cNvPr id="75" name="TextBox 74">
            <a:extLst>
              <a:ext uri="{FF2B5EF4-FFF2-40B4-BE49-F238E27FC236}">
                <a16:creationId xmlns:a16="http://schemas.microsoft.com/office/drawing/2014/main" id="{DE1860D4-7401-4E52-A4D3-E774EBA65E1A}"/>
              </a:ext>
            </a:extLst>
          </p:cNvPr>
          <p:cNvSpPr txBox="1"/>
          <p:nvPr/>
        </p:nvSpPr>
        <p:spPr>
          <a:xfrm>
            <a:off x="8377516" y="1921615"/>
            <a:ext cx="2969172" cy="338554"/>
          </a:xfrm>
          <a:prstGeom prst="rect">
            <a:avLst/>
          </a:prstGeom>
          <a:noFill/>
        </p:spPr>
        <p:txBody>
          <a:bodyPr wrap="square" rtlCol="0">
            <a:spAutoFit/>
          </a:bodyPr>
          <a:lstStyle/>
          <a:p>
            <a:r>
              <a:rPr lang="en-GB" sz="1600" b="1" i="1" dirty="0">
                <a:latin typeface="+mj-lt"/>
              </a:rPr>
              <a:t>Login Screen for Petty FBOs</a:t>
            </a:r>
          </a:p>
        </p:txBody>
      </p:sp>
      <p:sp>
        <p:nvSpPr>
          <p:cNvPr id="76" name="Rectangle 75">
            <a:extLst>
              <a:ext uri="{FF2B5EF4-FFF2-40B4-BE49-F238E27FC236}">
                <a16:creationId xmlns:a16="http://schemas.microsoft.com/office/drawing/2014/main" id="{37D67ED8-7B08-445F-B80F-77D3237364CD}"/>
              </a:ext>
            </a:extLst>
          </p:cNvPr>
          <p:cNvSpPr/>
          <p:nvPr/>
        </p:nvSpPr>
        <p:spPr>
          <a:xfrm>
            <a:off x="1311911" y="2816532"/>
            <a:ext cx="245740" cy="34180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GB" dirty="0">
                <a:solidFill>
                  <a:schemeClr val="tx1"/>
                </a:solidFill>
                <a:latin typeface="+mj-lt"/>
              </a:rPr>
              <a:t>Process Flow</a:t>
            </a:r>
          </a:p>
        </p:txBody>
      </p:sp>
      <p:sp>
        <p:nvSpPr>
          <p:cNvPr id="11" name="Rectangle 10">
            <a:extLst>
              <a:ext uri="{FF2B5EF4-FFF2-40B4-BE49-F238E27FC236}">
                <a16:creationId xmlns:a16="http://schemas.microsoft.com/office/drawing/2014/main" id="{03BC2590-387A-427E-8930-7BF093601C42}"/>
              </a:ext>
            </a:extLst>
          </p:cNvPr>
          <p:cNvSpPr/>
          <p:nvPr/>
        </p:nvSpPr>
        <p:spPr>
          <a:xfrm>
            <a:off x="10026868" y="3182863"/>
            <a:ext cx="1394265" cy="870922"/>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cxnSp>
        <p:nvCxnSpPr>
          <p:cNvPr id="19" name="Connector: Elbow 18">
            <a:extLst>
              <a:ext uri="{FF2B5EF4-FFF2-40B4-BE49-F238E27FC236}">
                <a16:creationId xmlns:a16="http://schemas.microsoft.com/office/drawing/2014/main" id="{E288A41F-280E-49E2-A33A-CFE03ADA6417}"/>
              </a:ext>
            </a:extLst>
          </p:cNvPr>
          <p:cNvCxnSpPr/>
          <p:nvPr/>
        </p:nvCxnSpPr>
        <p:spPr>
          <a:xfrm rot="10800000" flipV="1">
            <a:off x="8791809" y="3500601"/>
            <a:ext cx="1223890" cy="326550"/>
          </a:xfrm>
          <a:prstGeom prst="bentConnector3">
            <a:avLst>
              <a:gd name="adj1" fmla="val 100575"/>
            </a:avLst>
          </a:prstGeom>
          <a:ln w="190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07C63253-25AA-4024-A245-9FB499D29AC2}"/>
              </a:ext>
            </a:extLst>
          </p:cNvPr>
          <p:cNvPicPr>
            <a:picLocks noChangeAspect="1"/>
          </p:cNvPicPr>
          <p:nvPr/>
        </p:nvPicPr>
        <p:blipFill>
          <a:blip r:embed="rId4"/>
          <a:stretch>
            <a:fillRect/>
          </a:stretch>
        </p:blipFill>
        <p:spPr>
          <a:xfrm>
            <a:off x="6096000" y="3815150"/>
            <a:ext cx="5141119" cy="2419387"/>
          </a:xfrm>
          <a:prstGeom prst="rect">
            <a:avLst/>
          </a:prstGeom>
          <a:ln>
            <a:solidFill>
              <a:schemeClr val="accent3"/>
            </a:solidFill>
          </a:ln>
        </p:spPr>
      </p:pic>
    </p:spTree>
    <p:extLst>
      <p:ext uri="{BB962C8B-B14F-4D97-AF65-F5344CB8AC3E}">
        <p14:creationId xmlns:p14="http://schemas.microsoft.com/office/powerpoint/2010/main" val="2380352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B929C1F-86FB-450D-B46A-5FF4E5007B90}"/>
              </a:ext>
            </a:extLst>
          </p:cNvPr>
          <p:cNvGrpSpPr/>
          <p:nvPr/>
        </p:nvGrpSpPr>
        <p:grpSpPr>
          <a:xfrm>
            <a:off x="5524503" y="1066800"/>
            <a:ext cx="5956297" cy="4634796"/>
            <a:chOff x="4852166" y="-167453"/>
            <a:chExt cx="5956297" cy="4634796"/>
          </a:xfrm>
        </p:grpSpPr>
        <p:pic>
          <p:nvPicPr>
            <p:cNvPr id="15" name="Picture 14">
              <a:extLst>
                <a:ext uri="{FF2B5EF4-FFF2-40B4-BE49-F238E27FC236}">
                  <a16:creationId xmlns:a16="http://schemas.microsoft.com/office/drawing/2014/main" id="{F6CB0F5A-17ED-4CF8-9CC2-05EEAB2DAD8D}"/>
                </a:ext>
              </a:extLst>
            </p:cNvPr>
            <p:cNvPicPr>
              <a:picLocks noChangeAspect="1"/>
            </p:cNvPicPr>
            <p:nvPr/>
          </p:nvPicPr>
          <p:blipFill rotWithShape="1">
            <a:blip r:embed="rId2"/>
            <a:srcRect l="17767" t="14075" r="20166" b="9690"/>
            <a:stretch/>
          </p:blipFill>
          <p:spPr>
            <a:xfrm>
              <a:off x="6836979" y="-167453"/>
              <a:ext cx="3971484" cy="2742542"/>
            </a:xfrm>
            <a:prstGeom prst="rect">
              <a:avLst/>
            </a:prstGeom>
          </p:spPr>
        </p:pic>
        <p:pic>
          <p:nvPicPr>
            <p:cNvPr id="9" name="Picture 8">
              <a:extLst>
                <a:ext uri="{FF2B5EF4-FFF2-40B4-BE49-F238E27FC236}">
                  <a16:creationId xmlns:a16="http://schemas.microsoft.com/office/drawing/2014/main" id="{8A16736C-4C4A-400D-AF32-2564A03557E4}"/>
                </a:ext>
              </a:extLst>
            </p:cNvPr>
            <p:cNvPicPr>
              <a:picLocks noChangeAspect="1"/>
            </p:cNvPicPr>
            <p:nvPr/>
          </p:nvPicPr>
          <p:blipFill>
            <a:blip r:embed="rId3"/>
            <a:stretch>
              <a:fillRect/>
            </a:stretch>
          </p:blipFill>
          <p:spPr>
            <a:xfrm>
              <a:off x="4852166" y="762118"/>
              <a:ext cx="3181350" cy="3705225"/>
            </a:xfrm>
            <a:prstGeom prst="rect">
              <a:avLst/>
            </a:prstGeom>
          </p:spPr>
        </p:pic>
      </p:grpSp>
      <p:sp>
        <p:nvSpPr>
          <p:cNvPr id="11" name="Rectangle: Rounded Corners 10">
            <a:extLst>
              <a:ext uri="{FF2B5EF4-FFF2-40B4-BE49-F238E27FC236}">
                <a16:creationId xmlns:a16="http://schemas.microsoft.com/office/drawing/2014/main" id="{13ABB38F-8F2F-4BDA-A394-46A558168330}"/>
              </a:ext>
            </a:extLst>
          </p:cNvPr>
          <p:cNvSpPr/>
          <p:nvPr/>
        </p:nvSpPr>
        <p:spPr>
          <a:xfrm>
            <a:off x="6302269" y="5150486"/>
            <a:ext cx="2017987" cy="29954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C85E6ABA-5B6B-482D-8E48-9B12F6C1DC95}"/>
              </a:ext>
            </a:extLst>
          </p:cNvPr>
          <p:cNvSpPr txBox="1"/>
          <p:nvPr/>
        </p:nvSpPr>
        <p:spPr>
          <a:xfrm>
            <a:off x="730692" y="1886489"/>
            <a:ext cx="4730312" cy="329320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sz="1600" dirty="0"/>
              <a:t>FBO has an option to retrieve user name or password.</a:t>
            </a:r>
          </a:p>
          <a:p>
            <a:pPr marL="285750" indent="-285750">
              <a:lnSpc>
                <a:spcPct val="150000"/>
              </a:lnSpc>
              <a:buFont typeface="Arial" panose="020B0604020202020204" pitchFamily="34" charset="0"/>
              <a:buChar char="•"/>
            </a:pPr>
            <a:r>
              <a:rPr lang="en-GB" sz="1600" b="1" dirty="0"/>
              <a:t>Password </a:t>
            </a:r>
            <a:r>
              <a:rPr lang="en-GB" sz="1600" dirty="0"/>
              <a:t>can be retrieved by entering combination of Login ID/ Application ref no./ registered email ID </a:t>
            </a:r>
            <a:r>
              <a:rPr lang="en-GB" sz="1600" b="1" dirty="0"/>
              <a:t>AND </a:t>
            </a:r>
            <a:r>
              <a:rPr lang="en-GB" sz="1600" dirty="0"/>
              <a:t>Mobile No.</a:t>
            </a:r>
          </a:p>
          <a:p>
            <a:pPr marL="285750" indent="-285750">
              <a:lnSpc>
                <a:spcPct val="150000"/>
              </a:lnSpc>
              <a:buFont typeface="Arial" panose="020B0604020202020204" pitchFamily="34" charset="0"/>
              <a:buChar char="•"/>
            </a:pPr>
            <a:r>
              <a:rPr lang="en-GB" sz="1600" b="1" dirty="0"/>
              <a:t>User name </a:t>
            </a:r>
            <a:r>
              <a:rPr lang="en-GB" sz="1600" dirty="0"/>
              <a:t>can be retrieved by entering combination of Application ref no./ registered email ID </a:t>
            </a:r>
            <a:r>
              <a:rPr lang="en-GB" sz="1600" b="1" dirty="0"/>
              <a:t>AND </a:t>
            </a:r>
            <a:r>
              <a:rPr lang="en-GB" sz="1600" dirty="0"/>
              <a:t>Mobile No.</a:t>
            </a:r>
            <a:endParaRPr lang="en-GB" sz="1600" b="1" dirty="0"/>
          </a:p>
          <a:p>
            <a:pPr marL="285750" indent="-285750">
              <a:buFont typeface="Arial" panose="020B0604020202020204" pitchFamily="34" charset="0"/>
              <a:buChar char="•"/>
            </a:pPr>
            <a:endParaRPr lang="en-GB" sz="1600" dirty="0"/>
          </a:p>
        </p:txBody>
      </p:sp>
      <p:pic>
        <p:nvPicPr>
          <p:cNvPr id="27" name="Picture 26">
            <a:extLst>
              <a:ext uri="{FF2B5EF4-FFF2-40B4-BE49-F238E27FC236}">
                <a16:creationId xmlns:a16="http://schemas.microsoft.com/office/drawing/2014/main" id="{8273AE2A-FFAD-41B7-84D9-281E4E5F4432}"/>
              </a:ext>
            </a:extLst>
          </p:cNvPr>
          <p:cNvPicPr>
            <a:picLocks noChangeAspect="1"/>
          </p:cNvPicPr>
          <p:nvPr/>
        </p:nvPicPr>
        <p:blipFill>
          <a:blip r:embed="rId4"/>
          <a:stretch>
            <a:fillRect/>
          </a:stretch>
        </p:blipFill>
        <p:spPr>
          <a:xfrm>
            <a:off x="8633478" y="2928444"/>
            <a:ext cx="2910822" cy="3438195"/>
          </a:xfrm>
          <a:prstGeom prst="rect">
            <a:avLst/>
          </a:prstGeom>
        </p:spPr>
      </p:pic>
      <p:cxnSp>
        <p:nvCxnSpPr>
          <p:cNvPr id="35" name="Connector: Curved 34">
            <a:extLst>
              <a:ext uri="{FF2B5EF4-FFF2-40B4-BE49-F238E27FC236}">
                <a16:creationId xmlns:a16="http://schemas.microsoft.com/office/drawing/2014/main" id="{B8AFA930-EF0F-4939-AD58-AE4FE1D9CD12}"/>
              </a:ext>
            </a:extLst>
          </p:cNvPr>
          <p:cNvCxnSpPr>
            <a:stCxn id="9" idx="2"/>
          </p:cNvCxnSpPr>
          <p:nvPr/>
        </p:nvCxnSpPr>
        <p:spPr>
          <a:xfrm rot="16200000" flipH="1">
            <a:off x="7326429" y="5490344"/>
            <a:ext cx="782575" cy="1205077"/>
          </a:xfrm>
          <a:prstGeom prst="curvedConnector2">
            <a:avLst/>
          </a:prstGeom>
          <a:ln>
            <a:tailEnd type="triangle"/>
          </a:ln>
        </p:spPr>
        <p:style>
          <a:lnRef idx="3">
            <a:schemeClr val="dk1"/>
          </a:lnRef>
          <a:fillRef idx="0">
            <a:schemeClr val="dk1"/>
          </a:fillRef>
          <a:effectRef idx="2">
            <a:schemeClr val="dk1"/>
          </a:effectRef>
          <a:fontRef idx="minor">
            <a:schemeClr val="tx1"/>
          </a:fontRef>
        </p:style>
      </p:cxnSp>
      <p:sp>
        <p:nvSpPr>
          <p:cNvPr id="40" name="Rectangle: Rounded Corners 39">
            <a:extLst>
              <a:ext uri="{FF2B5EF4-FFF2-40B4-BE49-F238E27FC236}">
                <a16:creationId xmlns:a16="http://schemas.microsoft.com/office/drawing/2014/main" id="{2CE795D4-31CE-43F8-9640-7E752B9819CC}"/>
              </a:ext>
            </a:extLst>
          </p:cNvPr>
          <p:cNvSpPr/>
          <p:nvPr/>
        </p:nvSpPr>
        <p:spPr>
          <a:xfrm>
            <a:off x="7762819" y="1641645"/>
            <a:ext cx="2017987" cy="29954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7" name="Connector: Curved 36">
            <a:extLst>
              <a:ext uri="{FF2B5EF4-FFF2-40B4-BE49-F238E27FC236}">
                <a16:creationId xmlns:a16="http://schemas.microsoft.com/office/drawing/2014/main" id="{5A8C0148-1B46-4DBD-B524-D7FD02B99149}"/>
              </a:ext>
            </a:extLst>
          </p:cNvPr>
          <p:cNvCxnSpPr>
            <a:cxnSpLocks/>
          </p:cNvCxnSpPr>
          <p:nvPr/>
        </p:nvCxnSpPr>
        <p:spPr>
          <a:xfrm rot="10800000" flipV="1">
            <a:off x="7368984" y="1523858"/>
            <a:ext cx="711829" cy="362631"/>
          </a:xfrm>
          <a:prstGeom prst="curvedConnector3">
            <a:avLst>
              <a:gd name="adj1" fmla="val 98726"/>
            </a:avLst>
          </a:prstGeom>
          <a:ln>
            <a:tailEnd type="triangle"/>
          </a:ln>
        </p:spPr>
        <p:style>
          <a:lnRef idx="3">
            <a:schemeClr val="dk1"/>
          </a:lnRef>
          <a:fillRef idx="0">
            <a:schemeClr val="dk1"/>
          </a:fillRef>
          <a:effectRef idx="2">
            <a:schemeClr val="dk1"/>
          </a:effectRef>
          <a:fontRef idx="minor">
            <a:schemeClr val="tx1"/>
          </a:fontRef>
        </p:style>
      </p:cxnSp>
      <p:sp>
        <p:nvSpPr>
          <p:cNvPr id="4" name="Title 3">
            <a:extLst>
              <a:ext uri="{FF2B5EF4-FFF2-40B4-BE49-F238E27FC236}">
                <a16:creationId xmlns:a16="http://schemas.microsoft.com/office/drawing/2014/main" id="{2B4E41B0-EDC0-4BDB-8060-28163E255986}"/>
              </a:ext>
            </a:extLst>
          </p:cNvPr>
          <p:cNvSpPr>
            <a:spLocks noGrp="1"/>
          </p:cNvSpPr>
          <p:nvPr>
            <p:ph type="title"/>
          </p:nvPr>
        </p:nvSpPr>
        <p:spPr/>
        <p:txBody>
          <a:bodyPr/>
          <a:lstStyle/>
          <a:p>
            <a:r>
              <a:rPr lang="en-GB" dirty="0"/>
              <a:t>How to retrieve user name or password</a:t>
            </a:r>
            <a:endParaRPr lang="en-US" dirty="0"/>
          </a:p>
        </p:txBody>
      </p:sp>
      <p:sp>
        <p:nvSpPr>
          <p:cNvPr id="16" name="Slide Number Placeholder 2">
            <a:extLst>
              <a:ext uri="{FF2B5EF4-FFF2-40B4-BE49-F238E27FC236}">
                <a16:creationId xmlns:a16="http://schemas.microsoft.com/office/drawing/2014/main" id="{A5E1AD2E-AA4E-44DB-8B34-25E1F78C7ABF}"/>
              </a:ext>
            </a:extLst>
          </p:cNvPr>
          <p:cNvSpPr>
            <a:spLocks noGrp="1"/>
          </p:cNvSpPr>
          <p:nvPr>
            <p:ph type="sldNum" idx="12"/>
          </p:nvPr>
        </p:nvSpPr>
        <p:spPr>
          <a:xfrm>
            <a:off x="9448800" y="6477000"/>
            <a:ext cx="2036064" cy="152400"/>
          </a:xfrm>
        </p:spPr>
        <p:txBody>
          <a:bodyPr/>
          <a:lstStyle/>
          <a:p>
            <a:pPr marL="0" lvl="0" indent="0" algn="r" rtl="0">
              <a:spcBef>
                <a:spcPts val="0"/>
              </a:spcBef>
              <a:spcAft>
                <a:spcPts val="0"/>
              </a:spcAft>
              <a:buNone/>
            </a:pPr>
            <a:fld id="{00000000-1234-1234-1234-123412341234}" type="slidenum">
              <a:rPr lang="en-US" smtClean="0">
                <a:latin typeface="+mj-lt"/>
              </a:rPr>
              <a:t>12</a:t>
            </a:fld>
            <a:endParaRPr lang="en-US" dirty="0">
              <a:latin typeface="+mj-lt"/>
            </a:endParaRPr>
          </a:p>
        </p:txBody>
      </p:sp>
    </p:spTree>
    <p:extLst>
      <p:ext uri="{BB962C8B-B14F-4D97-AF65-F5344CB8AC3E}">
        <p14:creationId xmlns:p14="http://schemas.microsoft.com/office/powerpoint/2010/main" val="3436053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E2FD2B-6B6F-4AE6-A02A-AD9A70851EBA}"/>
              </a:ext>
            </a:extLst>
          </p:cNvPr>
          <p:cNvSpPr>
            <a:spLocks noGrp="1"/>
          </p:cNvSpPr>
          <p:nvPr>
            <p:ph type="title"/>
          </p:nvPr>
        </p:nvSpPr>
        <p:spPr/>
        <p:txBody>
          <a:bodyPr/>
          <a:lstStyle/>
          <a:p>
            <a:r>
              <a:rPr lang="en-US" dirty="0"/>
              <a:t>Dashboard is the default landing page</a:t>
            </a:r>
            <a:br>
              <a:rPr lang="en-GB" dirty="0"/>
            </a:br>
            <a:endParaRPr lang="en-US" dirty="0"/>
          </a:p>
        </p:txBody>
      </p:sp>
      <p:sp>
        <p:nvSpPr>
          <p:cNvPr id="6" name="Slide Number Placeholder 5">
            <a:extLst>
              <a:ext uri="{FF2B5EF4-FFF2-40B4-BE49-F238E27FC236}">
                <a16:creationId xmlns:a16="http://schemas.microsoft.com/office/drawing/2014/main" id="{2CCAC152-921E-4209-A4DE-B32C458843A8}"/>
              </a:ext>
            </a:extLst>
          </p:cNvPr>
          <p:cNvSpPr>
            <a:spLocks noGrp="1"/>
          </p:cNvSpPr>
          <p:nvPr>
            <p:ph type="sldNum" idx="12"/>
          </p:nvPr>
        </p:nvSpPr>
        <p:spPr>
          <a:xfrm>
            <a:off x="9448800" y="6561408"/>
            <a:ext cx="2036064" cy="152400"/>
          </a:xfrm>
        </p:spPr>
        <p:txBody>
          <a:bodyPr/>
          <a:lstStyle/>
          <a:p>
            <a:pPr marL="0" lvl="0" indent="0" algn="r" rtl="0">
              <a:spcBef>
                <a:spcPts val="0"/>
              </a:spcBef>
              <a:spcAft>
                <a:spcPts val="0"/>
              </a:spcAft>
              <a:buNone/>
            </a:pPr>
            <a:fld id="{00000000-1234-1234-1234-123412341234}" type="slidenum">
              <a:rPr lang="en-US" smtClean="0"/>
              <a:t>13</a:t>
            </a:fld>
            <a:endParaRPr lang="en-US" dirty="0"/>
          </a:p>
        </p:txBody>
      </p:sp>
      <p:sp>
        <p:nvSpPr>
          <p:cNvPr id="9" name="TextBox 8">
            <a:extLst>
              <a:ext uri="{FF2B5EF4-FFF2-40B4-BE49-F238E27FC236}">
                <a16:creationId xmlns:a16="http://schemas.microsoft.com/office/drawing/2014/main" id="{EE375066-B108-4807-8D49-0F9BA9815B31}"/>
              </a:ext>
            </a:extLst>
          </p:cNvPr>
          <p:cNvSpPr txBox="1"/>
          <p:nvPr/>
        </p:nvSpPr>
        <p:spPr>
          <a:xfrm>
            <a:off x="7567223" y="1315942"/>
            <a:ext cx="4024797" cy="785343"/>
          </a:xfrm>
          <a:prstGeom prst="rect">
            <a:avLst/>
          </a:prstGeom>
          <a:noFill/>
        </p:spPr>
        <p:txBody>
          <a:bodyPr wrap="square" rtlCol="0">
            <a:spAutoFit/>
          </a:bodyPr>
          <a:lstStyle/>
          <a:p>
            <a:pPr marL="284163" lvl="4" indent="-284163">
              <a:lnSpc>
                <a:spcPct val="150000"/>
              </a:lnSpc>
              <a:buFont typeface="Arial" panose="020B0604020202020204" pitchFamily="34" charset="0"/>
              <a:buChar char="•"/>
            </a:pPr>
            <a:endParaRPr lang="en-GB" sz="1600" dirty="0"/>
          </a:p>
          <a:p>
            <a:pPr marL="285750" indent="-285750">
              <a:lnSpc>
                <a:spcPct val="150000"/>
              </a:lnSpc>
              <a:buFont typeface="Arial" panose="020B0604020202020204" pitchFamily="34" charset="0"/>
              <a:buChar char="•"/>
            </a:pPr>
            <a:endParaRPr lang="en-GB" sz="1600" dirty="0"/>
          </a:p>
        </p:txBody>
      </p:sp>
      <p:sp>
        <p:nvSpPr>
          <p:cNvPr id="8" name="Rectangle 7">
            <a:extLst>
              <a:ext uri="{FF2B5EF4-FFF2-40B4-BE49-F238E27FC236}">
                <a16:creationId xmlns:a16="http://schemas.microsoft.com/office/drawing/2014/main" id="{435DA551-14F5-4EC5-B88E-56F9A2D3428B}"/>
              </a:ext>
            </a:extLst>
          </p:cNvPr>
          <p:cNvSpPr/>
          <p:nvPr/>
        </p:nvSpPr>
        <p:spPr>
          <a:xfrm>
            <a:off x="561385" y="5054456"/>
            <a:ext cx="5303520" cy="16511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50000"/>
              </a:lnSpc>
              <a:buFont typeface="Arial" panose="020B0604020202020204" pitchFamily="34" charset="0"/>
              <a:buChar char="•"/>
            </a:pPr>
            <a:r>
              <a:rPr lang="en-GB" sz="1500" dirty="0">
                <a:solidFill>
                  <a:schemeClr val="tx1"/>
                </a:solidFill>
                <a:latin typeface="+mj-lt"/>
              </a:rPr>
              <a:t>Dashboard gives you quick access for</a:t>
            </a:r>
          </a:p>
          <a:p>
            <a:pPr marL="520700" lvl="4" indent="-127000">
              <a:lnSpc>
                <a:spcPct val="150000"/>
              </a:lnSpc>
              <a:buFont typeface="Arial" panose="020B0604020202020204" pitchFamily="34" charset="0"/>
              <a:buChar char="•"/>
            </a:pPr>
            <a:r>
              <a:rPr lang="en-GB" sz="1500" dirty="0">
                <a:solidFill>
                  <a:schemeClr val="tx1"/>
                </a:solidFill>
                <a:latin typeface="+mj-lt"/>
              </a:rPr>
              <a:t>Incomplete application</a:t>
            </a:r>
          </a:p>
          <a:p>
            <a:pPr marL="520700" lvl="4" indent="-127000">
              <a:lnSpc>
                <a:spcPct val="150000"/>
              </a:lnSpc>
              <a:buFont typeface="Arial" panose="020B0604020202020204" pitchFamily="34" charset="0"/>
              <a:buChar char="•"/>
            </a:pPr>
            <a:r>
              <a:rPr lang="en-GB" sz="1500" dirty="0">
                <a:solidFill>
                  <a:schemeClr val="tx1"/>
                </a:solidFill>
                <a:latin typeface="+mj-lt"/>
              </a:rPr>
              <a:t>Submitted Applications with Successful Payment</a:t>
            </a:r>
          </a:p>
          <a:p>
            <a:pPr marL="520700" lvl="4" indent="-127000">
              <a:lnSpc>
                <a:spcPct val="150000"/>
              </a:lnSpc>
              <a:buFont typeface="Arial" panose="020B0604020202020204" pitchFamily="34" charset="0"/>
              <a:buChar char="•"/>
            </a:pPr>
            <a:r>
              <a:rPr lang="en-GB" sz="1500" dirty="0">
                <a:solidFill>
                  <a:schemeClr val="tx1"/>
                </a:solidFill>
                <a:latin typeface="+mj-lt"/>
              </a:rPr>
              <a:t>Reverted applications by Authority</a:t>
            </a:r>
          </a:p>
          <a:p>
            <a:pPr marL="520700" lvl="4" indent="-127000">
              <a:lnSpc>
                <a:spcPct val="150000"/>
              </a:lnSpc>
              <a:buFont typeface="Arial" panose="020B0604020202020204" pitchFamily="34" charset="0"/>
              <a:buChar char="•"/>
            </a:pPr>
            <a:r>
              <a:rPr lang="en-GB" sz="1500" dirty="0">
                <a:solidFill>
                  <a:schemeClr val="tx1"/>
                </a:solidFill>
                <a:latin typeface="+mj-lt"/>
              </a:rPr>
              <a:t>Registrations/ licenses Issued</a:t>
            </a:r>
          </a:p>
        </p:txBody>
      </p:sp>
      <p:sp>
        <p:nvSpPr>
          <p:cNvPr id="10" name="Rectangle 9">
            <a:extLst>
              <a:ext uri="{FF2B5EF4-FFF2-40B4-BE49-F238E27FC236}">
                <a16:creationId xmlns:a16="http://schemas.microsoft.com/office/drawing/2014/main" id="{16769451-1818-4C3E-BA74-A243EF0344EF}"/>
              </a:ext>
            </a:extLst>
          </p:cNvPr>
          <p:cNvSpPr/>
          <p:nvPr/>
        </p:nvSpPr>
        <p:spPr>
          <a:xfrm>
            <a:off x="6573313" y="4786019"/>
            <a:ext cx="5303520" cy="18323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4163" lvl="4" indent="-284163">
              <a:lnSpc>
                <a:spcPct val="150000"/>
              </a:lnSpc>
              <a:buFont typeface="Arial" panose="020B0604020202020204" pitchFamily="34" charset="0"/>
              <a:buChar char="•"/>
            </a:pPr>
            <a:r>
              <a:rPr lang="en-GB" sz="1500" dirty="0">
                <a:solidFill>
                  <a:schemeClr val="tx1"/>
                </a:solidFill>
                <a:latin typeface="+mj-lt"/>
              </a:rPr>
              <a:t>Incomplete application for licenses/ registration for more than 90 days will be auto deleted from system.</a:t>
            </a:r>
          </a:p>
          <a:p>
            <a:pPr marL="284163" lvl="4" indent="-284163">
              <a:lnSpc>
                <a:spcPct val="150000"/>
              </a:lnSpc>
              <a:buFont typeface="Arial" panose="020B0604020202020204" pitchFamily="34" charset="0"/>
              <a:buChar char="•"/>
            </a:pPr>
            <a:r>
              <a:rPr lang="en-GB" sz="1500" dirty="0">
                <a:solidFill>
                  <a:schemeClr val="tx1"/>
                </a:solidFill>
                <a:latin typeface="+mj-lt"/>
              </a:rPr>
              <a:t>Reverted applications which are not responded by FBOs within 30 days will be auto rejected.</a:t>
            </a:r>
          </a:p>
        </p:txBody>
      </p:sp>
      <p:sp>
        <p:nvSpPr>
          <p:cNvPr id="11" name="TextBox 10">
            <a:extLst>
              <a:ext uri="{FF2B5EF4-FFF2-40B4-BE49-F238E27FC236}">
                <a16:creationId xmlns:a16="http://schemas.microsoft.com/office/drawing/2014/main" id="{5FD2FC95-D61D-4575-8AA0-AB684D0548FE}"/>
              </a:ext>
            </a:extLst>
          </p:cNvPr>
          <p:cNvSpPr txBox="1"/>
          <p:nvPr/>
        </p:nvSpPr>
        <p:spPr>
          <a:xfrm>
            <a:off x="561383" y="4746679"/>
            <a:ext cx="1427905" cy="323165"/>
          </a:xfrm>
          <a:prstGeom prst="rect">
            <a:avLst/>
          </a:prstGeom>
          <a:noFill/>
        </p:spPr>
        <p:txBody>
          <a:bodyPr wrap="square" rtlCol="0">
            <a:spAutoFit/>
          </a:bodyPr>
          <a:lstStyle/>
          <a:p>
            <a:r>
              <a:rPr lang="en-GB" sz="1500" b="1" dirty="0">
                <a:latin typeface="+mj-lt"/>
              </a:rPr>
              <a:t>Key Notes:</a:t>
            </a:r>
          </a:p>
        </p:txBody>
      </p:sp>
      <p:grpSp>
        <p:nvGrpSpPr>
          <p:cNvPr id="15" name="Group 14">
            <a:extLst>
              <a:ext uri="{FF2B5EF4-FFF2-40B4-BE49-F238E27FC236}">
                <a16:creationId xmlns:a16="http://schemas.microsoft.com/office/drawing/2014/main" id="{EAE8C5CD-5D7D-4AD1-92AB-C4B3A721B033}"/>
              </a:ext>
            </a:extLst>
          </p:cNvPr>
          <p:cNvGrpSpPr/>
          <p:nvPr/>
        </p:nvGrpSpPr>
        <p:grpSpPr>
          <a:xfrm>
            <a:off x="983416" y="859589"/>
            <a:ext cx="9762978" cy="3861266"/>
            <a:chOff x="1133231" y="810066"/>
            <a:chExt cx="9762978" cy="3861266"/>
          </a:xfrm>
        </p:grpSpPr>
        <p:pic>
          <p:nvPicPr>
            <p:cNvPr id="5" name="Picture 4">
              <a:extLst>
                <a:ext uri="{FF2B5EF4-FFF2-40B4-BE49-F238E27FC236}">
                  <a16:creationId xmlns:a16="http://schemas.microsoft.com/office/drawing/2014/main" id="{3E935B6F-69A5-438E-8451-298B1A5ED2C1}"/>
                </a:ext>
              </a:extLst>
            </p:cNvPr>
            <p:cNvPicPr>
              <a:picLocks noChangeAspect="1"/>
            </p:cNvPicPr>
            <p:nvPr/>
          </p:nvPicPr>
          <p:blipFill>
            <a:blip r:embed="rId2"/>
            <a:stretch>
              <a:fillRect/>
            </a:stretch>
          </p:blipFill>
          <p:spPr>
            <a:xfrm>
              <a:off x="1133231" y="810066"/>
              <a:ext cx="9762978" cy="3861266"/>
            </a:xfrm>
            <a:prstGeom prst="rect">
              <a:avLst/>
            </a:prstGeom>
            <a:ln>
              <a:solidFill>
                <a:schemeClr val="tx1"/>
              </a:solidFill>
            </a:ln>
          </p:spPr>
        </p:pic>
        <p:sp>
          <p:nvSpPr>
            <p:cNvPr id="12" name="Rectangle 11">
              <a:extLst>
                <a:ext uri="{FF2B5EF4-FFF2-40B4-BE49-F238E27FC236}">
                  <a16:creationId xmlns:a16="http://schemas.microsoft.com/office/drawing/2014/main" id="{6D17D034-C2E3-4961-B49A-2E5E7C544BE0}"/>
                </a:ext>
              </a:extLst>
            </p:cNvPr>
            <p:cNvSpPr/>
            <p:nvPr/>
          </p:nvSpPr>
          <p:spPr>
            <a:xfrm>
              <a:off x="3474465" y="3249637"/>
              <a:ext cx="496154" cy="17936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Tree>
    <p:extLst>
      <p:ext uri="{BB962C8B-B14F-4D97-AF65-F5344CB8AC3E}">
        <p14:creationId xmlns:p14="http://schemas.microsoft.com/office/powerpoint/2010/main" val="1995644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3CD5D5-C9A9-4C46-BE65-4E15494EE7D5}"/>
              </a:ext>
            </a:extLst>
          </p:cNvPr>
          <p:cNvSpPr>
            <a:spLocks noGrp="1"/>
          </p:cNvSpPr>
          <p:nvPr>
            <p:ph type="title"/>
          </p:nvPr>
        </p:nvSpPr>
        <p:spPr/>
        <p:txBody>
          <a:bodyPr/>
          <a:lstStyle/>
          <a:p>
            <a:r>
              <a:rPr lang="en-US" dirty="0"/>
              <a:t>How to Submit new application?</a:t>
            </a:r>
          </a:p>
        </p:txBody>
      </p:sp>
      <p:sp>
        <p:nvSpPr>
          <p:cNvPr id="6" name="Slide Number Placeholder 5">
            <a:extLst>
              <a:ext uri="{FF2B5EF4-FFF2-40B4-BE49-F238E27FC236}">
                <a16:creationId xmlns:a16="http://schemas.microsoft.com/office/drawing/2014/main" id="{B2A9A0C7-5AB3-487F-A459-D024F0185F4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dirty="0"/>
          </a:p>
        </p:txBody>
      </p:sp>
      <p:pic>
        <p:nvPicPr>
          <p:cNvPr id="5" name="Picture 4">
            <a:extLst>
              <a:ext uri="{FF2B5EF4-FFF2-40B4-BE49-F238E27FC236}">
                <a16:creationId xmlns:a16="http://schemas.microsoft.com/office/drawing/2014/main" id="{6ACF5CD1-3B66-4911-97FB-12A79DE8231D}"/>
              </a:ext>
            </a:extLst>
          </p:cNvPr>
          <p:cNvPicPr>
            <a:picLocks noChangeAspect="1"/>
          </p:cNvPicPr>
          <p:nvPr/>
        </p:nvPicPr>
        <p:blipFill>
          <a:blip r:embed="rId2"/>
          <a:stretch>
            <a:fillRect/>
          </a:stretch>
        </p:blipFill>
        <p:spPr>
          <a:xfrm>
            <a:off x="6250823" y="1101256"/>
            <a:ext cx="1766008" cy="2217066"/>
          </a:xfrm>
          <a:prstGeom prst="rect">
            <a:avLst/>
          </a:prstGeom>
        </p:spPr>
      </p:pic>
      <p:pic>
        <p:nvPicPr>
          <p:cNvPr id="8" name="Picture 7">
            <a:extLst>
              <a:ext uri="{FF2B5EF4-FFF2-40B4-BE49-F238E27FC236}">
                <a16:creationId xmlns:a16="http://schemas.microsoft.com/office/drawing/2014/main" id="{866AA4C8-5CD1-4785-B66F-FE91348BF5AC}"/>
              </a:ext>
            </a:extLst>
          </p:cNvPr>
          <p:cNvPicPr>
            <a:picLocks noChangeAspect="1"/>
          </p:cNvPicPr>
          <p:nvPr/>
        </p:nvPicPr>
        <p:blipFill>
          <a:blip r:embed="rId3"/>
          <a:stretch>
            <a:fillRect/>
          </a:stretch>
        </p:blipFill>
        <p:spPr>
          <a:xfrm>
            <a:off x="5703059" y="1584393"/>
            <a:ext cx="5824826" cy="1250792"/>
          </a:xfrm>
          <a:prstGeom prst="rect">
            <a:avLst/>
          </a:prstGeom>
        </p:spPr>
      </p:pic>
      <p:pic>
        <p:nvPicPr>
          <p:cNvPr id="9" name="Picture 8">
            <a:extLst>
              <a:ext uri="{FF2B5EF4-FFF2-40B4-BE49-F238E27FC236}">
                <a16:creationId xmlns:a16="http://schemas.microsoft.com/office/drawing/2014/main" id="{39774DDA-F416-4B4E-8BB9-35624F72E4DC}"/>
              </a:ext>
            </a:extLst>
          </p:cNvPr>
          <p:cNvPicPr>
            <a:picLocks noChangeAspect="1"/>
          </p:cNvPicPr>
          <p:nvPr/>
        </p:nvPicPr>
        <p:blipFill>
          <a:blip r:embed="rId4"/>
          <a:stretch>
            <a:fillRect/>
          </a:stretch>
        </p:blipFill>
        <p:spPr>
          <a:xfrm>
            <a:off x="5285994" y="2744282"/>
            <a:ext cx="6337457" cy="3040514"/>
          </a:xfrm>
          <a:prstGeom prst="rect">
            <a:avLst/>
          </a:prstGeom>
        </p:spPr>
      </p:pic>
      <p:pic>
        <p:nvPicPr>
          <p:cNvPr id="10" name="Picture 9">
            <a:extLst>
              <a:ext uri="{FF2B5EF4-FFF2-40B4-BE49-F238E27FC236}">
                <a16:creationId xmlns:a16="http://schemas.microsoft.com/office/drawing/2014/main" id="{D3BF6D33-BE81-414C-88C0-C5376EA3E307}"/>
              </a:ext>
            </a:extLst>
          </p:cNvPr>
          <p:cNvPicPr>
            <a:picLocks noChangeAspect="1"/>
          </p:cNvPicPr>
          <p:nvPr/>
        </p:nvPicPr>
        <p:blipFill>
          <a:blip r:embed="rId5"/>
          <a:stretch>
            <a:fillRect/>
          </a:stretch>
        </p:blipFill>
        <p:spPr>
          <a:xfrm>
            <a:off x="6457411" y="2840579"/>
            <a:ext cx="5070474" cy="3427785"/>
          </a:xfrm>
          <a:prstGeom prst="rect">
            <a:avLst/>
          </a:prstGeom>
        </p:spPr>
      </p:pic>
      <p:pic>
        <p:nvPicPr>
          <p:cNvPr id="12" name="Picture 11">
            <a:extLst>
              <a:ext uri="{FF2B5EF4-FFF2-40B4-BE49-F238E27FC236}">
                <a16:creationId xmlns:a16="http://schemas.microsoft.com/office/drawing/2014/main" id="{CE05BDA4-8949-4604-BD90-6CFC41A31BB3}"/>
              </a:ext>
            </a:extLst>
          </p:cNvPr>
          <p:cNvPicPr>
            <a:picLocks noChangeAspect="1"/>
          </p:cNvPicPr>
          <p:nvPr/>
        </p:nvPicPr>
        <p:blipFill>
          <a:blip r:embed="rId6"/>
          <a:stretch>
            <a:fillRect/>
          </a:stretch>
        </p:blipFill>
        <p:spPr>
          <a:xfrm>
            <a:off x="5776047" y="2851269"/>
            <a:ext cx="4887422" cy="3438846"/>
          </a:xfrm>
          <a:prstGeom prst="rect">
            <a:avLst/>
          </a:prstGeom>
        </p:spPr>
      </p:pic>
      <p:grpSp>
        <p:nvGrpSpPr>
          <p:cNvPr id="39" name="Group 38">
            <a:extLst>
              <a:ext uri="{FF2B5EF4-FFF2-40B4-BE49-F238E27FC236}">
                <a16:creationId xmlns:a16="http://schemas.microsoft.com/office/drawing/2014/main" id="{492493C8-E612-4B59-8C47-67EE80499E75}"/>
              </a:ext>
            </a:extLst>
          </p:cNvPr>
          <p:cNvGrpSpPr/>
          <p:nvPr/>
        </p:nvGrpSpPr>
        <p:grpSpPr>
          <a:xfrm>
            <a:off x="487553" y="927206"/>
            <a:ext cx="4970714" cy="718715"/>
            <a:chOff x="557889" y="2151534"/>
            <a:chExt cx="4163567" cy="592138"/>
          </a:xfrm>
        </p:grpSpPr>
        <p:sp>
          <p:nvSpPr>
            <p:cNvPr id="44" name="Freeform 14">
              <a:extLst>
                <a:ext uri="{FF2B5EF4-FFF2-40B4-BE49-F238E27FC236}">
                  <a16:creationId xmlns:a16="http://schemas.microsoft.com/office/drawing/2014/main" id="{2E6255F0-92AC-43BE-98C5-075D997FCE82}"/>
                </a:ext>
              </a:extLst>
            </p:cNvPr>
            <p:cNvSpPr>
              <a:spLocks/>
            </p:cNvSpPr>
            <p:nvPr/>
          </p:nvSpPr>
          <p:spPr bwMode="auto">
            <a:xfrm>
              <a:off x="3411768" y="2151534"/>
              <a:ext cx="1309688" cy="592138"/>
            </a:xfrm>
            <a:custGeom>
              <a:avLst/>
              <a:gdLst/>
              <a:ahLst/>
              <a:cxnLst>
                <a:cxn ang="0">
                  <a:pos x="667" y="0"/>
                </a:cxn>
                <a:cxn ang="0">
                  <a:pos x="0" y="0"/>
                </a:cxn>
                <a:cxn ang="0">
                  <a:pos x="0" y="25"/>
                </a:cxn>
                <a:cxn ang="0">
                  <a:pos x="589" y="25"/>
                </a:cxn>
                <a:cxn ang="0">
                  <a:pos x="721" y="186"/>
                </a:cxn>
                <a:cxn ang="0">
                  <a:pos x="569" y="373"/>
                </a:cxn>
                <a:cxn ang="0">
                  <a:pos x="667" y="373"/>
                </a:cxn>
                <a:cxn ang="0">
                  <a:pos x="825" y="186"/>
                </a:cxn>
                <a:cxn ang="0">
                  <a:pos x="667" y="0"/>
                </a:cxn>
              </a:cxnLst>
              <a:rect l="0" t="0" r="r" b="b"/>
              <a:pathLst>
                <a:path w="825" h="373">
                  <a:moveTo>
                    <a:pt x="667" y="0"/>
                  </a:moveTo>
                  <a:lnTo>
                    <a:pt x="0" y="0"/>
                  </a:lnTo>
                  <a:lnTo>
                    <a:pt x="0" y="25"/>
                  </a:lnTo>
                  <a:lnTo>
                    <a:pt x="589" y="25"/>
                  </a:lnTo>
                  <a:lnTo>
                    <a:pt x="721" y="186"/>
                  </a:lnTo>
                  <a:lnTo>
                    <a:pt x="569" y="373"/>
                  </a:lnTo>
                  <a:lnTo>
                    <a:pt x="667" y="373"/>
                  </a:lnTo>
                  <a:lnTo>
                    <a:pt x="825" y="186"/>
                  </a:lnTo>
                  <a:lnTo>
                    <a:pt x="667" y="0"/>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US" b="1" dirty="0">
                <a:latin typeface="Arial (Headings)"/>
              </a:endParaRPr>
            </a:p>
          </p:txBody>
        </p:sp>
        <p:sp>
          <p:nvSpPr>
            <p:cNvPr id="45" name="TextBox 44">
              <a:extLst>
                <a:ext uri="{FF2B5EF4-FFF2-40B4-BE49-F238E27FC236}">
                  <a16:creationId xmlns:a16="http://schemas.microsoft.com/office/drawing/2014/main" id="{F3D050B5-4E93-459F-BCBA-334F0F308E60}"/>
                </a:ext>
              </a:extLst>
            </p:cNvPr>
            <p:cNvSpPr txBox="1"/>
            <p:nvPr/>
          </p:nvSpPr>
          <p:spPr>
            <a:xfrm>
              <a:off x="3315593" y="2216788"/>
              <a:ext cx="1158529" cy="526884"/>
            </a:xfrm>
            <a:prstGeom prst="rect">
              <a:avLst/>
            </a:prstGeom>
            <a:noFill/>
          </p:spPr>
          <p:txBody>
            <a:bodyPr wrap="square" lIns="0" tIns="45720" rIns="0" bIns="0" rtlCol="0">
              <a:noAutofit/>
            </a:bodyPr>
            <a:lstStyle/>
            <a:p>
              <a:pPr indent="-274320">
                <a:spcAft>
                  <a:spcPts val="300"/>
                </a:spcAft>
              </a:pPr>
              <a:r>
                <a:rPr lang="en-US" b="1" dirty="0">
                  <a:latin typeface="Arial (Headings)"/>
                </a:rPr>
                <a:t>Select </a:t>
              </a:r>
              <a:r>
                <a:rPr lang="en-US" b="1" dirty="0" err="1">
                  <a:latin typeface="Arial (Headings)"/>
                </a:rPr>
                <a:t>KoB</a:t>
              </a:r>
              <a:r>
                <a:rPr lang="en-US" b="1" dirty="0">
                  <a:latin typeface="Arial (Headings)"/>
                </a:rPr>
                <a:t> and Enter Form Details</a:t>
              </a:r>
            </a:p>
          </p:txBody>
        </p:sp>
        <p:sp>
          <p:nvSpPr>
            <p:cNvPr id="46" name="Freeform 15">
              <a:extLst>
                <a:ext uri="{FF2B5EF4-FFF2-40B4-BE49-F238E27FC236}">
                  <a16:creationId xmlns:a16="http://schemas.microsoft.com/office/drawing/2014/main" id="{3CDC51C3-1ECE-4758-964D-0369121486B5}"/>
                </a:ext>
              </a:extLst>
            </p:cNvPr>
            <p:cNvSpPr>
              <a:spLocks/>
            </p:cNvSpPr>
            <p:nvPr/>
          </p:nvSpPr>
          <p:spPr bwMode="auto">
            <a:xfrm>
              <a:off x="1985622" y="2151534"/>
              <a:ext cx="1311275" cy="592138"/>
            </a:xfrm>
            <a:custGeom>
              <a:avLst/>
              <a:gdLst/>
              <a:ahLst/>
              <a:cxnLst>
                <a:cxn ang="0">
                  <a:pos x="669" y="0"/>
                </a:cxn>
                <a:cxn ang="0">
                  <a:pos x="0" y="0"/>
                </a:cxn>
                <a:cxn ang="0">
                  <a:pos x="0" y="25"/>
                </a:cxn>
                <a:cxn ang="0">
                  <a:pos x="590" y="25"/>
                </a:cxn>
                <a:cxn ang="0">
                  <a:pos x="721" y="186"/>
                </a:cxn>
                <a:cxn ang="0">
                  <a:pos x="569" y="373"/>
                </a:cxn>
                <a:cxn ang="0">
                  <a:pos x="669" y="373"/>
                </a:cxn>
                <a:cxn ang="0">
                  <a:pos x="826" y="186"/>
                </a:cxn>
                <a:cxn ang="0">
                  <a:pos x="669" y="0"/>
                </a:cxn>
              </a:cxnLst>
              <a:rect l="0" t="0" r="r" b="b"/>
              <a:pathLst>
                <a:path w="826" h="373">
                  <a:moveTo>
                    <a:pt x="669" y="0"/>
                  </a:moveTo>
                  <a:lnTo>
                    <a:pt x="0" y="0"/>
                  </a:lnTo>
                  <a:lnTo>
                    <a:pt x="0" y="25"/>
                  </a:lnTo>
                  <a:lnTo>
                    <a:pt x="590" y="25"/>
                  </a:lnTo>
                  <a:lnTo>
                    <a:pt x="721" y="186"/>
                  </a:lnTo>
                  <a:lnTo>
                    <a:pt x="569" y="373"/>
                  </a:lnTo>
                  <a:lnTo>
                    <a:pt x="669" y="373"/>
                  </a:lnTo>
                  <a:lnTo>
                    <a:pt x="826" y="186"/>
                  </a:lnTo>
                  <a:lnTo>
                    <a:pt x="669" y="0"/>
                  </a:lnTo>
                  <a:close/>
                </a:path>
              </a:pathLst>
            </a:custGeom>
            <a:solidFill>
              <a:schemeClr val="accent5"/>
            </a:solidFill>
            <a:ln w="9525">
              <a:noFill/>
              <a:round/>
              <a:headEnd/>
              <a:tailEnd/>
            </a:ln>
          </p:spPr>
          <p:txBody>
            <a:bodyPr vert="horz" wrap="square" lIns="91440" tIns="45720" rIns="91440" bIns="45720" numCol="1" anchor="t" anchorCtr="0" compatLnSpc="1">
              <a:prstTxWarp prst="textNoShape">
                <a:avLst/>
              </a:prstTxWarp>
            </a:bodyPr>
            <a:lstStyle/>
            <a:p>
              <a:endParaRPr lang="en-US" b="1" dirty="0">
                <a:latin typeface="Arial (Headings)"/>
              </a:endParaRPr>
            </a:p>
          </p:txBody>
        </p:sp>
        <p:sp>
          <p:nvSpPr>
            <p:cNvPr id="47" name="TextBox 46">
              <a:extLst>
                <a:ext uri="{FF2B5EF4-FFF2-40B4-BE49-F238E27FC236}">
                  <a16:creationId xmlns:a16="http://schemas.microsoft.com/office/drawing/2014/main" id="{907130DB-CC61-4C57-B1F0-5AD86A8344FF}"/>
                </a:ext>
              </a:extLst>
            </p:cNvPr>
            <p:cNvSpPr txBox="1"/>
            <p:nvPr/>
          </p:nvSpPr>
          <p:spPr>
            <a:xfrm>
              <a:off x="1998134" y="2216788"/>
              <a:ext cx="977740" cy="526884"/>
            </a:xfrm>
            <a:prstGeom prst="rect">
              <a:avLst/>
            </a:prstGeom>
            <a:noFill/>
          </p:spPr>
          <p:txBody>
            <a:bodyPr wrap="square" lIns="0" tIns="45720" rIns="0" bIns="0" rtlCol="0">
              <a:noAutofit/>
            </a:bodyPr>
            <a:lstStyle/>
            <a:p>
              <a:pPr indent="-274320">
                <a:spcAft>
                  <a:spcPts val="300"/>
                </a:spcAft>
              </a:pPr>
              <a:r>
                <a:rPr lang="en-US" b="1" dirty="0">
                  <a:latin typeface="Arial (Headings)"/>
                </a:rPr>
                <a:t>Apply for license/ registration </a:t>
              </a:r>
            </a:p>
            <a:p>
              <a:pPr indent="-274320">
                <a:spcAft>
                  <a:spcPts val="300"/>
                </a:spcAft>
              </a:pPr>
              <a:endParaRPr lang="en-US" b="1" dirty="0">
                <a:latin typeface="Arial (Headings)"/>
              </a:endParaRPr>
            </a:p>
          </p:txBody>
        </p:sp>
        <p:sp>
          <p:nvSpPr>
            <p:cNvPr id="48" name="Freeform 16">
              <a:extLst>
                <a:ext uri="{FF2B5EF4-FFF2-40B4-BE49-F238E27FC236}">
                  <a16:creationId xmlns:a16="http://schemas.microsoft.com/office/drawing/2014/main" id="{285695D6-4903-4D35-8776-835D11761C79}"/>
                </a:ext>
              </a:extLst>
            </p:cNvPr>
            <p:cNvSpPr>
              <a:spLocks/>
            </p:cNvSpPr>
            <p:nvPr/>
          </p:nvSpPr>
          <p:spPr bwMode="auto">
            <a:xfrm>
              <a:off x="557889" y="2151534"/>
              <a:ext cx="1312863" cy="592138"/>
            </a:xfrm>
            <a:custGeom>
              <a:avLst/>
              <a:gdLst/>
              <a:ahLst/>
              <a:cxnLst>
                <a:cxn ang="0">
                  <a:pos x="669" y="0"/>
                </a:cxn>
                <a:cxn ang="0">
                  <a:pos x="0" y="0"/>
                </a:cxn>
                <a:cxn ang="0">
                  <a:pos x="0" y="25"/>
                </a:cxn>
                <a:cxn ang="0">
                  <a:pos x="591" y="25"/>
                </a:cxn>
                <a:cxn ang="0">
                  <a:pos x="721" y="186"/>
                </a:cxn>
                <a:cxn ang="0">
                  <a:pos x="569" y="373"/>
                </a:cxn>
                <a:cxn ang="0">
                  <a:pos x="669" y="373"/>
                </a:cxn>
                <a:cxn ang="0">
                  <a:pos x="827" y="186"/>
                </a:cxn>
                <a:cxn ang="0">
                  <a:pos x="669" y="0"/>
                </a:cxn>
              </a:cxnLst>
              <a:rect l="0" t="0" r="r" b="b"/>
              <a:pathLst>
                <a:path w="827" h="373">
                  <a:moveTo>
                    <a:pt x="669" y="0"/>
                  </a:moveTo>
                  <a:lnTo>
                    <a:pt x="0" y="0"/>
                  </a:lnTo>
                  <a:lnTo>
                    <a:pt x="0" y="25"/>
                  </a:lnTo>
                  <a:lnTo>
                    <a:pt x="591" y="25"/>
                  </a:lnTo>
                  <a:lnTo>
                    <a:pt x="721" y="186"/>
                  </a:lnTo>
                  <a:lnTo>
                    <a:pt x="569" y="373"/>
                  </a:lnTo>
                  <a:lnTo>
                    <a:pt x="669" y="373"/>
                  </a:lnTo>
                  <a:lnTo>
                    <a:pt x="827" y="186"/>
                  </a:lnTo>
                  <a:lnTo>
                    <a:pt x="669" y="0"/>
                  </a:ln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endParaRPr lang="en-US" b="1" dirty="0">
                <a:latin typeface="Arial (Headings)"/>
              </a:endParaRPr>
            </a:p>
          </p:txBody>
        </p:sp>
        <p:sp>
          <p:nvSpPr>
            <p:cNvPr id="49" name="TextBox 48">
              <a:extLst>
                <a:ext uri="{FF2B5EF4-FFF2-40B4-BE49-F238E27FC236}">
                  <a16:creationId xmlns:a16="http://schemas.microsoft.com/office/drawing/2014/main" id="{09324FC6-88E2-408A-82F8-ABBEE7E7BAC5}"/>
                </a:ext>
              </a:extLst>
            </p:cNvPr>
            <p:cNvSpPr txBox="1"/>
            <p:nvPr/>
          </p:nvSpPr>
          <p:spPr>
            <a:xfrm>
              <a:off x="557889" y="2216788"/>
              <a:ext cx="1106710" cy="526884"/>
            </a:xfrm>
            <a:prstGeom prst="rect">
              <a:avLst/>
            </a:prstGeom>
            <a:noFill/>
          </p:spPr>
          <p:txBody>
            <a:bodyPr wrap="square" lIns="0" tIns="45720" rIns="0" bIns="0" rtlCol="0">
              <a:noAutofit/>
            </a:bodyPr>
            <a:lstStyle/>
            <a:p>
              <a:pPr indent="-274320">
                <a:spcAft>
                  <a:spcPts val="300"/>
                </a:spcAft>
              </a:pPr>
              <a:r>
                <a:rPr lang="en-US" b="1" dirty="0">
                  <a:latin typeface="Arial (Headings)"/>
                </a:rPr>
                <a:t>Application Login</a:t>
              </a:r>
            </a:p>
          </p:txBody>
        </p:sp>
      </p:grpSp>
      <p:sp>
        <p:nvSpPr>
          <p:cNvPr id="50" name="Freeform 17">
            <a:extLst>
              <a:ext uri="{FF2B5EF4-FFF2-40B4-BE49-F238E27FC236}">
                <a16:creationId xmlns:a16="http://schemas.microsoft.com/office/drawing/2014/main" id="{0975D1AF-8E4D-4235-9C63-987F73BA6D72}"/>
              </a:ext>
            </a:extLst>
          </p:cNvPr>
          <p:cNvSpPr>
            <a:spLocks/>
          </p:cNvSpPr>
          <p:nvPr/>
        </p:nvSpPr>
        <p:spPr bwMode="auto">
          <a:xfrm>
            <a:off x="2884403" y="2144264"/>
            <a:ext cx="1565478" cy="718715"/>
          </a:xfrm>
          <a:custGeom>
            <a:avLst/>
            <a:gdLst/>
            <a:ahLst/>
            <a:cxnLst>
              <a:cxn ang="0">
                <a:pos x="669" y="0"/>
              </a:cxn>
              <a:cxn ang="0">
                <a:pos x="0" y="0"/>
              </a:cxn>
              <a:cxn ang="0">
                <a:pos x="0" y="25"/>
              </a:cxn>
              <a:cxn ang="0">
                <a:pos x="590" y="25"/>
              </a:cxn>
              <a:cxn ang="0">
                <a:pos x="721" y="186"/>
              </a:cxn>
              <a:cxn ang="0">
                <a:pos x="571" y="373"/>
              </a:cxn>
              <a:cxn ang="0">
                <a:pos x="669" y="373"/>
              </a:cxn>
              <a:cxn ang="0">
                <a:pos x="826" y="186"/>
              </a:cxn>
              <a:cxn ang="0">
                <a:pos x="669" y="0"/>
              </a:cxn>
            </a:cxnLst>
            <a:rect l="0" t="0" r="r" b="b"/>
            <a:pathLst>
              <a:path w="826" h="373">
                <a:moveTo>
                  <a:pt x="669" y="0"/>
                </a:moveTo>
                <a:lnTo>
                  <a:pt x="0" y="0"/>
                </a:lnTo>
                <a:lnTo>
                  <a:pt x="0" y="25"/>
                </a:lnTo>
                <a:lnTo>
                  <a:pt x="590" y="25"/>
                </a:lnTo>
                <a:lnTo>
                  <a:pt x="721" y="186"/>
                </a:lnTo>
                <a:lnTo>
                  <a:pt x="571" y="373"/>
                </a:lnTo>
                <a:lnTo>
                  <a:pt x="669" y="373"/>
                </a:lnTo>
                <a:lnTo>
                  <a:pt x="826" y="186"/>
                </a:lnTo>
                <a:lnTo>
                  <a:pt x="669" y="0"/>
                </a:lnTo>
                <a:close/>
              </a:path>
            </a:pathLst>
          </a:custGeom>
          <a:solidFill>
            <a:srgbClr val="EB8C00"/>
          </a:solidFill>
          <a:ln w="9525">
            <a:noFill/>
            <a:round/>
            <a:headEnd/>
            <a:tailEnd/>
          </a:ln>
        </p:spPr>
        <p:txBody>
          <a:bodyPr vert="horz" wrap="square" lIns="91440" tIns="45720" rIns="91440" bIns="45720" numCol="1" anchor="t" anchorCtr="0" compatLnSpc="1">
            <a:prstTxWarp prst="textNoShape">
              <a:avLst/>
            </a:prstTxWarp>
          </a:bodyPr>
          <a:lstStyle/>
          <a:p>
            <a:endParaRPr lang="en-US" b="1" dirty="0">
              <a:latin typeface="Arial (Headings)"/>
            </a:endParaRPr>
          </a:p>
        </p:txBody>
      </p:sp>
      <p:sp>
        <p:nvSpPr>
          <p:cNvPr id="51" name="TextBox 50">
            <a:extLst>
              <a:ext uri="{FF2B5EF4-FFF2-40B4-BE49-F238E27FC236}">
                <a16:creationId xmlns:a16="http://schemas.microsoft.com/office/drawing/2014/main" id="{CDD63FA4-FCA7-49E6-B9B2-72A47D44E16F}"/>
              </a:ext>
            </a:extLst>
          </p:cNvPr>
          <p:cNvSpPr txBox="1"/>
          <p:nvPr/>
        </p:nvSpPr>
        <p:spPr>
          <a:xfrm>
            <a:off x="2510937" y="2217631"/>
            <a:ext cx="1610671" cy="639512"/>
          </a:xfrm>
          <a:prstGeom prst="rect">
            <a:avLst/>
          </a:prstGeom>
          <a:noFill/>
        </p:spPr>
        <p:txBody>
          <a:bodyPr wrap="square" lIns="0" tIns="45720" rIns="0" bIns="0" rtlCol="0">
            <a:noAutofit/>
          </a:bodyPr>
          <a:lstStyle/>
          <a:p>
            <a:pPr indent="-274320">
              <a:spcAft>
                <a:spcPts val="300"/>
              </a:spcAft>
            </a:pPr>
            <a:r>
              <a:rPr lang="en-US" b="1" dirty="0">
                <a:latin typeface="Arial (Headings)"/>
              </a:rPr>
              <a:t>Application Acknowledgement</a:t>
            </a:r>
          </a:p>
        </p:txBody>
      </p:sp>
      <p:sp>
        <p:nvSpPr>
          <p:cNvPr id="52" name="Freeform 12">
            <a:extLst>
              <a:ext uri="{FF2B5EF4-FFF2-40B4-BE49-F238E27FC236}">
                <a16:creationId xmlns:a16="http://schemas.microsoft.com/office/drawing/2014/main" id="{553FF86E-4314-4FA4-8FC9-E10BE58267A3}"/>
              </a:ext>
            </a:extLst>
          </p:cNvPr>
          <p:cNvSpPr>
            <a:spLocks/>
          </p:cNvSpPr>
          <p:nvPr/>
        </p:nvSpPr>
        <p:spPr bwMode="auto">
          <a:xfrm>
            <a:off x="441498" y="2144264"/>
            <a:ext cx="1565478" cy="718715"/>
          </a:xfrm>
          <a:custGeom>
            <a:avLst/>
            <a:gdLst/>
            <a:ahLst/>
            <a:cxnLst>
              <a:cxn ang="0">
                <a:pos x="669" y="0"/>
              </a:cxn>
              <a:cxn ang="0">
                <a:pos x="0" y="0"/>
              </a:cxn>
              <a:cxn ang="0">
                <a:pos x="0" y="25"/>
              </a:cxn>
              <a:cxn ang="0">
                <a:pos x="590" y="25"/>
              </a:cxn>
              <a:cxn ang="0">
                <a:pos x="721" y="186"/>
              </a:cxn>
              <a:cxn ang="0">
                <a:pos x="570" y="373"/>
              </a:cxn>
              <a:cxn ang="0">
                <a:pos x="669" y="373"/>
              </a:cxn>
              <a:cxn ang="0">
                <a:pos x="826" y="186"/>
              </a:cxn>
              <a:cxn ang="0">
                <a:pos x="669" y="0"/>
              </a:cxn>
            </a:cxnLst>
            <a:rect l="0" t="0" r="r" b="b"/>
            <a:pathLst>
              <a:path w="826" h="373">
                <a:moveTo>
                  <a:pt x="669" y="0"/>
                </a:moveTo>
                <a:lnTo>
                  <a:pt x="0" y="0"/>
                </a:lnTo>
                <a:lnTo>
                  <a:pt x="0" y="25"/>
                </a:lnTo>
                <a:lnTo>
                  <a:pt x="590" y="25"/>
                </a:lnTo>
                <a:lnTo>
                  <a:pt x="721" y="186"/>
                </a:lnTo>
                <a:lnTo>
                  <a:pt x="570" y="373"/>
                </a:lnTo>
                <a:lnTo>
                  <a:pt x="669" y="373"/>
                </a:lnTo>
                <a:lnTo>
                  <a:pt x="826" y="186"/>
                </a:lnTo>
                <a:lnTo>
                  <a:pt x="669"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b="1" dirty="0">
              <a:latin typeface="Arial (Headings)"/>
            </a:endParaRPr>
          </a:p>
        </p:txBody>
      </p:sp>
      <p:sp>
        <p:nvSpPr>
          <p:cNvPr id="53" name="TextBox 52">
            <a:extLst>
              <a:ext uri="{FF2B5EF4-FFF2-40B4-BE49-F238E27FC236}">
                <a16:creationId xmlns:a16="http://schemas.microsoft.com/office/drawing/2014/main" id="{EE0DA684-5A60-47E6-B819-76BF711D76DB}"/>
              </a:ext>
            </a:extLst>
          </p:cNvPr>
          <p:cNvSpPr txBox="1"/>
          <p:nvPr/>
        </p:nvSpPr>
        <p:spPr>
          <a:xfrm>
            <a:off x="441498" y="2217631"/>
            <a:ext cx="1563582" cy="639512"/>
          </a:xfrm>
          <a:prstGeom prst="rect">
            <a:avLst/>
          </a:prstGeom>
          <a:noFill/>
        </p:spPr>
        <p:txBody>
          <a:bodyPr wrap="square" lIns="0" tIns="45720" rIns="0" bIns="0" rtlCol="0">
            <a:noAutofit/>
          </a:bodyPr>
          <a:lstStyle/>
          <a:p>
            <a:pPr indent="-274320">
              <a:spcAft>
                <a:spcPts val="300"/>
              </a:spcAft>
            </a:pPr>
            <a:r>
              <a:rPr lang="en-US" b="1" dirty="0">
                <a:latin typeface="Arial (Headings)"/>
              </a:rPr>
              <a:t>Submit Fees Online</a:t>
            </a:r>
          </a:p>
        </p:txBody>
      </p:sp>
      <p:pic>
        <p:nvPicPr>
          <p:cNvPr id="56" name="Picture 55">
            <a:extLst>
              <a:ext uri="{FF2B5EF4-FFF2-40B4-BE49-F238E27FC236}">
                <a16:creationId xmlns:a16="http://schemas.microsoft.com/office/drawing/2014/main" id="{BE37B30E-D3E9-41C9-89C0-D46090ECC251}"/>
              </a:ext>
            </a:extLst>
          </p:cNvPr>
          <p:cNvPicPr>
            <a:picLocks noChangeAspect="1"/>
          </p:cNvPicPr>
          <p:nvPr/>
        </p:nvPicPr>
        <p:blipFill>
          <a:blip r:embed="rId7"/>
          <a:stretch>
            <a:fillRect/>
          </a:stretch>
        </p:blipFill>
        <p:spPr>
          <a:xfrm>
            <a:off x="5638278" y="2744282"/>
            <a:ext cx="5913127" cy="3547876"/>
          </a:xfrm>
          <a:prstGeom prst="rect">
            <a:avLst/>
          </a:prstGeom>
        </p:spPr>
      </p:pic>
      <p:grpSp>
        <p:nvGrpSpPr>
          <p:cNvPr id="2" name="Group 1">
            <a:extLst>
              <a:ext uri="{FF2B5EF4-FFF2-40B4-BE49-F238E27FC236}">
                <a16:creationId xmlns:a16="http://schemas.microsoft.com/office/drawing/2014/main" id="{6EE6CCBE-8BC7-4683-8E96-B60B1BBE2106}"/>
              </a:ext>
            </a:extLst>
          </p:cNvPr>
          <p:cNvGrpSpPr/>
          <p:nvPr/>
        </p:nvGrpSpPr>
        <p:grpSpPr>
          <a:xfrm>
            <a:off x="124453" y="3429000"/>
            <a:ext cx="5406484" cy="3091189"/>
            <a:chOff x="140678" y="3687427"/>
            <a:chExt cx="5079552" cy="3502719"/>
          </a:xfrm>
        </p:grpSpPr>
        <p:sp>
          <p:nvSpPr>
            <p:cNvPr id="55" name="TextBox 54">
              <a:extLst>
                <a:ext uri="{FF2B5EF4-FFF2-40B4-BE49-F238E27FC236}">
                  <a16:creationId xmlns:a16="http://schemas.microsoft.com/office/drawing/2014/main" id="{9DC075CB-E403-4A55-B219-EB7448BB8EE4}"/>
                </a:ext>
              </a:extLst>
            </p:cNvPr>
            <p:cNvSpPr txBox="1"/>
            <p:nvPr/>
          </p:nvSpPr>
          <p:spPr>
            <a:xfrm>
              <a:off x="140678" y="3995225"/>
              <a:ext cx="5079552" cy="319492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sz="1500" dirty="0"/>
                <a:t>Head office added as separate </a:t>
              </a:r>
              <a:r>
                <a:rPr lang="en-GB" sz="1500" dirty="0" err="1"/>
                <a:t>KoB</a:t>
              </a:r>
              <a:r>
                <a:rPr lang="en-GB" sz="1500" dirty="0"/>
                <a:t>.</a:t>
              </a:r>
            </a:p>
            <a:p>
              <a:pPr marL="285750" indent="-285750">
                <a:lnSpc>
                  <a:spcPct val="150000"/>
                </a:lnSpc>
                <a:buFont typeface="Arial" panose="020B0604020202020204" pitchFamily="34" charset="0"/>
                <a:buChar char="•"/>
              </a:pPr>
              <a:r>
                <a:rPr lang="en-GB" sz="1500" dirty="0"/>
                <a:t>Addition of new categories under manufacturing i.e. Nutraceuticals and Non-specified/ Novel Food are added.</a:t>
              </a:r>
            </a:p>
            <a:p>
              <a:pPr marL="285750" indent="-285750">
                <a:lnSpc>
                  <a:spcPct val="150000"/>
                </a:lnSpc>
                <a:buFont typeface="Arial" panose="020B0604020202020204" pitchFamily="34" charset="0"/>
                <a:buChar char="•"/>
              </a:pPr>
              <a:r>
                <a:rPr lang="en-GB" sz="1500" dirty="0"/>
                <a:t>Only </a:t>
              </a:r>
              <a:r>
                <a:rPr lang="en-GB" sz="1500" dirty="0" err="1"/>
                <a:t>KoB</a:t>
              </a:r>
              <a:r>
                <a:rPr lang="en-GB" sz="1500" dirty="0"/>
                <a:t> wise list of documents will be shown to applicant instead of complete list to ease out the process. Provision of uploading additional documents as required by local authorities is also available.</a:t>
              </a:r>
            </a:p>
            <a:p>
              <a:pPr marL="285750" indent="-285750">
                <a:lnSpc>
                  <a:spcPct val="150000"/>
                </a:lnSpc>
                <a:buFont typeface="Arial" panose="020B0604020202020204" pitchFamily="34" charset="0"/>
                <a:buChar char="•"/>
              </a:pPr>
              <a:r>
                <a:rPr lang="en-GB" sz="1500" dirty="0"/>
                <a:t>For detailed process flow, </a:t>
              </a:r>
              <a:r>
                <a:rPr lang="en-GB" sz="1500" dirty="0">
                  <a:hlinkClick r:id="rId8" action="ppaction://hlinksldjump"/>
                </a:rPr>
                <a:t>Click</a:t>
              </a:r>
              <a:endParaRPr lang="en-GB" sz="1500" dirty="0"/>
            </a:p>
          </p:txBody>
        </p:sp>
        <p:sp>
          <p:nvSpPr>
            <p:cNvPr id="23" name="TextBox 22">
              <a:extLst>
                <a:ext uri="{FF2B5EF4-FFF2-40B4-BE49-F238E27FC236}">
                  <a16:creationId xmlns:a16="http://schemas.microsoft.com/office/drawing/2014/main" id="{DE61C17D-E489-4985-943E-D51BA8B2FE7E}"/>
                </a:ext>
              </a:extLst>
            </p:cNvPr>
            <p:cNvSpPr txBox="1"/>
            <p:nvPr/>
          </p:nvSpPr>
          <p:spPr>
            <a:xfrm>
              <a:off x="140678" y="3687427"/>
              <a:ext cx="1427905" cy="366188"/>
            </a:xfrm>
            <a:prstGeom prst="rect">
              <a:avLst/>
            </a:prstGeom>
            <a:noFill/>
          </p:spPr>
          <p:txBody>
            <a:bodyPr wrap="square" rtlCol="0">
              <a:spAutoFit/>
            </a:bodyPr>
            <a:lstStyle/>
            <a:p>
              <a:r>
                <a:rPr lang="en-GB" sz="1500" b="1" dirty="0"/>
                <a:t>Key Notes:</a:t>
              </a:r>
            </a:p>
          </p:txBody>
        </p:sp>
      </p:grpSp>
    </p:spTree>
    <p:extLst>
      <p:ext uri="{BB962C8B-B14F-4D97-AF65-F5344CB8AC3E}">
        <p14:creationId xmlns:p14="http://schemas.microsoft.com/office/powerpoint/2010/main" val="3371753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6"/>
                                        </p:tgtEl>
                                        <p:attrNameLst>
                                          <p:attrName>style.visibility</p:attrName>
                                        </p:attrNameLst>
                                      </p:cBhvr>
                                      <p:to>
                                        <p:strVal val="visible"/>
                                      </p:to>
                                    </p:set>
                                    <p:anim calcmode="lin" valueType="num">
                                      <p:cBhvr additive="base">
                                        <p:cTn id="49" dur="500" fill="hold"/>
                                        <p:tgtEl>
                                          <p:spTgt spid="56"/>
                                        </p:tgtEl>
                                        <p:attrNameLst>
                                          <p:attrName>ppt_x</p:attrName>
                                        </p:attrNameLst>
                                      </p:cBhvr>
                                      <p:tavLst>
                                        <p:tav tm="0">
                                          <p:val>
                                            <p:strVal val="#ppt_x"/>
                                          </p:val>
                                        </p:tav>
                                        <p:tav tm="100000">
                                          <p:val>
                                            <p:strVal val="#ppt_x"/>
                                          </p:val>
                                        </p:tav>
                                      </p:tavLst>
                                    </p:anim>
                                    <p:anim calcmode="lin" valueType="num">
                                      <p:cBhvr additive="base">
                                        <p:cTn id="50"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p:bldP spid="52" grpId="0" animBg="1"/>
      <p:bldP spid="5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F6E8D5-53BB-4098-80BD-59B69177C9A6}"/>
              </a:ext>
            </a:extLst>
          </p:cNvPr>
          <p:cNvSpPr>
            <a:spLocks noGrp="1"/>
          </p:cNvSpPr>
          <p:nvPr>
            <p:ph type="title"/>
          </p:nvPr>
        </p:nvSpPr>
        <p:spPr/>
        <p:txBody>
          <a:bodyPr/>
          <a:lstStyle/>
          <a:p>
            <a:r>
              <a:rPr lang="en-GB" dirty="0"/>
              <a:t>Check box vs text box approach for Manufacturers</a:t>
            </a:r>
          </a:p>
        </p:txBody>
      </p:sp>
      <p:sp>
        <p:nvSpPr>
          <p:cNvPr id="22" name="TextBox 21">
            <a:extLst>
              <a:ext uri="{FF2B5EF4-FFF2-40B4-BE49-F238E27FC236}">
                <a16:creationId xmlns:a16="http://schemas.microsoft.com/office/drawing/2014/main" id="{525CF8F8-F9BE-4464-A4DC-47BD6F83AB90}"/>
              </a:ext>
            </a:extLst>
          </p:cNvPr>
          <p:cNvSpPr txBox="1"/>
          <p:nvPr/>
        </p:nvSpPr>
        <p:spPr>
          <a:xfrm>
            <a:off x="76792" y="4268916"/>
            <a:ext cx="3913245" cy="281955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sz="1500" dirty="0"/>
              <a:t>For manufacturers, Standardised products are specified under regulations.</a:t>
            </a:r>
          </a:p>
          <a:p>
            <a:pPr marL="285750" indent="-285750">
              <a:lnSpc>
                <a:spcPct val="150000"/>
              </a:lnSpc>
              <a:buFont typeface="Arial" panose="020B0604020202020204" pitchFamily="34" charset="0"/>
              <a:buChar char="•"/>
            </a:pPr>
            <a:r>
              <a:rPr lang="en-GB" sz="1500" dirty="0"/>
              <a:t>Text Box Approach is retained for very few categories i.e. Proprietary, Non-Specified (Novel Foods), Nutraceuticals, Substances added to food</a:t>
            </a:r>
          </a:p>
          <a:p>
            <a:pPr marL="285750" indent="-285750">
              <a:lnSpc>
                <a:spcPct val="150000"/>
              </a:lnSpc>
              <a:buFont typeface="Arial" panose="020B0604020202020204" pitchFamily="34" charset="0"/>
              <a:buChar char="•"/>
            </a:pPr>
            <a:endParaRPr lang="en-GB" sz="1500" dirty="0"/>
          </a:p>
        </p:txBody>
      </p:sp>
      <p:sp>
        <p:nvSpPr>
          <p:cNvPr id="19" name="Slide Number Placeholder 5">
            <a:extLst>
              <a:ext uri="{FF2B5EF4-FFF2-40B4-BE49-F238E27FC236}">
                <a16:creationId xmlns:a16="http://schemas.microsoft.com/office/drawing/2014/main" id="{0963086E-E8BA-4FCD-BE92-2837D78102F2}"/>
              </a:ext>
            </a:extLst>
          </p:cNvPr>
          <p:cNvSpPr>
            <a:spLocks noGrp="1"/>
          </p:cNvSpPr>
          <p:nvPr>
            <p:ph type="sldNum" idx="12"/>
          </p:nvPr>
        </p:nvSpPr>
        <p:spPr>
          <a:xfrm>
            <a:off x="9444734" y="6553201"/>
            <a:ext cx="2036064" cy="152400"/>
          </a:xfrm>
        </p:spPr>
        <p:txBody>
          <a:bodyPr/>
          <a:lstStyle/>
          <a:p>
            <a:pPr marL="0" lvl="0" indent="0" algn="r" rtl="0">
              <a:spcBef>
                <a:spcPts val="0"/>
              </a:spcBef>
              <a:spcAft>
                <a:spcPts val="0"/>
              </a:spcAft>
              <a:buNone/>
            </a:pPr>
            <a:fld id="{00000000-1234-1234-1234-123412341234}" type="slidenum">
              <a:rPr lang="en-US" smtClean="0"/>
              <a:t>15</a:t>
            </a:fld>
            <a:endParaRPr lang="en-US" dirty="0"/>
          </a:p>
        </p:txBody>
      </p:sp>
      <p:grpSp>
        <p:nvGrpSpPr>
          <p:cNvPr id="5" name="Group 4"/>
          <p:cNvGrpSpPr/>
          <p:nvPr/>
        </p:nvGrpSpPr>
        <p:grpSpPr>
          <a:xfrm>
            <a:off x="707132" y="834104"/>
            <a:ext cx="7888077" cy="1747429"/>
            <a:chOff x="297456" y="856952"/>
            <a:chExt cx="11544300" cy="2009775"/>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456" y="856952"/>
              <a:ext cx="11544300" cy="2009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rot="19823533">
              <a:off x="4577320" y="1346389"/>
              <a:ext cx="2578920" cy="389382"/>
            </a:xfrm>
            <a:prstGeom prst="rect">
              <a:avLst/>
            </a:prstGeom>
            <a:noFill/>
            <a:ln>
              <a:solidFill>
                <a:schemeClr val="tx1"/>
              </a:solidFill>
            </a:ln>
          </p:spPr>
          <p:txBody>
            <a:bodyPr wrap="square" rtlCol="0">
              <a:spAutoFit/>
            </a:bodyPr>
            <a:lstStyle/>
            <a:p>
              <a:r>
                <a:rPr lang="en-US" sz="1600" b="1" dirty="0"/>
                <a:t>FLRS Approach</a:t>
              </a:r>
            </a:p>
          </p:txBody>
        </p:sp>
      </p:grpSp>
      <p:grpSp>
        <p:nvGrpSpPr>
          <p:cNvPr id="6" name="Group 5"/>
          <p:cNvGrpSpPr/>
          <p:nvPr/>
        </p:nvGrpSpPr>
        <p:grpSpPr>
          <a:xfrm>
            <a:off x="2195511" y="828764"/>
            <a:ext cx="6333463" cy="2763787"/>
            <a:chOff x="2777509" y="2668363"/>
            <a:chExt cx="5414567" cy="2808127"/>
          </a:xfrm>
        </p:grpSpPr>
        <p:pic>
          <p:nvPicPr>
            <p:cNvPr id="8" name="Picture 7">
              <a:extLst>
                <a:ext uri="{FF2B5EF4-FFF2-40B4-BE49-F238E27FC236}">
                  <a16:creationId xmlns:a16="http://schemas.microsoft.com/office/drawing/2014/main" id="{E7A07853-4CA7-490D-AB3A-1DF55FA35165}"/>
                </a:ext>
              </a:extLst>
            </p:cNvPr>
            <p:cNvPicPr>
              <a:picLocks noChangeAspect="1"/>
            </p:cNvPicPr>
            <p:nvPr/>
          </p:nvPicPr>
          <p:blipFill>
            <a:blip r:embed="rId3"/>
            <a:stretch>
              <a:fillRect/>
            </a:stretch>
          </p:blipFill>
          <p:spPr>
            <a:xfrm>
              <a:off x="2777509" y="2668363"/>
              <a:ext cx="5414567" cy="2808127"/>
            </a:xfrm>
            <a:prstGeom prst="rect">
              <a:avLst/>
            </a:prstGeom>
          </p:spPr>
        </p:pic>
        <p:sp>
          <p:nvSpPr>
            <p:cNvPr id="17" name="TextBox 16"/>
            <p:cNvSpPr txBox="1"/>
            <p:nvPr/>
          </p:nvSpPr>
          <p:spPr>
            <a:xfrm rot="20031354">
              <a:off x="4530132" y="3438362"/>
              <a:ext cx="2159878" cy="343985"/>
            </a:xfrm>
            <a:prstGeom prst="rect">
              <a:avLst/>
            </a:prstGeom>
            <a:noFill/>
            <a:ln>
              <a:solidFill>
                <a:schemeClr val="tx1"/>
              </a:solidFill>
            </a:ln>
          </p:spPr>
          <p:txBody>
            <a:bodyPr wrap="square" rtlCol="0">
              <a:spAutoFit/>
            </a:bodyPr>
            <a:lstStyle/>
            <a:p>
              <a:r>
                <a:rPr lang="en-US" sz="1600" b="1" dirty="0"/>
                <a:t>FoSCoS Approach</a:t>
              </a:r>
            </a:p>
          </p:txBody>
        </p:sp>
      </p:grpSp>
      <p:grpSp>
        <p:nvGrpSpPr>
          <p:cNvPr id="18" name="Group 17">
            <a:extLst>
              <a:ext uri="{FF2B5EF4-FFF2-40B4-BE49-F238E27FC236}">
                <a16:creationId xmlns:a16="http://schemas.microsoft.com/office/drawing/2014/main" id="{ED79552B-A6A7-4254-A3C6-350D5B03E16F}"/>
              </a:ext>
            </a:extLst>
          </p:cNvPr>
          <p:cNvGrpSpPr/>
          <p:nvPr/>
        </p:nvGrpSpPr>
        <p:grpSpPr>
          <a:xfrm>
            <a:off x="5362243" y="1328968"/>
            <a:ext cx="5587611" cy="2176233"/>
            <a:chOff x="2964426" y="1643599"/>
            <a:chExt cx="5587611" cy="2176233"/>
          </a:xfrm>
        </p:grpSpPr>
        <p:sp>
          <p:nvSpPr>
            <p:cNvPr id="20" name="Rectangle: Rounded Corners 19">
              <a:extLst>
                <a:ext uri="{FF2B5EF4-FFF2-40B4-BE49-F238E27FC236}">
                  <a16:creationId xmlns:a16="http://schemas.microsoft.com/office/drawing/2014/main" id="{F737C1F5-CE98-4005-9293-B567F4F6E050}"/>
                </a:ext>
              </a:extLst>
            </p:cNvPr>
            <p:cNvSpPr/>
            <p:nvPr/>
          </p:nvSpPr>
          <p:spPr>
            <a:xfrm>
              <a:off x="2964426" y="3429000"/>
              <a:ext cx="1474839" cy="390832"/>
            </a:xfrm>
            <a:prstGeom prst="round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3" name="Picture 22">
              <a:extLst>
                <a:ext uri="{FF2B5EF4-FFF2-40B4-BE49-F238E27FC236}">
                  <a16:creationId xmlns:a16="http://schemas.microsoft.com/office/drawing/2014/main" id="{696C4716-B152-4DF8-993D-2C9F9F42FC93}"/>
                </a:ext>
              </a:extLst>
            </p:cNvPr>
            <p:cNvPicPr>
              <a:picLocks noChangeAspect="1"/>
            </p:cNvPicPr>
            <p:nvPr/>
          </p:nvPicPr>
          <p:blipFill>
            <a:blip r:embed="rId4"/>
            <a:stretch>
              <a:fillRect/>
            </a:stretch>
          </p:blipFill>
          <p:spPr>
            <a:xfrm>
              <a:off x="4021416" y="1643599"/>
              <a:ext cx="4530621" cy="2113879"/>
            </a:xfrm>
            <a:prstGeom prst="rect">
              <a:avLst/>
            </a:prstGeom>
          </p:spPr>
        </p:pic>
        <p:cxnSp>
          <p:nvCxnSpPr>
            <p:cNvPr id="26" name="Connector: Elbow 25">
              <a:extLst>
                <a:ext uri="{FF2B5EF4-FFF2-40B4-BE49-F238E27FC236}">
                  <a16:creationId xmlns:a16="http://schemas.microsoft.com/office/drawing/2014/main" id="{07422E95-7DF2-4CE3-B367-CDE30F97DA0F}"/>
                </a:ext>
              </a:extLst>
            </p:cNvPr>
            <p:cNvCxnSpPr>
              <a:cxnSpLocks/>
            </p:cNvCxnSpPr>
            <p:nvPr/>
          </p:nvCxnSpPr>
          <p:spPr>
            <a:xfrm rot="5400000" flipH="1" flipV="1">
              <a:off x="3312634" y="2625434"/>
              <a:ext cx="792725" cy="574735"/>
            </a:xfrm>
            <a:prstGeom prst="bentConnector3">
              <a:avLst>
                <a:gd name="adj1" fmla="val 100233"/>
              </a:avLst>
            </a:prstGeom>
            <a:ln>
              <a:tailEnd type="triangle"/>
            </a:ln>
          </p:spPr>
          <p:style>
            <a:lnRef idx="1">
              <a:schemeClr val="dk1"/>
            </a:lnRef>
            <a:fillRef idx="0">
              <a:schemeClr val="dk1"/>
            </a:fillRef>
            <a:effectRef idx="0">
              <a:schemeClr val="dk1"/>
            </a:effectRef>
            <a:fontRef idx="minor">
              <a:schemeClr val="tx1"/>
            </a:fontRef>
          </p:style>
        </p:cxnSp>
      </p:grpSp>
      <p:sp>
        <p:nvSpPr>
          <p:cNvPr id="27" name="Callout: Line 26">
            <a:extLst>
              <a:ext uri="{FF2B5EF4-FFF2-40B4-BE49-F238E27FC236}">
                <a16:creationId xmlns:a16="http://schemas.microsoft.com/office/drawing/2014/main" id="{96171336-68A7-4F97-9048-EBB987DC4280}"/>
              </a:ext>
            </a:extLst>
          </p:cNvPr>
          <p:cNvSpPr/>
          <p:nvPr/>
        </p:nvSpPr>
        <p:spPr>
          <a:xfrm>
            <a:off x="7788371" y="1459347"/>
            <a:ext cx="3039685" cy="383458"/>
          </a:xfrm>
          <a:prstGeom prst="borderCallout1">
            <a:avLst>
              <a:gd name="adj1" fmla="val 103661"/>
              <a:gd name="adj2" fmla="val 46237"/>
              <a:gd name="adj3" fmla="val 253544"/>
              <a:gd name="adj4" fmla="val -35383"/>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dirty="0"/>
              <a:t>Check Box to select product details</a:t>
            </a:r>
          </a:p>
        </p:txBody>
      </p:sp>
      <p:pic>
        <p:nvPicPr>
          <p:cNvPr id="28" name="Picture 27">
            <a:extLst>
              <a:ext uri="{FF2B5EF4-FFF2-40B4-BE49-F238E27FC236}">
                <a16:creationId xmlns:a16="http://schemas.microsoft.com/office/drawing/2014/main" id="{6BF6AB1D-F0C7-4DDE-85EF-AC6FF2D73486}"/>
              </a:ext>
            </a:extLst>
          </p:cNvPr>
          <p:cNvPicPr>
            <a:picLocks noChangeAspect="1"/>
          </p:cNvPicPr>
          <p:nvPr/>
        </p:nvPicPr>
        <p:blipFill>
          <a:blip r:embed="rId5"/>
          <a:stretch>
            <a:fillRect/>
          </a:stretch>
        </p:blipFill>
        <p:spPr>
          <a:xfrm>
            <a:off x="4104946" y="3712387"/>
            <a:ext cx="6594972" cy="2962040"/>
          </a:xfrm>
          <a:prstGeom prst="rect">
            <a:avLst/>
          </a:prstGeom>
        </p:spPr>
      </p:pic>
      <p:sp>
        <p:nvSpPr>
          <p:cNvPr id="29" name="Callout: Line 28">
            <a:extLst>
              <a:ext uri="{FF2B5EF4-FFF2-40B4-BE49-F238E27FC236}">
                <a16:creationId xmlns:a16="http://schemas.microsoft.com/office/drawing/2014/main" id="{357389B2-F830-4027-BAC2-2F852C3D78C8}"/>
              </a:ext>
            </a:extLst>
          </p:cNvPr>
          <p:cNvSpPr/>
          <p:nvPr/>
        </p:nvSpPr>
        <p:spPr>
          <a:xfrm>
            <a:off x="7788372" y="4683619"/>
            <a:ext cx="2911546" cy="383458"/>
          </a:xfrm>
          <a:prstGeom prst="borderCallout1">
            <a:avLst>
              <a:gd name="adj1" fmla="val 92655"/>
              <a:gd name="adj2" fmla="val 47203"/>
              <a:gd name="adj3" fmla="val 462656"/>
              <a:gd name="adj4" fmla="val -17023"/>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dirty="0"/>
              <a:t>Text Box to enter product details</a:t>
            </a:r>
          </a:p>
        </p:txBody>
      </p:sp>
    </p:spTree>
    <p:extLst>
      <p:ext uri="{BB962C8B-B14F-4D97-AF65-F5344CB8AC3E}">
        <p14:creationId xmlns:p14="http://schemas.microsoft.com/office/powerpoint/2010/main" val="2207758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cBhvr additive="base">
                                        <p:cTn id="25" dur="500" fill="hold"/>
                                        <p:tgtEl>
                                          <p:spTgt spid="28"/>
                                        </p:tgtEl>
                                        <p:attrNameLst>
                                          <p:attrName>ppt_x</p:attrName>
                                        </p:attrNameLst>
                                      </p:cBhvr>
                                      <p:tavLst>
                                        <p:tav tm="0">
                                          <p:val>
                                            <p:strVal val="#ppt_x"/>
                                          </p:val>
                                        </p:tav>
                                        <p:tav tm="100000">
                                          <p:val>
                                            <p:strVal val="#ppt_x"/>
                                          </p:val>
                                        </p:tav>
                                      </p:tavLst>
                                    </p:anim>
                                    <p:anim calcmode="lin" valueType="num">
                                      <p:cBhvr additive="base">
                                        <p:cTn id="26"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7" grpId="0" animBg="1"/>
      <p:bldP spid="2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3CD5D5-C9A9-4C46-BE65-4E15494EE7D5}"/>
              </a:ext>
            </a:extLst>
          </p:cNvPr>
          <p:cNvSpPr>
            <a:spLocks noGrp="1"/>
          </p:cNvSpPr>
          <p:nvPr>
            <p:ph type="title"/>
          </p:nvPr>
        </p:nvSpPr>
        <p:spPr/>
        <p:txBody>
          <a:bodyPr/>
          <a:lstStyle/>
          <a:p>
            <a:r>
              <a:rPr lang="en-US" dirty="0"/>
              <a:t>Apply Modification of License</a:t>
            </a:r>
          </a:p>
        </p:txBody>
      </p:sp>
      <p:sp>
        <p:nvSpPr>
          <p:cNvPr id="44" name="Slide Number Placeholder 5">
            <a:extLst>
              <a:ext uri="{FF2B5EF4-FFF2-40B4-BE49-F238E27FC236}">
                <a16:creationId xmlns:a16="http://schemas.microsoft.com/office/drawing/2014/main" id="{4682056C-E1A7-4A5F-945E-3720D17659B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dirty="0"/>
          </a:p>
        </p:txBody>
      </p:sp>
      <p:pic>
        <p:nvPicPr>
          <p:cNvPr id="7" name="Picture 6">
            <a:extLst>
              <a:ext uri="{FF2B5EF4-FFF2-40B4-BE49-F238E27FC236}">
                <a16:creationId xmlns:a16="http://schemas.microsoft.com/office/drawing/2014/main" id="{EA5546DB-B08C-492E-8734-DAB282DE7B7A}"/>
              </a:ext>
            </a:extLst>
          </p:cNvPr>
          <p:cNvPicPr>
            <a:picLocks noChangeAspect="1"/>
          </p:cNvPicPr>
          <p:nvPr/>
        </p:nvPicPr>
        <p:blipFill>
          <a:blip r:embed="rId2"/>
          <a:stretch>
            <a:fillRect/>
          </a:stretch>
        </p:blipFill>
        <p:spPr>
          <a:xfrm>
            <a:off x="7055330" y="980045"/>
            <a:ext cx="2209800" cy="3429000"/>
          </a:xfrm>
          <a:prstGeom prst="rect">
            <a:avLst/>
          </a:prstGeom>
        </p:spPr>
      </p:pic>
      <p:pic>
        <p:nvPicPr>
          <p:cNvPr id="11" name="Picture 10">
            <a:extLst>
              <a:ext uri="{FF2B5EF4-FFF2-40B4-BE49-F238E27FC236}">
                <a16:creationId xmlns:a16="http://schemas.microsoft.com/office/drawing/2014/main" id="{B560F96F-9FB2-4D10-AA14-3C2A9BECC013}"/>
              </a:ext>
            </a:extLst>
          </p:cNvPr>
          <p:cNvPicPr>
            <a:picLocks noChangeAspect="1"/>
          </p:cNvPicPr>
          <p:nvPr/>
        </p:nvPicPr>
        <p:blipFill>
          <a:blip r:embed="rId3"/>
          <a:stretch>
            <a:fillRect/>
          </a:stretch>
        </p:blipFill>
        <p:spPr>
          <a:xfrm>
            <a:off x="5960909" y="2639762"/>
            <a:ext cx="6208649" cy="2060331"/>
          </a:xfrm>
          <a:prstGeom prst="rect">
            <a:avLst/>
          </a:prstGeom>
        </p:spPr>
      </p:pic>
      <p:grpSp>
        <p:nvGrpSpPr>
          <p:cNvPr id="2" name="Group 1">
            <a:extLst>
              <a:ext uri="{FF2B5EF4-FFF2-40B4-BE49-F238E27FC236}">
                <a16:creationId xmlns:a16="http://schemas.microsoft.com/office/drawing/2014/main" id="{4D1140E5-DB5A-4CE8-9783-67C75535A0EE}"/>
              </a:ext>
            </a:extLst>
          </p:cNvPr>
          <p:cNvGrpSpPr/>
          <p:nvPr/>
        </p:nvGrpSpPr>
        <p:grpSpPr>
          <a:xfrm>
            <a:off x="407963" y="1079661"/>
            <a:ext cx="5106913" cy="1935773"/>
            <a:chOff x="407963" y="1424434"/>
            <a:chExt cx="5106913" cy="1935773"/>
          </a:xfrm>
        </p:grpSpPr>
        <p:grpSp>
          <p:nvGrpSpPr>
            <p:cNvPr id="31" name="Group 30">
              <a:extLst>
                <a:ext uri="{FF2B5EF4-FFF2-40B4-BE49-F238E27FC236}">
                  <a16:creationId xmlns:a16="http://schemas.microsoft.com/office/drawing/2014/main" id="{9D23D368-3B24-40BB-96C9-6669CA36A90F}"/>
                </a:ext>
              </a:extLst>
            </p:cNvPr>
            <p:cNvGrpSpPr/>
            <p:nvPr/>
          </p:nvGrpSpPr>
          <p:grpSpPr>
            <a:xfrm>
              <a:off x="544162" y="1424434"/>
              <a:ext cx="4970714" cy="718715"/>
              <a:chOff x="557889" y="2151534"/>
              <a:chExt cx="4163567" cy="592138"/>
            </a:xfrm>
          </p:grpSpPr>
          <p:sp>
            <p:nvSpPr>
              <p:cNvPr id="32" name="Freeform 14">
                <a:extLst>
                  <a:ext uri="{FF2B5EF4-FFF2-40B4-BE49-F238E27FC236}">
                    <a16:creationId xmlns:a16="http://schemas.microsoft.com/office/drawing/2014/main" id="{54622660-3D47-40AD-BED9-B3B1856EE0FB}"/>
                  </a:ext>
                </a:extLst>
              </p:cNvPr>
              <p:cNvSpPr>
                <a:spLocks/>
              </p:cNvSpPr>
              <p:nvPr/>
            </p:nvSpPr>
            <p:spPr bwMode="auto">
              <a:xfrm>
                <a:off x="3411768" y="2151534"/>
                <a:ext cx="1309688" cy="592138"/>
              </a:xfrm>
              <a:custGeom>
                <a:avLst/>
                <a:gdLst/>
                <a:ahLst/>
                <a:cxnLst>
                  <a:cxn ang="0">
                    <a:pos x="667" y="0"/>
                  </a:cxn>
                  <a:cxn ang="0">
                    <a:pos x="0" y="0"/>
                  </a:cxn>
                  <a:cxn ang="0">
                    <a:pos x="0" y="25"/>
                  </a:cxn>
                  <a:cxn ang="0">
                    <a:pos x="589" y="25"/>
                  </a:cxn>
                  <a:cxn ang="0">
                    <a:pos x="721" y="186"/>
                  </a:cxn>
                  <a:cxn ang="0">
                    <a:pos x="569" y="373"/>
                  </a:cxn>
                  <a:cxn ang="0">
                    <a:pos x="667" y="373"/>
                  </a:cxn>
                  <a:cxn ang="0">
                    <a:pos x="825" y="186"/>
                  </a:cxn>
                  <a:cxn ang="0">
                    <a:pos x="667" y="0"/>
                  </a:cxn>
                </a:cxnLst>
                <a:rect l="0" t="0" r="r" b="b"/>
                <a:pathLst>
                  <a:path w="825" h="373">
                    <a:moveTo>
                      <a:pt x="667" y="0"/>
                    </a:moveTo>
                    <a:lnTo>
                      <a:pt x="0" y="0"/>
                    </a:lnTo>
                    <a:lnTo>
                      <a:pt x="0" y="25"/>
                    </a:lnTo>
                    <a:lnTo>
                      <a:pt x="589" y="25"/>
                    </a:lnTo>
                    <a:lnTo>
                      <a:pt x="721" y="186"/>
                    </a:lnTo>
                    <a:lnTo>
                      <a:pt x="569" y="373"/>
                    </a:lnTo>
                    <a:lnTo>
                      <a:pt x="667" y="373"/>
                    </a:lnTo>
                    <a:lnTo>
                      <a:pt x="825" y="186"/>
                    </a:lnTo>
                    <a:lnTo>
                      <a:pt x="667" y="0"/>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US" b="1" dirty="0">
                  <a:latin typeface="Arial (Headings)"/>
                </a:endParaRPr>
              </a:p>
            </p:txBody>
          </p:sp>
          <p:sp>
            <p:nvSpPr>
              <p:cNvPr id="33" name="TextBox 32">
                <a:extLst>
                  <a:ext uri="{FF2B5EF4-FFF2-40B4-BE49-F238E27FC236}">
                    <a16:creationId xmlns:a16="http://schemas.microsoft.com/office/drawing/2014/main" id="{2ED41050-3CBD-43D7-99D6-7506181508F0}"/>
                  </a:ext>
                </a:extLst>
              </p:cNvPr>
              <p:cNvSpPr txBox="1"/>
              <p:nvPr/>
            </p:nvSpPr>
            <p:spPr>
              <a:xfrm>
                <a:off x="3363541" y="2216787"/>
                <a:ext cx="1158529" cy="526884"/>
              </a:xfrm>
              <a:prstGeom prst="rect">
                <a:avLst/>
              </a:prstGeom>
              <a:noFill/>
            </p:spPr>
            <p:txBody>
              <a:bodyPr wrap="square" lIns="0" tIns="45720" rIns="0" bIns="0" rtlCol="0">
                <a:noAutofit/>
              </a:bodyPr>
              <a:lstStyle/>
              <a:p>
                <a:pPr indent="-274320">
                  <a:spcAft>
                    <a:spcPts val="300"/>
                  </a:spcAft>
                </a:pPr>
                <a:r>
                  <a:rPr lang="en-US" b="1" dirty="0">
                    <a:latin typeface="Arial (Headings)"/>
                  </a:rPr>
                  <a:t>Select type of modification</a:t>
                </a:r>
              </a:p>
            </p:txBody>
          </p:sp>
          <p:sp>
            <p:nvSpPr>
              <p:cNvPr id="34" name="Freeform 15">
                <a:extLst>
                  <a:ext uri="{FF2B5EF4-FFF2-40B4-BE49-F238E27FC236}">
                    <a16:creationId xmlns:a16="http://schemas.microsoft.com/office/drawing/2014/main" id="{EF3D03D4-6AA5-49C5-B11B-3A53751F822F}"/>
                  </a:ext>
                </a:extLst>
              </p:cNvPr>
              <p:cNvSpPr>
                <a:spLocks/>
              </p:cNvSpPr>
              <p:nvPr/>
            </p:nvSpPr>
            <p:spPr bwMode="auto">
              <a:xfrm>
                <a:off x="1985622" y="2151534"/>
                <a:ext cx="1311275" cy="592138"/>
              </a:xfrm>
              <a:custGeom>
                <a:avLst/>
                <a:gdLst/>
                <a:ahLst/>
                <a:cxnLst>
                  <a:cxn ang="0">
                    <a:pos x="669" y="0"/>
                  </a:cxn>
                  <a:cxn ang="0">
                    <a:pos x="0" y="0"/>
                  </a:cxn>
                  <a:cxn ang="0">
                    <a:pos x="0" y="25"/>
                  </a:cxn>
                  <a:cxn ang="0">
                    <a:pos x="590" y="25"/>
                  </a:cxn>
                  <a:cxn ang="0">
                    <a:pos x="721" y="186"/>
                  </a:cxn>
                  <a:cxn ang="0">
                    <a:pos x="569" y="373"/>
                  </a:cxn>
                  <a:cxn ang="0">
                    <a:pos x="669" y="373"/>
                  </a:cxn>
                  <a:cxn ang="0">
                    <a:pos x="826" y="186"/>
                  </a:cxn>
                  <a:cxn ang="0">
                    <a:pos x="669" y="0"/>
                  </a:cxn>
                </a:cxnLst>
                <a:rect l="0" t="0" r="r" b="b"/>
                <a:pathLst>
                  <a:path w="826" h="373">
                    <a:moveTo>
                      <a:pt x="669" y="0"/>
                    </a:moveTo>
                    <a:lnTo>
                      <a:pt x="0" y="0"/>
                    </a:lnTo>
                    <a:lnTo>
                      <a:pt x="0" y="25"/>
                    </a:lnTo>
                    <a:lnTo>
                      <a:pt x="590" y="25"/>
                    </a:lnTo>
                    <a:lnTo>
                      <a:pt x="721" y="186"/>
                    </a:lnTo>
                    <a:lnTo>
                      <a:pt x="569" y="373"/>
                    </a:lnTo>
                    <a:lnTo>
                      <a:pt x="669" y="373"/>
                    </a:lnTo>
                    <a:lnTo>
                      <a:pt x="826" y="186"/>
                    </a:lnTo>
                    <a:lnTo>
                      <a:pt x="669" y="0"/>
                    </a:lnTo>
                    <a:close/>
                  </a:path>
                </a:pathLst>
              </a:custGeom>
              <a:solidFill>
                <a:schemeClr val="accent5"/>
              </a:solidFill>
              <a:ln w="9525">
                <a:noFill/>
                <a:round/>
                <a:headEnd/>
                <a:tailEnd/>
              </a:ln>
            </p:spPr>
            <p:txBody>
              <a:bodyPr vert="horz" wrap="square" lIns="91440" tIns="45720" rIns="91440" bIns="45720" numCol="1" anchor="t" anchorCtr="0" compatLnSpc="1">
                <a:prstTxWarp prst="textNoShape">
                  <a:avLst/>
                </a:prstTxWarp>
              </a:bodyPr>
              <a:lstStyle/>
              <a:p>
                <a:endParaRPr lang="en-US" b="1" dirty="0">
                  <a:latin typeface="Arial (Headings)"/>
                </a:endParaRPr>
              </a:p>
            </p:txBody>
          </p:sp>
          <p:sp>
            <p:nvSpPr>
              <p:cNvPr id="35" name="TextBox 34">
                <a:extLst>
                  <a:ext uri="{FF2B5EF4-FFF2-40B4-BE49-F238E27FC236}">
                    <a16:creationId xmlns:a16="http://schemas.microsoft.com/office/drawing/2014/main" id="{69F2373F-6415-4A1E-AF89-C8DFA48423DA}"/>
                  </a:ext>
                </a:extLst>
              </p:cNvPr>
              <p:cNvSpPr txBox="1"/>
              <p:nvPr/>
            </p:nvSpPr>
            <p:spPr>
              <a:xfrm>
                <a:off x="1998134" y="2216788"/>
                <a:ext cx="977740" cy="526884"/>
              </a:xfrm>
              <a:prstGeom prst="rect">
                <a:avLst/>
              </a:prstGeom>
              <a:noFill/>
            </p:spPr>
            <p:txBody>
              <a:bodyPr wrap="square" lIns="0" tIns="45720" rIns="0" bIns="0" rtlCol="0">
                <a:noAutofit/>
              </a:bodyPr>
              <a:lstStyle/>
              <a:p>
                <a:pPr indent="-274320">
                  <a:spcAft>
                    <a:spcPts val="300"/>
                  </a:spcAft>
                </a:pPr>
                <a:r>
                  <a:rPr lang="en-US" b="1" dirty="0">
                    <a:latin typeface="Arial (Headings)"/>
                  </a:rPr>
                  <a:t>Select the License to be modified</a:t>
                </a:r>
              </a:p>
              <a:p>
                <a:pPr indent="-274320">
                  <a:spcAft>
                    <a:spcPts val="300"/>
                  </a:spcAft>
                </a:pPr>
                <a:endParaRPr lang="en-US" b="1" dirty="0">
                  <a:latin typeface="Arial (Headings)"/>
                </a:endParaRPr>
              </a:p>
            </p:txBody>
          </p:sp>
          <p:sp>
            <p:nvSpPr>
              <p:cNvPr id="36" name="Freeform 16">
                <a:extLst>
                  <a:ext uri="{FF2B5EF4-FFF2-40B4-BE49-F238E27FC236}">
                    <a16:creationId xmlns:a16="http://schemas.microsoft.com/office/drawing/2014/main" id="{7C4F6ADE-F855-4E78-A443-085419E6D496}"/>
                  </a:ext>
                </a:extLst>
              </p:cNvPr>
              <p:cNvSpPr>
                <a:spLocks/>
              </p:cNvSpPr>
              <p:nvPr/>
            </p:nvSpPr>
            <p:spPr bwMode="auto">
              <a:xfrm>
                <a:off x="557889" y="2151534"/>
                <a:ext cx="1312863" cy="592138"/>
              </a:xfrm>
              <a:custGeom>
                <a:avLst/>
                <a:gdLst/>
                <a:ahLst/>
                <a:cxnLst>
                  <a:cxn ang="0">
                    <a:pos x="669" y="0"/>
                  </a:cxn>
                  <a:cxn ang="0">
                    <a:pos x="0" y="0"/>
                  </a:cxn>
                  <a:cxn ang="0">
                    <a:pos x="0" y="25"/>
                  </a:cxn>
                  <a:cxn ang="0">
                    <a:pos x="591" y="25"/>
                  </a:cxn>
                  <a:cxn ang="0">
                    <a:pos x="721" y="186"/>
                  </a:cxn>
                  <a:cxn ang="0">
                    <a:pos x="569" y="373"/>
                  </a:cxn>
                  <a:cxn ang="0">
                    <a:pos x="669" y="373"/>
                  </a:cxn>
                  <a:cxn ang="0">
                    <a:pos x="827" y="186"/>
                  </a:cxn>
                  <a:cxn ang="0">
                    <a:pos x="669" y="0"/>
                  </a:cxn>
                </a:cxnLst>
                <a:rect l="0" t="0" r="r" b="b"/>
                <a:pathLst>
                  <a:path w="827" h="373">
                    <a:moveTo>
                      <a:pt x="669" y="0"/>
                    </a:moveTo>
                    <a:lnTo>
                      <a:pt x="0" y="0"/>
                    </a:lnTo>
                    <a:lnTo>
                      <a:pt x="0" y="25"/>
                    </a:lnTo>
                    <a:lnTo>
                      <a:pt x="591" y="25"/>
                    </a:lnTo>
                    <a:lnTo>
                      <a:pt x="721" y="186"/>
                    </a:lnTo>
                    <a:lnTo>
                      <a:pt x="569" y="373"/>
                    </a:lnTo>
                    <a:lnTo>
                      <a:pt x="669" y="373"/>
                    </a:lnTo>
                    <a:lnTo>
                      <a:pt x="827" y="186"/>
                    </a:lnTo>
                    <a:lnTo>
                      <a:pt x="669" y="0"/>
                    </a:ln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endParaRPr lang="en-US" b="1" dirty="0">
                  <a:latin typeface="Arial (Headings)"/>
                </a:endParaRPr>
              </a:p>
            </p:txBody>
          </p:sp>
          <p:sp>
            <p:nvSpPr>
              <p:cNvPr id="37" name="TextBox 36">
                <a:extLst>
                  <a:ext uri="{FF2B5EF4-FFF2-40B4-BE49-F238E27FC236}">
                    <a16:creationId xmlns:a16="http://schemas.microsoft.com/office/drawing/2014/main" id="{5B3D86E1-5E68-4EC3-B49B-F26954AD107C}"/>
                  </a:ext>
                </a:extLst>
              </p:cNvPr>
              <p:cNvSpPr txBox="1"/>
              <p:nvPr/>
            </p:nvSpPr>
            <p:spPr>
              <a:xfrm>
                <a:off x="557889" y="2216788"/>
                <a:ext cx="1106710" cy="526884"/>
              </a:xfrm>
              <a:prstGeom prst="rect">
                <a:avLst/>
              </a:prstGeom>
              <a:noFill/>
            </p:spPr>
            <p:txBody>
              <a:bodyPr wrap="square" lIns="0" tIns="45720" rIns="0" bIns="0" rtlCol="0">
                <a:noAutofit/>
              </a:bodyPr>
              <a:lstStyle/>
              <a:p>
                <a:pPr indent="-274320">
                  <a:spcAft>
                    <a:spcPts val="300"/>
                  </a:spcAft>
                </a:pPr>
                <a:r>
                  <a:rPr lang="en-US" b="1" dirty="0">
                    <a:latin typeface="Arial (Headings)"/>
                  </a:rPr>
                  <a:t>Application Login</a:t>
                </a:r>
              </a:p>
            </p:txBody>
          </p:sp>
        </p:grpSp>
        <p:sp>
          <p:nvSpPr>
            <p:cNvPr id="38" name="Freeform 17">
              <a:extLst>
                <a:ext uri="{FF2B5EF4-FFF2-40B4-BE49-F238E27FC236}">
                  <a16:creationId xmlns:a16="http://schemas.microsoft.com/office/drawing/2014/main" id="{08EEBB51-61E0-4525-9AF5-4534AE02DA2D}"/>
                </a:ext>
              </a:extLst>
            </p:cNvPr>
            <p:cNvSpPr>
              <a:spLocks/>
            </p:cNvSpPr>
            <p:nvPr/>
          </p:nvSpPr>
          <p:spPr bwMode="auto">
            <a:xfrm>
              <a:off x="2101565" y="2641492"/>
              <a:ext cx="1565478" cy="718715"/>
            </a:xfrm>
            <a:custGeom>
              <a:avLst/>
              <a:gdLst/>
              <a:ahLst/>
              <a:cxnLst>
                <a:cxn ang="0">
                  <a:pos x="669" y="0"/>
                </a:cxn>
                <a:cxn ang="0">
                  <a:pos x="0" y="0"/>
                </a:cxn>
                <a:cxn ang="0">
                  <a:pos x="0" y="25"/>
                </a:cxn>
                <a:cxn ang="0">
                  <a:pos x="590" y="25"/>
                </a:cxn>
                <a:cxn ang="0">
                  <a:pos x="721" y="186"/>
                </a:cxn>
                <a:cxn ang="0">
                  <a:pos x="571" y="373"/>
                </a:cxn>
                <a:cxn ang="0">
                  <a:pos x="669" y="373"/>
                </a:cxn>
                <a:cxn ang="0">
                  <a:pos x="826" y="186"/>
                </a:cxn>
                <a:cxn ang="0">
                  <a:pos x="669" y="0"/>
                </a:cxn>
              </a:cxnLst>
              <a:rect l="0" t="0" r="r" b="b"/>
              <a:pathLst>
                <a:path w="826" h="373">
                  <a:moveTo>
                    <a:pt x="669" y="0"/>
                  </a:moveTo>
                  <a:lnTo>
                    <a:pt x="0" y="0"/>
                  </a:lnTo>
                  <a:lnTo>
                    <a:pt x="0" y="25"/>
                  </a:lnTo>
                  <a:lnTo>
                    <a:pt x="590" y="25"/>
                  </a:lnTo>
                  <a:lnTo>
                    <a:pt x="721" y="186"/>
                  </a:lnTo>
                  <a:lnTo>
                    <a:pt x="571" y="373"/>
                  </a:lnTo>
                  <a:lnTo>
                    <a:pt x="669" y="373"/>
                  </a:lnTo>
                  <a:lnTo>
                    <a:pt x="826" y="186"/>
                  </a:lnTo>
                  <a:lnTo>
                    <a:pt x="669" y="0"/>
                  </a:lnTo>
                  <a:close/>
                </a:path>
              </a:pathLst>
            </a:custGeom>
            <a:solidFill>
              <a:srgbClr val="EB8C00"/>
            </a:solidFill>
            <a:ln w="9525">
              <a:noFill/>
              <a:round/>
              <a:headEnd/>
              <a:tailEnd/>
            </a:ln>
          </p:spPr>
          <p:txBody>
            <a:bodyPr vert="horz" wrap="square" lIns="91440" tIns="45720" rIns="91440" bIns="45720" numCol="1" anchor="t" anchorCtr="0" compatLnSpc="1">
              <a:prstTxWarp prst="textNoShape">
                <a:avLst/>
              </a:prstTxWarp>
            </a:bodyPr>
            <a:lstStyle/>
            <a:p>
              <a:endParaRPr lang="en-US" b="1" dirty="0">
                <a:latin typeface="Arial (Headings)"/>
              </a:endParaRPr>
            </a:p>
          </p:txBody>
        </p:sp>
        <p:sp>
          <p:nvSpPr>
            <p:cNvPr id="40" name="TextBox 39">
              <a:extLst>
                <a:ext uri="{FF2B5EF4-FFF2-40B4-BE49-F238E27FC236}">
                  <a16:creationId xmlns:a16="http://schemas.microsoft.com/office/drawing/2014/main" id="{E78E308C-CB21-4DC4-966C-66BD24EF52EE}"/>
                </a:ext>
              </a:extLst>
            </p:cNvPr>
            <p:cNvSpPr txBox="1"/>
            <p:nvPr/>
          </p:nvSpPr>
          <p:spPr>
            <a:xfrm>
              <a:off x="2102513" y="2714859"/>
              <a:ext cx="1147465" cy="639512"/>
            </a:xfrm>
            <a:prstGeom prst="rect">
              <a:avLst/>
            </a:prstGeom>
            <a:noFill/>
          </p:spPr>
          <p:txBody>
            <a:bodyPr wrap="square" lIns="0" tIns="45720" rIns="0" bIns="0" rtlCol="0">
              <a:noAutofit/>
            </a:bodyPr>
            <a:lstStyle/>
            <a:p>
              <a:pPr indent="-274320">
                <a:spcAft>
                  <a:spcPts val="300"/>
                </a:spcAft>
              </a:pPr>
              <a:r>
                <a:rPr lang="en-US" b="1" dirty="0">
                  <a:latin typeface="Arial (Headings)"/>
                </a:rPr>
                <a:t>Application Acknowledgement</a:t>
              </a:r>
            </a:p>
          </p:txBody>
        </p:sp>
        <p:sp>
          <p:nvSpPr>
            <p:cNvPr id="41" name="Freeform 12">
              <a:extLst>
                <a:ext uri="{FF2B5EF4-FFF2-40B4-BE49-F238E27FC236}">
                  <a16:creationId xmlns:a16="http://schemas.microsoft.com/office/drawing/2014/main" id="{6C021797-8942-43A3-AFD5-473C42D4975C}"/>
                </a:ext>
              </a:extLst>
            </p:cNvPr>
            <p:cNvSpPr>
              <a:spLocks/>
            </p:cNvSpPr>
            <p:nvPr/>
          </p:nvSpPr>
          <p:spPr bwMode="auto">
            <a:xfrm>
              <a:off x="498107" y="2641492"/>
              <a:ext cx="1565478" cy="718715"/>
            </a:xfrm>
            <a:custGeom>
              <a:avLst/>
              <a:gdLst/>
              <a:ahLst/>
              <a:cxnLst>
                <a:cxn ang="0">
                  <a:pos x="669" y="0"/>
                </a:cxn>
                <a:cxn ang="0">
                  <a:pos x="0" y="0"/>
                </a:cxn>
                <a:cxn ang="0">
                  <a:pos x="0" y="25"/>
                </a:cxn>
                <a:cxn ang="0">
                  <a:pos x="590" y="25"/>
                </a:cxn>
                <a:cxn ang="0">
                  <a:pos x="721" y="186"/>
                </a:cxn>
                <a:cxn ang="0">
                  <a:pos x="570" y="373"/>
                </a:cxn>
                <a:cxn ang="0">
                  <a:pos x="669" y="373"/>
                </a:cxn>
                <a:cxn ang="0">
                  <a:pos x="826" y="186"/>
                </a:cxn>
                <a:cxn ang="0">
                  <a:pos x="669" y="0"/>
                </a:cxn>
              </a:cxnLst>
              <a:rect l="0" t="0" r="r" b="b"/>
              <a:pathLst>
                <a:path w="826" h="373">
                  <a:moveTo>
                    <a:pt x="669" y="0"/>
                  </a:moveTo>
                  <a:lnTo>
                    <a:pt x="0" y="0"/>
                  </a:lnTo>
                  <a:lnTo>
                    <a:pt x="0" y="25"/>
                  </a:lnTo>
                  <a:lnTo>
                    <a:pt x="590" y="25"/>
                  </a:lnTo>
                  <a:lnTo>
                    <a:pt x="721" y="186"/>
                  </a:lnTo>
                  <a:lnTo>
                    <a:pt x="570" y="373"/>
                  </a:lnTo>
                  <a:lnTo>
                    <a:pt x="669" y="373"/>
                  </a:lnTo>
                  <a:lnTo>
                    <a:pt x="826" y="186"/>
                  </a:lnTo>
                  <a:lnTo>
                    <a:pt x="669"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b="1" dirty="0">
                <a:latin typeface="Arial (Headings)"/>
              </a:endParaRPr>
            </a:p>
          </p:txBody>
        </p:sp>
        <p:sp>
          <p:nvSpPr>
            <p:cNvPr id="42" name="TextBox 41">
              <a:extLst>
                <a:ext uri="{FF2B5EF4-FFF2-40B4-BE49-F238E27FC236}">
                  <a16:creationId xmlns:a16="http://schemas.microsoft.com/office/drawing/2014/main" id="{32B8325D-8CDE-47FA-AEE6-2DB1033DEC89}"/>
                </a:ext>
              </a:extLst>
            </p:cNvPr>
            <p:cNvSpPr txBox="1"/>
            <p:nvPr/>
          </p:nvSpPr>
          <p:spPr>
            <a:xfrm>
              <a:off x="407963" y="2714859"/>
              <a:ext cx="1653726" cy="639512"/>
            </a:xfrm>
            <a:prstGeom prst="rect">
              <a:avLst/>
            </a:prstGeom>
            <a:noFill/>
          </p:spPr>
          <p:txBody>
            <a:bodyPr wrap="square" lIns="0" tIns="45720" rIns="0" bIns="0" rtlCol="0">
              <a:noAutofit/>
            </a:bodyPr>
            <a:lstStyle/>
            <a:p>
              <a:pPr indent="-274320">
                <a:spcAft>
                  <a:spcPts val="300"/>
                </a:spcAft>
              </a:pPr>
              <a:r>
                <a:rPr lang="en-US" b="1" dirty="0">
                  <a:latin typeface="Arial (Headings)"/>
                </a:rPr>
                <a:t>Submit Fees Online if Form-C modification </a:t>
              </a:r>
            </a:p>
          </p:txBody>
        </p:sp>
      </p:grpSp>
      <p:grpSp>
        <p:nvGrpSpPr>
          <p:cNvPr id="12" name="Group 11">
            <a:extLst>
              <a:ext uri="{FF2B5EF4-FFF2-40B4-BE49-F238E27FC236}">
                <a16:creationId xmlns:a16="http://schemas.microsoft.com/office/drawing/2014/main" id="{621E4480-3A8D-4334-94B3-ACF6E13BCEAD}"/>
              </a:ext>
            </a:extLst>
          </p:cNvPr>
          <p:cNvGrpSpPr/>
          <p:nvPr/>
        </p:nvGrpSpPr>
        <p:grpSpPr>
          <a:xfrm>
            <a:off x="72827" y="3597394"/>
            <a:ext cx="5598129" cy="3047069"/>
            <a:chOff x="133126" y="3617793"/>
            <a:chExt cx="5598129" cy="3047069"/>
          </a:xfrm>
        </p:grpSpPr>
        <p:grpSp>
          <p:nvGrpSpPr>
            <p:cNvPr id="6" name="Group 5">
              <a:extLst>
                <a:ext uri="{FF2B5EF4-FFF2-40B4-BE49-F238E27FC236}">
                  <a16:creationId xmlns:a16="http://schemas.microsoft.com/office/drawing/2014/main" id="{26DA578D-EF38-4978-A0C6-43D6FAEA4532}"/>
                </a:ext>
              </a:extLst>
            </p:cNvPr>
            <p:cNvGrpSpPr/>
            <p:nvPr/>
          </p:nvGrpSpPr>
          <p:grpSpPr>
            <a:xfrm>
              <a:off x="133126" y="3617793"/>
              <a:ext cx="5598129" cy="3047069"/>
              <a:chOff x="134025" y="3766060"/>
              <a:chExt cx="4931456" cy="3069170"/>
            </a:xfrm>
          </p:grpSpPr>
          <p:sp>
            <p:nvSpPr>
              <p:cNvPr id="60" name="TextBox 59">
                <a:extLst>
                  <a:ext uri="{FF2B5EF4-FFF2-40B4-BE49-F238E27FC236}">
                    <a16:creationId xmlns:a16="http://schemas.microsoft.com/office/drawing/2014/main" id="{D4B7D499-C474-4CF6-8A13-856D65AB48B6}"/>
                  </a:ext>
                </a:extLst>
              </p:cNvPr>
              <p:cNvSpPr txBox="1"/>
              <p:nvPr/>
            </p:nvSpPr>
            <p:spPr>
              <a:xfrm>
                <a:off x="332806" y="3995225"/>
                <a:ext cx="4732675" cy="284000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sz="1500" dirty="0">
                    <a:latin typeface="+mj-lt"/>
                  </a:rPr>
                  <a:t>Three types of modifications allowed i.e. Form-C, Non Form-C and Selection of Standardised products by existing  manufacturing license holders. </a:t>
                </a:r>
                <a:endParaRPr lang="en-GB" sz="1500" b="1" dirty="0">
                  <a:latin typeface="+mj-lt"/>
                </a:endParaRPr>
              </a:p>
              <a:p>
                <a:pPr marL="285750" indent="-285750">
                  <a:lnSpc>
                    <a:spcPct val="150000"/>
                  </a:lnSpc>
                  <a:buFont typeface="Arial" panose="020B0604020202020204" pitchFamily="34" charset="0"/>
                  <a:buChar char="•"/>
                </a:pPr>
                <a:r>
                  <a:rPr lang="en-GB" sz="1500" b="1" dirty="0">
                    <a:latin typeface="+mj-lt"/>
                  </a:rPr>
                  <a:t>Form-C</a:t>
                </a:r>
                <a:r>
                  <a:rPr lang="en-GB" sz="1500" dirty="0">
                    <a:latin typeface="+mj-lt"/>
                  </a:rPr>
                  <a:t> modifications is the type wherein any </a:t>
                </a:r>
                <a:r>
                  <a:rPr lang="en-GB" sz="1500" b="1" dirty="0">
                    <a:latin typeface="+mj-lt"/>
                  </a:rPr>
                  <a:t>details printed on the license needs to be changed</a:t>
                </a:r>
                <a:endParaRPr lang="en-GB" sz="1500" dirty="0">
                  <a:latin typeface="+mj-lt"/>
                </a:endParaRPr>
              </a:p>
              <a:p>
                <a:pPr marL="285750" indent="-285750">
                  <a:lnSpc>
                    <a:spcPct val="150000"/>
                  </a:lnSpc>
                  <a:buFont typeface="Arial" panose="020B0604020202020204" pitchFamily="34" charset="0"/>
                  <a:buChar char="•"/>
                </a:pPr>
                <a:r>
                  <a:rPr lang="en-GB" sz="1500" dirty="0">
                    <a:latin typeface="+mj-lt"/>
                  </a:rPr>
                  <a:t>Manufacturers must apply for modification in licenses for suitable standardised product.</a:t>
                </a:r>
              </a:p>
              <a:p>
                <a:pPr marL="285750" indent="-285750">
                  <a:lnSpc>
                    <a:spcPct val="150000"/>
                  </a:lnSpc>
                  <a:buFont typeface="Arial" panose="020B0604020202020204" pitchFamily="34" charset="0"/>
                  <a:buChar char="•"/>
                </a:pPr>
                <a:r>
                  <a:rPr lang="en-GB" sz="1500" dirty="0">
                    <a:latin typeface="+mj-lt"/>
                  </a:rPr>
                  <a:t>For detailed process flow, </a:t>
                </a:r>
                <a:r>
                  <a:rPr lang="en-GB" sz="1500" dirty="0">
                    <a:latin typeface="+mj-lt"/>
                    <a:hlinkClick r:id="rId4" action="ppaction://hlinksldjump"/>
                  </a:rPr>
                  <a:t>Click</a:t>
                </a:r>
                <a:endParaRPr lang="en-GB" sz="1500" dirty="0">
                  <a:latin typeface="+mj-lt"/>
                </a:endParaRPr>
              </a:p>
            </p:txBody>
          </p:sp>
          <p:sp>
            <p:nvSpPr>
              <p:cNvPr id="43" name="TextBox 42">
                <a:extLst>
                  <a:ext uri="{FF2B5EF4-FFF2-40B4-BE49-F238E27FC236}">
                    <a16:creationId xmlns:a16="http://schemas.microsoft.com/office/drawing/2014/main" id="{9EFD15BA-3583-4110-8D7C-9D2805E76396}"/>
                  </a:ext>
                </a:extLst>
              </p:cNvPr>
              <p:cNvSpPr txBox="1"/>
              <p:nvPr/>
            </p:nvSpPr>
            <p:spPr>
              <a:xfrm>
                <a:off x="134025" y="3766060"/>
                <a:ext cx="1427905" cy="325509"/>
              </a:xfrm>
              <a:prstGeom prst="rect">
                <a:avLst/>
              </a:prstGeom>
              <a:noFill/>
            </p:spPr>
            <p:txBody>
              <a:bodyPr wrap="square" rtlCol="0">
                <a:spAutoFit/>
              </a:bodyPr>
              <a:lstStyle/>
              <a:p>
                <a:r>
                  <a:rPr lang="en-GB" sz="1500" b="1" dirty="0">
                    <a:latin typeface="+mj-lt"/>
                  </a:rPr>
                  <a:t>Key Notes:</a:t>
                </a:r>
              </a:p>
            </p:txBody>
          </p:sp>
        </p:grpSp>
        <p:sp>
          <p:nvSpPr>
            <p:cNvPr id="46" name="Oval 45">
              <a:extLst>
                <a:ext uri="{FF2B5EF4-FFF2-40B4-BE49-F238E27FC236}">
                  <a16:creationId xmlns:a16="http://schemas.microsoft.com/office/drawing/2014/main" id="{A515F15C-ACBF-4F90-B236-11E9E79F7613}"/>
                </a:ext>
              </a:extLst>
            </p:cNvPr>
            <p:cNvSpPr/>
            <p:nvPr/>
          </p:nvSpPr>
          <p:spPr>
            <a:xfrm>
              <a:off x="333604" y="4961170"/>
              <a:ext cx="293077" cy="2939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500" dirty="0">
                  <a:latin typeface="+mj-lt"/>
                </a:rPr>
                <a:t>1</a:t>
              </a:r>
            </a:p>
          </p:txBody>
        </p:sp>
        <p:sp>
          <p:nvSpPr>
            <p:cNvPr id="47" name="Oval 46">
              <a:extLst>
                <a:ext uri="{FF2B5EF4-FFF2-40B4-BE49-F238E27FC236}">
                  <a16:creationId xmlns:a16="http://schemas.microsoft.com/office/drawing/2014/main" id="{417EFD7F-3A5F-4651-8022-38E8C02A1EA4}"/>
                </a:ext>
              </a:extLst>
            </p:cNvPr>
            <p:cNvSpPr/>
            <p:nvPr/>
          </p:nvSpPr>
          <p:spPr>
            <a:xfrm>
              <a:off x="333604" y="5651974"/>
              <a:ext cx="293077" cy="2939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500" dirty="0">
                  <a:latin typeface="+mj-lt"/>
                </a:rPr>
                <a:t>2</a:t>
              </a:r>
            </a:p>
          </p:txBody>
        </p:sp>
      </p:grpSp>
      <p:grpSp>
        <p:nvGrpSpPr>
          <p:cNvPr id="10" name="Group 9">
            <a:extLst>
              <a:ext uri="{FF2B5EF4-FFF2-40B4-BE49-F238E27FC236}">
                <a16:creationId xmlns:a16="http://schemas.microsoft.com/office/drawing/2014/main" id="{EB6A91E3-1115-4BB4-AD27-5949AB85E6AC}"/>
              </a:ext>
            </a:extLst>
          </p:cNvPr>
          <p:cNvGrpSpPr/>
          <p:nvPr/>
        </p:nvGrpSpPr>
        <p:grpSpPr>
          <a:xfrm>
            <a:off x="5676303" y="3988457"/>
            <a:ext cx="4430163" cy="1730932"/>
            <a:chOff x="5676303" y="3988457"/>
            <a:chExt cx="4430163" cy="1730932"/>
          </a:xfrm>
        </p:grpSpPr>
        <p:grpSp>
          <p:nvGrpSpPr>
            <p:cNvPr id="9" name="Group 8">
              <a:extLst>
                <a:ext uri="{FF2B5EF4-FFF2-40B4-BE49-F238E27FC236}">
                  <a16:creationId xmlns:a16="http://schemas.microsoft.com/office/drawing/2014/main" id="{06753E0D-5CB6-48F8-A469-9A6722E0825F}"/>
                </a:ext>
              </a:extLst>
            </p:cNvPr>
            <p:cNvGrpSpPr/>
            <p:nvPr/>
          </p:nvGrpSpPr>
          <p:grpSpPr>
            <a:xfrm>
              <a:off x="5676303" y="3988457"/>
              <a:ext cx="4430163" cy="1730932"/>
              <a:chOff x="5676303" y="4227612"/>
              <a:chExt cx="4430163" cy="1730932"/>
            </a:xfrm>
          </p:grpSpPr>
          <p:pic>
            <p:nvPicPr>
              <p:cNvPr id="61" name="Content Placeholder 3">
                <a:extLst>
                  <a:ext uri="{FF2B5EF4-FFF2-40B4-BE49-F238E27FC236}">
                    <a16:creationId xmlns:a16="http://schemas.microsoft.com/office/drawing/2014/main" id="{D890901F-5D0E-42FC-9BC8-99063F15CC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76303" y="4227612"/>
                <a:ext cx="4430163" cy="1730932"/>
              </a:xfrm>
              <a:prstGeom prst="rect">
                <a:avLst/>
              </a:prstGeom>
              <a:noFill/>
              <a:ln>
                <a:noFill/>
              </a:ln>
            </p:spPr>
          </p:pic>
          <p:sp>
            <p:nvSpPr>
              <p:cNvPr id="30" name="Oval 29">
                <a:extLst>
                  <a:ext uri="{FF2B5EF4-FFF2-40B4-BE49-F238E27FC236}">
                    <a16:creationId xmlns:a16="http://schemas.microsoft.com/office/drawing/2014/main" id="{AB4695C5-DBE1-4698-AD97-05900E75459A}"/>
                  </a:ext>
                </a:extLst>
              </p:cNvPr>
              <p:cNvSpPr/>
              <p:nvPr/>
            </p:nvSpPr>
            <p:spPr>
              <a:xfrm>
                <a:off x="5874450" y="4626543"/>
                <a:ext cx="293077" cy="2939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1</a:t>
                </a:r>
              </a:p>
            </p:txBody>
          </p:sp>
          <p:sp>
            <p:nvSpPr>
              <p:cNvPr id="45" name="Oval 44">
                <a:extLst>
                  <a:ext uri="{FF2B5EF4-FFF2-40B4-BE49-F238E27FC236}">
                    <a16:creationId xmlns:a16="http://schemas.microsoft.com/office/drawing/2014/main" id="{0569D3C0-5859-4F68-B278-4F9BAEEA985F}"/>
                  </a:ext>
                </a:extLst>
              </p:cNvPr>
              <p:cNvSpPr/>
              <p:nvPr/>
            </p:nvSpPr>
            <p:spPr>
              <a:xfrm>
                <a:off x="5874449" y="5382033"/>
                <a:ext cx="293077" cy="2939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p>
            </p:txBody>
          </p:sp>
        </p:grpSp>
        <p:sp>
          <p:nvSpPr>
            <p:cNvPr id="8" name="Rectangle 7">
              <a:extLst>
                <a:ext uri="{FF2B5EF4-FFF2-40B4-BE49-F238E27FC236}">
                  <a16:creationId xmlns:a16="http://schemas.microsoft.com/office/drawing/2014/main" id="{99BDF3A3-AE6A-4416-BB76-DC963706D784}"/>
                </a:ext>
              </a:extLst>
            </p:cNvPr>
            <p:cNvSpPr/>
            <p:nvPr/>
          </p:nvSpPr>
          <p:spPr>
            <a:xfrm>
              <a:off x="6203852" y="5241468"/>
              <a:ext cx="2532185" cy="1464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 name="Group 15">
            <a:extLst>
              <a:ext uri="{FF2B5EF4-FFF2-40B4-BE49-F238E27FC236}">
                <a16:creationId xmlns:a16="http://schemas.microsoft.com/office/drawing/2014/main" id="{7A8D4148-1C96-4BFC-9177-066743819330}"/>
              </a:ext>
            </a:extLst>
          </p:cNvPr>
          <p:cNvGrpSpPr/>
          <p:nvPr/>
        </p:nvGrpSpPr>
        <p:grpSpPr>
          <a:xfrm>
            <a:off x="10292823" y="4228911"/>
            <a:ext cx="1870517" cy="2115283"/>
            <a:chOff x="10292823" y="4228911"/>
            <a:chExt cx="1870517" cy="2115283"/>
          </a:xfrm>
        </p:grpSpPr>
        <p:grpSp>
          <p:nvGrpSpPr>
            <p:cNvPr id="5" name="Group 4">
              <a:extLst>
                <a:ext uri="{FF2B5EF4-FFF2-40B4-BE49-F238E27FC236}">
                  <a16:creationId xmlns:a16="http://schemas.microsoft.com/office/drawing/2014/main" id="{793A5874-A47C-483C-A342-03CDD22A7E99}"/>
                </a:ext>
              </a:extLst>
            </p:cNvPr>
            <p:cNvGrpSpPr/>
            <p:nvPr/>
          </p:nvGrpSpPr>
          <p:grpSpPr>
            <a:xfrm>
              <a:off x="10336120" y="4228911"/>
              <a:ext cx="1827220" cy="1696579"/>
              <a:chOff x="10336120" y="4468066"/>
              <a:chExt cx="1827220" cy="1696579"/>
            </a:xfrm>
          </p:grpSpPr>
          <p:grpSp>
            <p:nvGrpSpPr>
              <p:cNvPr id="4" name="Group 3">
                <a:extLst>
                  <a:ext uri="{FF2B5EF4-FFF2-40B4-BE49-F238E27FC236}">
                    <a16:creationId xmlns:a16="http://schemas.microsoft.com/office/drawing/2014/main" id="{BC96E73E-CF3E-4ECC-ACA9-54DA9D185F6E}"/>
                  </a:ext>
                </a:extLst>
              </p:cNvPr>
              <p:cNvGrpSpPr/>
              <p:nvPr/>
            </p:nvGrpSpPr>
            <p:grpSpPr>
              <a:xfrm>
                <a:off x="10336120" y="4468066"/>
                <a:ext cx="1827220" cy="1696579"/>
                <a:chOff x="10336120" y="4468066"/>
                <a:chExt cx="1827220" cy="1696579"/>
              </a:xfrm>
            </p:grpSpPr>
            <p:pic>
              <p:nvPicPr>
                <p:cNvPr id="57" name="Picture 56">
                  <a:extLst>
                    <a:ext uri="{FF2B5EF4-FFF2-40B4-BE49-F238E27FC236}">
                      <a16:creationId xmlns:a16="http://schemas.microsoft.com/office/drawing/2014/main" id="{9A7CEA77-A1E4-4A4A-87B2-77962DEDE5BB}"/>
                    </a:ext>
                  </a:extLst>
                </p:cNvPr>
                <p:cNvPicPr>
                  <a:picLocks noChangeAspect="1"/>
                </p:cNvPicPr>
                <p:nvPr/>
              </p:nvPicPr>
              <p:blipFill>
                <a:blip r:embed="rId6"/>
                <a:stretch>
                  <a:fillRect/>
                </a:stretch>
              </p:blipFill>
              <p:spPr>
                <a:xfrm>
                  <a:off x="11175695" y="4753039"/>
                  <a:ext cx="899844" cy="513792"/>
                </a:xfrm>
                <a:prstGeom prst="rect">
                  <a:avLst/>
                </a:prstGeom>
              </p:spPr>
            </p:pic>
            <p:sp>
              <p:nvSpPr>
                <p:cNvPr id="58" name="Freeform 29">
                  <a:extLst>
                    <a:ext uri="{FF2B5EF4-FFF2-40B4-BE49-F238E27FC236}">
                      <a16:creationId xmlns:a16="http://schemas.microsoft.com/office/drawing/2014/main" id="{9FF4EB1E-94BF-4011-9684-AEC36C558456}"/>
                    </a:ext>
                  </a:extLst>
                </p:cNvPr>
                <p:cNvSpPr>
                  <a:spLocks noEditPoints="1"/>
                </p:cNvSpPr>
                <p:nvPr/>
              </p:nvSpPr>
              <p:spPr bwMode="auto">
                <a:xfrm>
                  <a:off x="10336120" y="5132864"/>
                  <a:ext cx="782515" cy="952500"/>
                </a:xfrm>
                <a:custGeom>
                  <a:avLst/>
                  <a:gdLst/>
                  <a:ahLst/>
                  <a:cxnLst>
                    <a:cxn ang="0">
                      <a:pos x="138" y="310"/>
                    </a:cxn>
                    <a:cxn ang="0">
                      <a:pos x="1" y="310"/>
                    </a:cxn>
                    <a:cxn ang="0">
                      <a:pos x="25" y="180"/>
                    </a:cxn>
                    <a:cxn ang="0">
                      <a:pos x="90" y="148"/>
                    </a:cxn>
                    <a:cxn ang="0">
                      <a:pos x="128" y="212"/>
                    </a:cxn>
                    <a:cxn ang="0">
                      <a:pos x="131" y="182"/>
                    </a:cxn>
                    <a:cxn ang="0">
                      <a:pos x="123" y="167"/>
                    </a:cxn>
                    <a:cxn ang="0">
                      <a:pos x="123" y="161"/>
                    </a:cxn>
                    <a:cxn ang="0">
                      <a:pos x="154" y="162"/>
                    </a:cxn>
                    <a:cxn ang="0">
                      <a:pos x="154" y="167"/>
                    </a:cxn>
                    <a:cxn ang="0">
                      <a:pos x="146" y="182"/>
                    </a:cxn>
                    <a:cxn ang="0">
                      <a:pos x="149" y="212"/>
                    </a:cxn>
                    <a:cxn ang="0">
                      <a:pos x="187" y="148"/>
                    </a:cxn>
                    <a:cxn ang="0">
                      <a:pos x="251" y="180"/>
                    </a:cxn>
                    <a:cxn ang="0">
                      <a:pos x="276" y="310"/>
                    </a:cxn>
                    <a:cxn ang="0">
                      <a:pos x="138" y="310"/>
                    </a:cxn>
                    <a:cxn ang="0">
                      <a:pos x="173" y="134"/>
                    </a:cxn>
                    <a:cxn ang="0">
                      <a:pos x="189" y="103"/>
                    </a:cxn>
                    <a:cxn ang="0">
                      <a:pos x="194" y="100"/>
                    </a:cxn>
                    <a:cxn ang="0">
                      <a:pos x="197" y="72"/>
                    </a:cxn>
                    <a:cxn ang="0">
                      <a:pos x="194" y="68"/>
                    </a:cxn>
                    <a:cxn ang="0">
                      <a:pos x="138" y="0"/>
                    </a:cxn>
                    <a:cxn ang="0">
                      <a:pos x="83" y="68"/>
                    </a:cxn>
                    <a:cxn ang="0">
                      <a:pos x="79" y="72"/>
                    </a:cxn>
                    <a:cxn ang="0">
                      <a:pos x="83" y="100"/>
                    </a:cxn>
                    <a:cxn ang="0">
                      <a:pos x="87" y="103"/>
                    </a:cxn>
                    <a:cxn ang="0">
                      <a:pos x="104" y="134"/>
                    </a:cxn>
                    <a:cxn ang="0">
                      <a:pos x="126" y="153"/>
                    </a:cxn>
                    <a:cxn ang="0">
                      <a:pos x="151" y="153"/>
                    </a:cxn>
                    <a:cxn ang="0">
                      <a:pos x="173" y="134"/>
                    </a:cxn>
                  </a:cxnLst>
                  <a:rect l="0" t="0" r="r" b="b"/>
                  <a:pathLst>
                    <a:path w="276" h="310">
                      <a:moveTo>
                        <a:pt x="138" y="310"/>
                      </a:moveTo>
                      <a:cubicBezTo>
                        <a:pt x="1" y="310"/>
                        <a:pt x="1" y="310"/>
                        <a:pt x="1" y="310"/>
                      </a:cubicBezTo>
                      <a:cubicBezTo>
                        <a:pt x="0" y="261"/>
                        <a:pt x="0" y="211"/>
                        <a:pt x="25" y="180"/>
                      </a:cubicBezTo>
                      <a:cubicBezTo>
                        <a:pt x="43" y="157"/>
                        <a:pt x="66" y="150"/>
                        <a:pt x="90" y="148"/>
                      </a:cubicBezTo>
                      <a:cubicBezTo>
                        <a:pt x="128" y="212"/>
                        <a:pt x="128" y="212"/>
                        <a:pt x="128" y="212"/>
                      </a:cubicBezTo>
                      <a:cubicBezTo>
                        <a:pt x="131" y="182"/>
                        <a:pt x="131" y="182"/>
                        <a:pt x="131" y="182"/>
                      </a:cubicBezTo>
                      <a:cubicBezTo>
                        <a:pt x="123" y="167"/>
                        <a:pt x="123" y="167"/>
                        <a:pt x="123" y="167"/>
                      </a:cubicBezTo>
                      <a:cubicBezTo>
                        <a:pt x="122" y="166"/>
                        <a:pt x="122" y="163"/>
                        <a:pt x="123" y="161"/>
                      </a:cubicBezTo>
                      <a:cubicBezTo>
                        <a:pt x="131" y="164"/>
                        <a:pt x="146" y="165"/>
                        <a:pt x="154" y="162"/>
                      </a:cubicBezTo>
                      <a:cubicBezTo>
                        <a:pt x="155" y="163"/>
                        <a:pt x="155" y="165"/>
                        <a:pt x="154" y="167"/>
                      </a:cubicBezTo>
                      <a:cubicBezTo>
                        <a:pt x="146" y="182"/>
                        <a:pt x="146" y="182"/>
                        <a:pt x="146" y="182"/>
                      </a:cubicBezTo>
                      <a:cubicBezTo>
                        <a:pt x="149" y="212"/>
                        <a:pt x="149" y="212"/>
                        <a:pt x="149" y="212"/>
                      </a:cubicBezTo>
                      <a:cubicBezTo>
                        <a:pt x="187" y="148"/>
                        <a:pt x="187" y="148"/>
                        <a:pt x="187" y="148"/>
                      </a:cubicBezTo>
                      <a:cubicBezTo>
                        <a:pt x="210" y="148"/>
                        <a:pt x="237" y="162"/>
                        <a:pt x="251" y="180"/>
                      </a:cubicBezTo>
                      <a:cubicBezTo>
                        <a:pt x="276" y="211"/>
                        <a:pt x="276" y="261"/>
                        <a:pt x="276" y="310"/>
                      </a:cubicBezTo>
                      <a:cubicBezTo>
                        <a:pt x="138" y="310"/>
                        <a:pt x="138" y="310"/>
                        <a:pt x="138" y="310"/>
                      </a:cubicBezTo>
                      <a:close/>
                      <a:moveTo>
                        <a:pt x="173" y="134"/>
                      </a:moveTo>
                      <a:cubicBezTo>
                        <a:pt x="180" y="124"/>
                        <a:pt x="185" y="114"/>
                        <a:pt x="189" y="103"/>
                      </a:cubicBezTo>
                      <a:cubicBezTo>
                        <a:pt x="191" y="103"/>
                        <a:pt x="193" y="101"/>
                        <a:pt x="194" y="100"/>
                      </a:cubicBezTo>
                      <a:cubicBezTo>
                        <a:pt x="196" y="89"/>
                        <a:pt x="197" y="79"/>
                        <a:pt x="197" y="72"/>
                      </a:cubicBezTo>
                      <a:cubicBezTo>
                        <a:pt x="197" y="71"/>
                        <a:pt x="195" y="68"/>
                        <a:pt x="194" y="68"/>
                      </a:cubicBezTo>
                      <a:cubicBezTo>
                        <a:pt x="194" y="32"/>
                        <a:pt x="187" y="0"/>
                        <a:pt x="138" y="0"/>
                      </a:cubicBezTo>
                      <a:cubicBezTo>
                        <a:pt x="89" y="0"/>
                        <a:pt x="83" y="32"/>
                        <a:pt x="83" y="68"/>
                      </a:cubicBezTo>
                      <a:cubicBezTo>
                        <a:pt x="82" y="68"/>
                        <a:pt x="79" y="71"/>
                        <a:pt x="79" y="72"/>
                      </a:cubicBezTo>
                      <a:cubicBezTo>
                        <a:pt x="79" y="79"/>
                        <a:pt x="80" y="89"/>
                        <a:pt x="83" y="100"/>
                      </a:cubicBezTo>
                      <a:cubicBezTo>
                        <a:pt x="83" y="101"/>
                        <a:pt x="85" y="103"/>
                        <a:pt x="87" y="103"/>
                      </a:cubicBezTo>
                      <a:cubicBezTo>
                        <a:pt x="92" y="114"/>
                        <a:pt x="97" y="124"/>
                        <a:pt x="104" y="134"/>
                      </a:cubicBezTo>
                      <a:cubicBezTo>
                        <a:pt x="111" y="143"/>
                        <a:pt x="117" y="150"/>
                        <a:pt x="126" y="153"/>
                      </a:cubicBezTo>
                      <a:cubicBezTo>
                        <a:pt x="131" y="156"/>
                        <a:pt x="145" y="156"/>
                        <a:pt x="151" y="153"/>
                      </a:cubicBezTo>
                      <a:cubicBezTo>
                        <a:pt x="159" y="150"/>
                        <a:pt x="166" y="143"/>
                        <a:pt x="173" y="134"/>
                      </a:cubicBezTo>
                      <a:close/>
                    </a:path>
                  </a:pathLst>
                </a:custGeom>
                <a:solidFill>
                  <a:schemeClr val="tx1"/>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cxnSp>
              <p:nvCxnSpPr>
                <p:cNvPr id="59" name="Connector: Elbow 58">
                  <a:extLst>
                    <a:ext uri="{FF2B5EF4-FFF2-40B4-BE49-F238E27FC236}">
                      <a16:creationId xmlns:a16="http://schemas.microsoft.com/office/drawing/2014/main" id="{531796F5-6798-4D9F-8323-A289CB6BCCDE}"/>
                    </a:ext>
                  </a:extLst>
                </p:cNvPr>
                <p:cNvCxnSpPr/>
                <p:nvPr/>
              </p:nvCxnSpPr>
              <p:spPr>
                <a:xfrm rot="5400000">
                  <a:off x="11143761" y="5336526"/>
                  <a:ext cx="513791" cy="449922"/>
                </a:xfrm>
                <a:prstGeom prst="bentConnector3">
                  <a:avLst>
                    <a:gd name="adj1" fmla="val 102022"/>
                  </a:avLst>
                </a:prstGeom>
                <a:ln>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61ACD537-D9BC-4ADC-B0C7-F0CE770361E8}"/>
                    </a:ext>
                  </a:extLst>
                </p:cNvPr>
                <p:cNvSpPr txBox="1"/>
                <p:nvPr/>
              </p:nvSpPr>
              <p:spPr>
                <a:xfrm>
                  <a:off x="10431955" y="5795313"/>
                  <a:ext cx="590843" cy="369332"/>
                </a:xfrm>
                <a:prstGeom prst="rect">
                  <a:avLst/>
                </a:prstGeom>
                <a:noFill/>
              </p:spPr>
              <p:txBody>
                <a:bodyPr wrap="square" rtlCol="0">
                  <a:spAutoFit/>
                </a:bodyPr>
                <a:lstStyle/>
                <a:p>
                  <a:r>
                    <a:rPr lang="en-GB" sz="1800" b="1" dirty="0"/>
                    <a:t>DO</a:t>
                  </a:r>
                </a:p>
              </p:txBody>
            </p:sp>
            <p:sp>
              <p:nvSpPr>
                <p:cNvPr id="14" name="Rectangle: Rounded Corners 13">
                  <a:extLst>
                    <a:ext uri="{FF2B5EF4-FFF2-40B4-BE49-F238E27FC236}">
                      <a16:creationId xmlns:a16="http://schemas.microsoft.com/office/drawing/2014/main" id="{5B5F3529-B999-4DEA-9830-DE5CD20DB270}"/>
                    </a:ext>
                  </a:extLst>
                </p:cNvPr>
                <p:cNvSpPr/>
                <p:nvPr/>
              </p:nvSpPr>
              <p:spPr>
                <a:xfrm>
                  <a:off x="11698102" y="4468066"/>
                  <a:ext cx="465238" cy="345433"/>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9" name="Rectangle 38">
                <a:extLst>
                  <a:ext uri="{FF2B5EF4-FFF2-40B4-BE49-F238E27FC236}">
                    <a16:creationId xmlns:a16="http://schemas.microsoft.com/office/drawing/2014/main" id="{B00C7F6C-CD7A-4678-8405-B23B5C8BB6B5}"/>
                  </a:ext>
                </a:extLst>
              </p:cNvPr>
              <p:cNvSpPr/>
              <p:nvPr/>
            </p:nvSpPr>
            <p:spPr>
              <a:xfrm>
                <a:off x="10686372" y="4626543"/>
                <a:ext cx="432263" cy="854080"/>
              </a:xfrm>
              <a:prstGeom prst="rect">
                <a:avLst/>
              </a:prstGeom>
            </p:spPr>
            <p:txBody>
              <a:bodyPr wrap="square">
                <a:spAutoFit/>
              </a:bodyPr>
              <a:lstStyle/>
              <a:p>
                <a:r>
                  <a:rPr lang="en-US" sz="4950" b="1" dirty="0"/>
                  <a:t>✓</a:t>
                </a:r>
              </a:p>
            </p:txBody>
          </p:sp>
        </p:grpSp>
        <p:sp>
          <p:nvSpPr>
            <p:cNvPr id="15" name="TextBox 14">
              <a:extLst>
                <a:ext uri="{FF2B5EF4-FFF2-40B4-BE49-F238E27FC236}">
                  <a16:creationId xmlns:a16="http://schemas.microsoft.com/office/drawing/2014/main" id="{174481EE-0EA3-4B60-9889-D6AABAB3D99B}"/>
                </a:ext>
              </a:extLst>
            </p:cNvPr>
            <p:cNvSpPr txBox="1"/>
            <p:nvPr/>
          </p:nvSpPr>
          <p:spPr>
            <a:xfrm>
              <a:off x="10292823" y="5820974"/>
              <a:ext cx="1651624" cy="523220"/>
            </a:xfrm>
            <a:prstGeom prst="rect">
              <a:avLst/>
            </a:prstGeom>
            <a:noFill/>
          </p:spPr>
          <p:txBody>
            <a:bodyPr wrap="square" rtlCol="0">
              <a:spAutoFit/>
            </a:bodyPr>
            <a:lstStyle/>
            <a:p>
              <a:r>
                <a:rPr lang="en-GB" b="1" dirty="0"/>
                <a:t>Licensing Authority</a:t>
              </a:r>
            </a:p>
          </p:txBody>
        </p:sp>
      </p:grpSp>
    </p:spTree>
    <p:extLst>
      <p:ext uri="{BB962C8B-B14F-4D97-AF65-F5344CB8AC3E}">
        <p14:creationId xmlns:p14="http://schemas.microsoft.com/office/powerpoint/2010/main" val="2559837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have we covered in this section..</a:t>
            </a:r>
          </a:p>
        </p:txBody>
      </p:sp>
      <p:sp>
        <p:nvSpPr>
          <p:cNvPr id="4" name="Rectangle 3">
            <a:extLst>
              <a:ext uri="{FF2B5EF4-FFF2-40B4-BE49-F238E27FC236}">
                <a16:creationId xmlns:a16="http://schemas.microsoft.com/office/drawing/2014/main" id="{4F9CB23D-A622-4689-897A-175A3ED95791}"/>
              </a:ext>
            </a:extLst>
          </p:cNvPr>
          <p:cNvSpPr/>
          <p:nvPr/>
        </p:nvSpPr>
        <p:spPr>
          <a:xfrm>
            <a:off x="253219" y="1026942"/>
            <a:ext cx="10514038" cy="4734651"/>
          </a:xfrm>
          <a:prstGeom prst="rect">
            <a:avLst/>
          </a:prstGeom>
          <a:noFill/>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500" b="0" i="0" u="none" strike="noStrike" kern="0" cap="none" spc="0" normalizeH="0" baseline="0" noProof="0">
              <a:ln>
                <a:noFill/>
              </a:ln>
              <a:solidFill>
                <a:sysClr val="windowText" lastClr="000000"/>
              </a:solidFill>
              <a:effectLst/>
              <a:uLnTx/>
              <a:uFillTx/>
            </a:endParaRPr>
          </a:p>
        </p:txBody>
      </p:sp>
      <p:sp>
        <p:nvSpPr>
          <p:cNvPr id="5" name="Rectangle 4">
            <a:extLst>
              <a:ext uri="{FF2B5EF4-FFF2-40B4-BE49-F238E27FC236}">
                <a16:creationId xmlns:a16="http://schemas.microsoft.com/office/drawing/2014/main" id="{5436854B-0579-4D58-A3B7-7D0DF857618F}"/>
              </a:ext>
            </a:extLst>
          </p:cNvPr>
          <p:cNvSpPr/>
          <p:nvPr/>
        </p:nvSpPr>
        <p:spPr>
          <a:xfrm>
            <a:off x="627372" y="1563753"/>
            <a:ext cx="10853425" cy="498463"/>
          </a:xfrm>
          <a:prstGeom prst="rect">
            <a:avLst/>
          </a:prstGeom>
          <a:solidFill>
            <a:srgbClr val="DEDEDE"/>
          </a:solidFill>
          <a:ln w="25400" cap="flat" cmpd="sng" algn="ctr">
            <a:noFill/>
            <a:prstDash val="solid"/>
          </a:ln>
          <a:effectLst/>
        </p:spPr>
        <p:txBody>
          <a:bodyPr spcFirstLastPara="0" vert="horz" wrap="square" lIns="457200" tIns="35560" rIns="35560" bIns="35560" numCol="1" spcCol="1270" anchor="ctr" anchorCtr="0">
            <a:noAutofit/>
          </a:bodyPr>
          <a:lstStyle/>
          <a:p>
            <a:endParaRPr kumimoji="0" lang="en-US" sz="1500" b="1" i="0" u="none" strike="noStrike" kern="1200" cap="none" spc="0" normalizeH="0" baseline="0" noProof="0" dirty="0">
              <a:ln>
                <a:noFill/>
              </a:ln>
              <a:solidFill>
                <a:srgbClr val="000000"/>
              </a:solidFill>
              <a:effectLst/>
              <a:uLnTx/>
              <a:uFillTx/>
              <a:latin typeface="+mj-lt"/>
              <a:ea typeface="+mn-ea"/>
              <a:cs typeface="+mn-cs"/>
            </a:endParaRPr>
          </a:p>
          <a:p>
            <a:r>
              <a:rPr kumimoji="0" lang="en-US" sz="1500" b="1" i="0" u="none" strike="noStrike" kern="1200" cap="none" spc="0" normalizeH="0" baseline="0" noProof="0" dirty="0">
                <a:ln>
                  <a:noFill/>
                </a:ln>
                <a:solidFill>
                  <a:srgbClr val="000000"/>
                </a:solidFill>
                <a:effectLst/>
                <a:uLnTx/>
                <a:uFillTx/>
                <a:latin typeface="+mj-lt"/>
                <a:ea typeface="+mn-ea"/>
                <a:cs typeface="+mn-cs"/>
              </a:rPr>
              <a:t>Petty FBO Login:</a:t>
            </a:r>
            <a:r>
              <a:rPr kumimoji="0" lang="en-US" sz="1500" i="0" u="none" strike="noStrike" kern="1200" cap="none" spc="0" normalizeH="0" baseline="0" noProof="0" dirty="0">
                <a:ln>
                  <a:noFill/>
                </a:ln>
                <a:solidFill>
                  <a:srgbClr val="000000"/>
                </a:solidFill>
                <a:effectLst/>
                <a:uLnTx/>
                <a:uFillTx/>
                <a:latin typeface="+mj-lt"/>
                <a:ea typeface="+mn-ea"/>
                <a:cs typeface="+mn-cs"/>
              </a:rPr>
              <a:t> </a:t>
            </a:r>
            <a:r>
              <a:rPr lang="en-US" sz="1500" dirty="0">
                <a:latin typeface="+mj-lt"/>
              </a:rPr>
              <a:t>Petty FBOs are </a:t>
            </a:r>
            <a:r>
              <a:rPr lang="en-US" sz="1500" b="1" dirty="0">
                <a:latin typeface="+mj-lt"/>
              </a:rPr>
              <a:t>small business owners whose annual turnover is less than INR 12 Lacs per annum.</a:t>
            </a:r>
            <a:endParaRPr lang="en-US" sz="1500" dirty="0">
              <a:latin typeface="+mj-lt"/>
            </a:endParaRPr>
          </a:p>
          <a:p>
            <a:pPr marL="0" marR="0" lvl="0" indent="0" defTabSz="622300" eaLnBrk="1" fontAlgn="auto" latinLnBrk="0" hangingPunct="1">
              <a:lnSpc>
                <a:spcPct val="90000"/>
              </a:lnSpc>
              <a:spcBef>
                <a:spcPct val="0"/>
              </a:spcBef>
              <a:spcAft>
                <a:spcPct val="35000"/>
              </a:spcAft>
              <a:buClrTx/>
              <a:buSzTx/>
              <a:buFontTx/>
              <a:buNone/>
              <a:tabLst/>
              <a:defRPr/>
            </a:pPr>
            <a:endParaRPr kumimoji="0" lang="en-US" sz="1500" b="1" i="0" u="none" strike="noStrike" kern="1200" cap="none" spc="0" normalizeH="0" baseline="0" noProof="0" dirty="0">
              <a:ln>
                <a:noFill/>
              </a:ln>
              <a:solidFill>
                <a:srgbClr val="000000"/>
              </a:solidFill>
              <a:effectLst/>
              <a:uLnTx/>
              <a:uFillTx/>
              <a:latin typeface="+mj-lt"/>
              <a:ea typeface="+mn-ea"/>
              <a:cs typeface="+mn-cs"/>
            </a:endParaRPr>
          </a:p>
        </p:txBody>
      </p:sp>
      <p:sp>
        <p:nvSpPr>
          <p:cNvPr id="6" name="Oval 5">
            <a:extLst>
              <a:ext uri="{FF2B5EF4-FFF2-40B4-BE49-F238E27FC236}">
                <a16:creationId xmlns:a16="http://schemas.microsoft.com/office/drawing/2014/main" id="{79407D3D-0972-4DE4-B21E-E6E82822CBE1}"/>
              </a:ext>
            </a:extLst>
          </p:cNvPr>
          <p:cNvSpPr/>
          <p:nvPr/>
        </p:nvSpPr>
        <p:spPr>
          <a:xfrm>
            <a:off x="386816" y="1532005"/>
            <a:ext cx="549965" cy="556809"/>
          </a:xfrm>
          <a:prstGeom prst="ellipse">
            <a:avLst/>
          </a:prstGeom>
          <a:solidFill>
            <a:srgbClr val="A32020"/>
          </a:solidFill>
          <a:ln w="25400" cap="flat" cmpd="sng" algn="ctr">
            <a:noFill/>
            <a:prstDash val="solid"/>
          </a:ln>
          <a:effectLst/>
        </p:spPr>
        <p:txBody>
          <a:bodyPr lIns="45720" tIns="27432" rIns="45720" bIns="27432"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dirty="0">
                <a:ln>
                  <a:noFill/>
                </a:ln>
                <a:solidFill>
                  <a:srgbClr val="FFFFFF"/>
                </a:solidFill>
                <a:effectLst/>
                <a:uLnTx/>
                <a:uFillTx/>
                <a:latin typeface="+mj-lt"/>
                <a:ea typeface="+mn-ea"/>
                <a:cs typeface="+mn-cs"/>
              </a:rPr>
              <a:t>1</a:t>
            </a:r>
          </a:p>
        </p:txBody>
      </p:sp>
      <p:sp>
        <p:nvSpPr>
          <p:cNvPr id="7" name="Rectangle 6">
            <a:extLst>
              <a:ext uri="{FF2B5EF4-FFF2-40B4-BE49-F238E27FC236}">
                <a16:creationId xmlns:a16="http://schemas.microsoft.com/office/drawing/2014/main" id="{1A5C3164-CF31-4CE7-81E9-67DE828CD63E}"/>
              </a:ext>
            </a:extLst>
          </p:cNvPr>
          <p:cNvSpPr/>
          <p:nvPr/>
        </p:nvSpPr>
        <p:spPr>
          <a:xfrm>
            <a:off x="933834" y="2282901"/>
            <a:ext cx="10546963" cy="498463"/>
          </a:xfrm>
          <a:prstGeom prst="rect">
            <a:avLst/>
          </a:prstGeom>
          <a:solidFill>
            <a:srgbClr val="DEDEDE"/>
          </a:solidFill>
          <a:ln w="25400" cap="flat" cmpd="sng" algn="ctr">
            <a:noFill/>
            <a:prstDash val="solid"/>
          </a:ln>
          <a:effectLst/>
        </p:spPr>
        <p:txBody>
          <a:bodyPr spcFirstLastPara="0" vert="horz" wrap="square" lIns="389851" tIns="35560" rIns="35560" bIns="35560" numCol="1" spcCol="1270" anchor="ctr" anchorCtr="0">
            <a:noAutofit/>
          </a:bodyPr>
          <a:lstStyle/>
          <a:p>
            <a:pPr defTabSz="622300">
              <a:lnSpc>
                <a:spcPct val="90000"/>
              </a:lnSpc>
              <a:spcBef>
                <a:spcPct val="0"/>
              </a:spcBef>
              <a:spcAft>
                <a:spcPct val="35000"/>
              </a:spcAft>
              <a:buClrTx/>
              <a:defRPr/>
            </a:pPr>
            <a:r>
              <a:rPr kumimoji="0" lang="en-US" sz="1500" b="1" i="0" u="none" strike="noStrike" kern="1200" cap="none" spc="0" normalizeH="0" baseline="0" noProof="0" dirty="0">
                <a:ln>
                  <a:noFill/>
                </a:ln>
                <a:solidFill>
                  <a:srgbClr val="000000"/>
                </a:solidFill>
                <a:effectLst/>
                <a:uLnTx/>
                <a:uFillTx/>
                <a:latin typeface="+mj-lt"/>
                <a:ea typeface="+mn-ea"/>
                <a:cs typeface="+mn-cs"/>
              </a:rPr>
              <a:t>Dashboard: </a:t>
            </a:r>
            <a:r>
              <a:rPr kumimoji="0" lang="en-US" sz="1500" i="0" u="none" strike="noStrike" kern="1200" cap="none" spc="0" normalizeH="0" baseline="0" noProof="0" dirty="0">
                <a:ln>
                  <a:noFill/>
                </a:ln>
                <a:solidFill>
                  <a:srgbClr val="000000"/>
                </a:solidFill>
                <a:effectLst/>
                <a:uLnTx/>
                <a:uFillTx/>
                <a:latin typeface="+mj-lt"/>
                <a:ea typeface="+mn-ea"/>
                <a:cs typeface="+mn-cs"/>
              </a:rPr>
              <a:t>New dashboard with enhanced features to see status/ receipts related to applications on single page.</a:t>
            </a:r>
            <a:endParaRPr kumimoji="0" lang="en-US" sz="1500" b="0" i="0" u="none" strike="noStrike" kern="1200" cap="none" spc="0" normalizeH="0" baseline="0" noProof="0" dirty="0">
              <a:ln>
                <a:noFill/>
              </a:ln>
              <a:solidFill>
                <a:srgbClr val="000000"/>
              </a:solidFill>
              <a:effectLst/>
              <a:uLnTx/>
              <a:uFillTx/>
              <a:latin typeface="+mj-lt"/>
              <a:ea typeface="+mn-ea"/>
              <a:cs typeface="+mn-cs"/>
            </a:endParaRPr>
          </a:p>
        </p:txBody>
      </p:sp>
      <p:sp>
        <p:nvSpPr>
          <p:cNvPr id="8" name="Oval 7">
            <a:extLst>
              <a:ext uri="{FF2B5EF4-FFF2-40B4-BE49-F238E27FC236}">
                <a16:creationId xmlns:a16="http://schemas.microsoft.com/office/drawing/2014/main" id="{9B710887-AA3F-4447-8BF3-58BE671AB73C}"/>
              </a:ext>
            </a:extLst>
          </p:cNvPr>
          <p:cNvSpPr/>
          <p:nvPr/>
        </p:nvSpPr>
        <p:spPr>
          <a:xfrm>
            <a:off x="665090" y="2253300"/>
            <a:ext cx="549965" cy="556809"/>
          </a:xfrm>
          <a:prstGeom prst="ellipse">
            <a:avLst/>
          </a:prstGeom>
          <a:solidFill>
            <a:srgbClr val="A32020"/>
          </a:solidFill>
          <a:ln w="25400" cap="flat" cmpd="sng" algn="ctr">
            <a:noFill/>
            <a:prstDash val="solid"/>
          </a:ln>
          <a:effectLst/>
        </p:spPr>
        <p:txBody>
          <a:bodyPr lIns="45720" tIns="27432" rIns="45720" bIns="27432"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dirty="0">
                <a:ln>
                  <a:noFill/>
                </a:ln>
                <a:solidFill>
                  <a:srgbClr val="FFFFFF"/>
                </a:solidFill>
                <a:effectLst/>
                <a:uLnTx/>
                <a:uFillTx/>
                <a:latin typeface="+mj-lt"/>
                <a:ea typeface="+mn-ea"/>
                <a:cs typeface="+mn-cs"/>
              </a:rPr>
              <a:t>2</a:t>
            </a:r>
          </a:p>
        </p:txBody>
      </p:sp>
      <p:sp>
        <p:nvSpPr>
          <p:cNvPr id="9" name="Rectangle 8">
            <a:extLst>
              <a:ext uri="{FF2B5EF4-FFF2-40B4-BE49-F238E27FC236}">
                <a16:creationId xmlns:a16="http://schemas.microsoft.com/office/drawing/2014/main" id="{DCEA743E-871E-48F1-8826-F3C2241A6118}"/>
              </a:ext>
            </a:extLst>
          </p:cNvPr>
          <p:cNvSpPr/>
          <p:nvPr/>
        </p:nvSpPr>
        <p:spPr>
          <a:xfrm>
            <a:off x="1127275" y="3004792"/>
            <a:ext cx="10353522" cy="498463"/>
          </a:xfrm>
          <a:prstGeom prst="rect">
            <a:avLst/>
          </a:prstGeom>
          <a:solidFill>
            <a:srgbClr val="DEDEDE"/>
          </a:solidFill>
          <a:ln w="25400" cap="flat" cmpd="sng" algn="ctr">
            <a:noFill/>
            <a:prstDash val="solid"/>
          </a:ln>
          <a:effectLst/>
        </p:spPr>
        <p:txBody>
          <a:bodyPr spcFirstLastPara="0" vert="horz" wrap="square" lIns="389851" tIns="35560" rIns="35560" bIns="35560" numCol="1" spcCol="1270" anchor="ctr" anchorCtr="0">
            <a:noAutofit/>
          </a:bodyPr>
          <a:lstStyle/>
          <a:p>
            <a:pPr marL="0" marR="0" lvl="0" indent="0" defTabSz="622300" eaLnBrk="1" fontAlgn="auto" latinLnBrk="0" hangingPunct="1">
              <a:lnSpc>
                <a:spcPct val="90000"/>
              </a:lnSpc>
              <a:spcBef>
                <a:spcPct val="0"/>
              </a:spcBef>
              <a:spcAft>
                <a:spcPct val="35000"/>
              </a:spcAft>
              <a:buClrTx/>
              <a:buSzTx/>
              <a:buFontTx/>
              <a:buNone/>
              <a:tabLst/>
              <a:defRPr/>
            </a:pPr>
            <a:r>
              <a:rPr lang="en-US" sz="1500" b="1" kern="1200" dirty="0">
                <a:latin typeface="+mj-lt"/>
                <a:ea typeface="+mn-ea"/>
                <a:cs typeface="+mn-cs"/>
              </a:rPr>
              <a:t>Head office </a:t>
            </a:r>
            <a:r>
              <a:rPr lang="en-US" sz="1500" kern="1200" dirty="0">
                <a:latin typeface="+mj-lt"/>
                <a:ea typeface="+mn-ea"/>
                <a:cs typeface="+mn-cs"/>
              </a:rPr>
              <a:t>is added as separate</a:t>
            </a:r>
            <a:r>
              <a:rPr lang="en-US" sz="1500" b="1" kern="1200" dirty="0">
                <a:latin typeface="+mj-lt"/>
                <a:ea typeface="+mn-ea"/>
                <a:cs typeface="+mn-cs"/>
              </a:rPr>
              <a:t> </a:t>
            </a:r>
            <a:r>
              <a:rPr lang="en-US" sz="1500" b="1" kern="1200" dirty="0" err="1">
                <a:latin typeface="+mj-lt"/>
                <a:ea typeface="+mn-ea"/>
                <a:cs typeface="+mn-cs"/>
              </a:rPr>
              <a:t>KoB</a:t>
            </a:r>
            <a:r>
              <a:rPr lang="en-US" sz="1500" b="1" kern="1200" dirty="0">
                <a:latin typeface="+mj-lt"/>
                <a:ea typeface="+mn-ea"/>
                <a:cs typeface="+mn-cs"/>
              </a:rPr>
              <a:t>. </a:t>
            </a:r>
            <a:r>
              <a:rPr lang="en-US" sz="1500" kern="1200" dirty="0">
                <a:latin typeface="+mj-lt"/>
                <a:ea typeface="+mn-ea"/>
                <a:cs typeface="+mn-cs"/>
              </a:rPr>
              <a:t>Nutraceuticals and Non- Specified (Novel foods) are the newly added food business categories.</a:t>
            </a:r>
            <a:endParaRPr kumimoji="0" lang="en-US" sz="1500" b="0" i="0" u="none" strike="noStrike" kern="1200" cap="none" spc="0" normalizeH="0" baseline="0" noProof="0" dirty="0">
              <a:ln>
                <a:noFill/>
              </a:ln>
              <a:solidFill>
                <a:srgbClr val="000000"/>
              </a:solidFill>
              <a:effectLst/>
              <a:uLnTx/>
              <a:uFillTx/>
              <a:latin typeface="+mj-lt"/>
              <a:ea typeface="+mn-ea"/>
              <a:cs typeface="+mn-cs"/>
            </a:endParaRPr>
          </a:p>
        </p:txBody>
      </p:sp>
      <p:sp>
        <p:nvSpPr>
          <p:cNvPr id="10" name="Oval 9">
            <a:extLst>
              <a:ext uri="{FF2B5EF4-FFF2-40B4-BE49-F238E27FC236}">
                <a16:creationId xmlns:a16="http://schemas.microsoft.com/office/drawing/2014/main" id="{A414B120-5ABB-4F92-A19B-59C8DBD4AD92}"/>
              </a:ext>
            </a:extLst>
          </p:cNvPr>
          <p:cNvSpPr/>
          <p:nvPr/>
        </p:nvSpPr>
        <p:spPr>
          <a:xfrm>
            <a:off x="843971" y="2975191"/>
            <a:ext cx="551246" cy="556809"/>
          </a:xfrm>
          <a:prstGeom prst="ellipse">
            <a:avLst/>
          </a:prstGeom>
          <a:solidFill>
            <a:srgbClr val="A32020"/>
          </a:solidFill>
          <a:ln w="25400" cap="flat" cmpd="sng" algn="ctr">
            <a:noFill/>
            <a:prstDash val="solid"/>
          </a:ln>
          <a:effectLst/>
        </p:spPr>
        <p:txBody>
          <a:bodyPr lIns="45720" tIns="27432" rIns="45720" bIns="27432"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dirty="0">
                <a:ln>
                  <a:noFill/>
                </a:ln>
                <a:solidFill>
                  <a:srgbClr val="FFFFFF"/>
                </a:solidFill>
                <a:effectLst/>
                <a:uLnTx/>
                <a:uFillTx/>
                <a:latin typeface="+mj-lt"/>
                <a:ea typeface="+mn-ea"/>
                <a:cs typeface="+mn-cs"/>
              </a:rPr>
              <a:t>3</a:t>
            </a:r>
          </a:p>
        </p:txBody>
      </p:sp>
      <p:sp>
        <p:nvSpPr>
          <p:cNvPr id="18" name="Rectangle 17">
            <a:extLst>
              <a:ext uri="{FF2B5EF4-FFF2-40B4-BE49-F238E27FC236}">
                <a16:creationId xmlns:a16="http://schemas.microsoft.com/office/drawing/2014/main" id="{63BF2DA6-20AF-4DE7-B097-A84A8813D630}"/>
              </a:ext>
            </a:extLst>
          </p:cNvPr>
          <p:cNvSpPr/>
          <p:nvPr/>
        </p:nvSpPr>
        <p:spPr>
          <a:xfrm>
            <a:off x="994500" y="3724907"/>
            <a:ext cx="10486297" cy="498463"/>
          </a:xfrm>
          <a:prstGeom prst="rect">
            <a:avLst/>
          </a:prstGeom>
          <a:solidFill>
            <a:srgbClr val="DEDEDE"/>
          </a:solidFill>
          <a:ln w="25400" cap="flat" cmpd="sng" algn="ctr">
            <a:noFill/>
            <a:prstDash val="solid"/>
          </a:ln>
          <a:effectLst/>
        </p:spPr>
        <p:txBody>
          <a:bodyPr spcFirstLastPara="0" vert="horz" wrap="square" lIns="389851" tIns="35560" rIns="35560" bIns="35560" numCol="1" spcCol="1270" anchor="ctr" anchorCtr="0">
            <a:noAutofit/>
          </a:bodyPr>
          <a:lstStyle/>
          <a:p>
            <a:pPr lvl="0" defTabSz="622300">
              <a:lnSpc>
                <a:spcPct val="90000"/>
              </a:lnSpc>
              <a:spcBef>
                <a:spcPct val="0"/>
              </a:spcBef>
              <a:spcAft>
                <a:spcPct val="35000"/>
              </a:spcAft>
              <a:buClrTx/>
              <a:defRPr/>
            </a:pPr>
            <a:r>
              <a:rPr lang="en-US" sz="1500" b="1" kern="1200" dirty="0">
                <a:latin typeface="+mj-lt"/>
              </a:rPr>
              <a:t>Modification of License</a:t>
            </a:r>
            <a:r>
              <a:rPr lang="en-US" sz="1500" kern="1200" dirty="0">
                <a:latin typeface="+mj-lt"/>
              </a:rPr>
              <a:t>: Form-C (Chargeable at INR 1000) and Non Form-C.</a:t>
            </a:r>
          </a:p>
        </p:txBody>
      </p:sp>
      <p:sp>
        <p:nvSpPr>
          <p:cNvPr id="19" name="Oval 18">
            <a:extLst>
              <a:ext uri="{FF2B5EF4-FFF2-40B4-BE49-F238E27FC236}">
                <a16:creationId xmlns:a16="http://schemas.microsoft.com/office/drawing/2014/main" id="{64BB30F5-BF26-43CD-B4A1-5ABAFAE25AE9}"/>
              </a:ext>
            </a:extLst>
          </p:cNvPr>
          <p:cNvSpPr/>
          <p:nvPr/>
        </p:nvSpPr>
        <p:spPr>
          <a:xfrm>
            <a:off x="711198" y="3695306"/>
            <a:ext cx="558316" cy="556809"/>
          </a:xfrm>
          <a:prstGeom prst="ellipse">
            <a:avLst/>
          </a:prstGeom>
          <a:solidFill>
            <a:srgbClr val="A32020"/>
          </a:solidFill>
          <a:ln w="25400" cap="flat" cmpd="sng" algn="ctr">
            <a:noFill/>
            <a:prstDash val="solid"/>
          </a:ln>
          <a:effectLst/>
        </p:spPr>
        <p:txBody>
          <a:bodyPr lIns="45720" tIns="27432" rIns="45720" bIns="27432"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500" b="1" dirty="0">
                <a:solidFill>
                  <a:srgbClr val="FFFFFF"/>
                </a:solidFill>
                <a:latin typeface="+mj-lt"/>
                <a:ea typeface="+mn-ea"/>
                <a:cs typeface="+mn-cs"/>
              </a:rPr>
              <a:t>4</a:t>
            </a:r>
            <a:endParaRPr kumimoji="0" lang="en-GB" sz="1500" b="1" i="0" u="none" strike="noStrike" kern="0" cap="none" spc="0" normalizeH="0" baseline="0" noProof="0" dirty="0">
              <a:ln>
                <a:noFill/>
              </a:ln>
              <a:solidFill>
                <a:srgbClr val="FFFFFF"/>
              </a:solidFill>
              <a:effectLst/>
              <a:uLnTx/>
              <a:uFillTx/>
              <a:latin typeface="+mj-lt"/>
              <a:ea typeface="+mn-ea"/>
              <a:cs typeface="+mn-cs"/>
            </a:endParaRPr>
          </a:p>
        </p:txBody>
      </p:sp>
      <p:sp>
        <p:nvSpPr>
          <p:cNvPr id="22" name="Rectangle 21">
            <a:extLst>
              <a:ext uri="{FF2B5EF4-FFF2-40B4-BE49-F238E27FC236}">
                <a16:creationId xmlns:a16="http://schemas.microsoft.com/office/drawing/2014/main" id="{FE561A0D-CF99-4162-AE21-B208CC8D88FE}"/>
              </a:ext>
            </a:extLst>
          </p:cNvPr>
          <p:cNvSpPr/>
          <p:nvPr/>
        </p:nvSpPr>
        <p:spPr>
          <a:xfrm>
            <a:off x="599236" y="4467823"/>
            <a:ext cx="10881561" cy="498463"/>
          </a:xfrm>
          <a:prstGeom prst="rect">
            <a:avLst/>
          </a:prstGeom>
          <a:solidFill>
            <a:srgbClr val="DEDEDE"/>
          </a:solidFill>
          <a:ln w="25400" cap="flat" cmpd="sng" algn="ctr">
            <a:noFill/>
            <a:prstDash val="solid"/>
          </a:ln>
          <a:effectLst/>
        </p:spPr>
        <p:txBody>
          <a:bodyPr spcFirstLastPara="0" vert="horz" wrap="square" lIns="457200" tIns="35560" rIns="35560" bIns="35560" numCol="1" spcCol="1270" anchor="ctr" anchorCtr="0">
            <a:noAutofit/>
          </a:bodyPr>
          <a:lstStyle/>
          <a:p>
            <a:pPr lvl="0" defTabSz="622300">
              <a:lnSpc>
                <a:spcPct val="90000"/>
              </a:lnSpc>
              <a:spcBef>
                <a:spcPct val="0"/>
              </a:spcBef>
              <a:spcAft>
                <a:spcPct val="35000"/>
              </a:spcAft>
              <a:buClrTx/>
              <a:defRPr/>
            </a:pPr>
            <a:r>
              <a:rPr lang="en-GB" sz="1500" b="1" dirty="0">
                <a:latin typeface="+mj-lt"/>
              </a:rPr>
              <a:t>Existing Manufacturers must apply for modification in their licenses </a:t>
            </a:r>
            <a:r>
              <a:rPr lang="en-GB" sz="1500" dirty="0">
                <a:latin typeface="+mj-lt"/>
              </a:rPr>
              <a:t>by selecting their products from the available list of standardised products.</a:t>
            </a:r>
            <a:endParaRPr lang="en-US" sz="1500" kern="1200" dirty="0">
              <a:latin typeface="+mj-lt"/>
            </a:endParaRPr>
          </a:p>
        </p:txBody>
      </p:sp>
      <p:sp>
        <p:nvSpPr>
          <p:cNvPr id="23" name="Oval 22">
            <a:extLst>
              <a:ext uri="{FF2B5EF4-FFF2-40B4-BE49-F238E27FC236}">
                <a16:creationId xmlns:a16="http://schemas.microsoft.com/office/drawing/2014/main" id="{B7C408A7-04B8-4F52-813B-3E682557B567}"/>
              </a:ext>
            </a:extLst>
          </p:cNvPr>
          <p:cNvSpPr/>
          <p:nvPr/>
        </p:nvSpPr>
        <p:spPr>
          <a:xfrm>
            <a:off x="358680" y="4436075"/>
            <a:ext cx="549965" cy="556809"/>
          </a:xfrm>
          <a:prstGeom prst="ellipse">
            <a:avLst/>
          </a:prstGeom>
          <a:solidFill>
            <a:srgbClr val="A32020"/>
          </a:solidFill>
          <a:ln w="25400" cap="flat" cmpd="sng" algn="ctr">
            <a:noFill/>
            <a:prstDash val="solid"/>
          </a:ln>
          <a:effectLst/>
        </p:spPr>
        <p:txBody>
          <a:bodyPr lIns="45720" tIns="27432" rIns="45720" bIns="27432"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dirty="0">
                <a:ln>
                  <a:noFill/>
                </a:ln>
                <a:solidFill>
                  <a:srgbClr val="FFFFFF"/>
                </a:solidFill>
                <a:effectLst/>
                <a:uLnTx/>
                <a:uFillTx/>
                <a:latin typeface="+mj-lt"/>
                <a:ea typeface="+mn-ea"/>
                <a:cs typeface="+mn-cs"/>
              </a:rPr>
              <a:t>5</a:t>
            </a:r>
          </a:p>
        </p:txBody>
      </p:sp>
      <p:sp>
        <p:nvSpPr>
          <p:cNvPr id="17" name="Slide Number Placeholder 2">
            <a:extLst>
              <a:ext uri="{FF2B5EF4-FFF2-40B4-BE49-F238E27FC236}">
                <a16:creationId xmlns:a16="http://schemas.microsoft.com/office/drawing/2014/main" id="{35C2FFC1-D031-4312-9919-7B66854866FA}"/>
              </a:ext>
            </a:extLst>
          </p:cNvPr>
          <p:cNvSpPr>
            <a:spLocks noGrp="1"/>
          </p:cNvSpPr>
          <p:nvPr>
            <p:ph type="sldNum" idx="12"/>
          </p:nvPr>
        </p:nvSpPr>
        <p:spPr>
          <a:xfrm>
            <a:off x="9420664" y="5773615"/>
            <a:ext cx="2036064" cy="152400"/>
          </a:xfrm>
        </p:spPr>
        <p:txBody>
          <a:bodyPr/>
          <a:lstStyle/>
          <a:p>
            <a:pPr marL="0" lvl="0" indent="0" algn="r" rtl="0">
              <a:spcBef>
                <a:spcPts val="0"/>
              </a:spcBef>
              <a:spcAft>
                <a:spcPts val="0"/>
              </a:spcAft>
              <a:buNone/>
            </a:pPr>
            <a:fld id="{00000000-1234-1234-1234-123412341234}" type="slidenum">
              <a:rPr lang="en-US" smtClean="0">
                <a:latin typeface="+mj-lt"/>
              </a:rPr>
              <a:t>17</a:t>
            </a:fld>
            <a:endParaRPr lang="en-US" dirty="0">
              <a:latin typeface="+mj-lt"/>
            </a:endParaRPr>
          </a:p>
        </p:txBody>
      </p:sp>
    </p:spTree>
    <p:extLst>
      <p:ext uri="{BB962C8B-B14F-4D97-AF65-F5344CB8AC3E}">
        <p14:creationId xmlns:p14="http://schemas.microsoft.com/office/powerpoint/2010/main" val="3065557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pic>
        <p:nvPicPr>
          <p:cNvPr id="445" name="Google Shape;445;p51"/>
          <p:cNvPicPr preferRelativeResize="0"/>
          <p:nvPr/>
        </p:nvPicPr>
        <p:blipFill rotWithShape="1">
          <a:blip r:embed="rId3">
            <a:alphaModFix/>
          </a:blip>
          <a:srcRect t="9181" b="6430"/>
          <a:stretch/>
        </p:blipFill>
        <p:spPr>
          <a:xfrm>
            <a:off x="0" y="0"/>
            <a:ext cx="12191997" cy="6858003"/>
          </a:xfrm>
          <a:prstGeom prst="rect">
            <a:avLst/>
          </a:prstGeom>
          <a:noFill/>
          <a:ln>
            <a:noFill/>
          </a:ln>
        </p:spPr>
      </p:pic>
      <p:sp>
        <p:nvSpPr>
          <p:cNvPr id="446" name="Google Shape;446;p51"/>
          <p:cNvSpPr/>
          <p:nvPr/>
        </p:nvSpPr>
        <p:spPr>
          <a:xfrm rot="-5400000" flipH="1">
            <a:off x="7933537" y="1422400"/>
            <a:ext cx="1524000" cy="7010400"/>
          </a:xfrm>
          <a:prstGeom prst="round2SameRect">
            <a:avLst>
              <a:gd name="adj1" fmla="val 7727"/>
              <a:gd name="adj2" fmla="val 0"/>
            </a:avLst>
          </a:prstGeom>
          <a:solidFill>
            <a:srgbClr val="DB536A">
              <a:alpha val="73460"/>
            </a:srgbClr>
          </a:solidFill>
          <a:ln>
            <a:noFill/>
          </a:ln>
        </p:spPr>
        <p:txBody>
          <a:bodyPr spcFirstLastPara="1" wrap="square" lIns="240000" tIns="60933" rIns="240000" bIns="60933" anchor="ctr" anchorCtr="0">
            <a:noAutofit/>
          </a:bodyPr>
          <a:lstStyle/>
          <a:p>
            <a:pPr algn="r">
              <a:buSzPts val="1600"/>
            </a:pPr>
            <a:endParaRPr sz="2133" b="1" i="1">
              <a:solidFill>
                <a:srgbClr val="FFFFFF"/>
              </a:solidFill>
              <a:latin typeface="Georgia"/>
              <a:ea typeface="Georgia"/>
              <a:cs typeface="Georgia"/>
              <a:sym typeface="Georgia"/>
            </a:endParaRPr>
          </a:p>
        </p:txBody>
      </p:sp>
      <p:sp>
        <p:nvSpPr>
          <p:cNvPr id="447" name="Google Shape;447;p51"/>
          <p:cNvSpPr txBox="1"/>
          <p:nvPr/>
        </p:nvSpPr>
        <p:spPr>
          <a:xfrm>
            <a:off x="5900739" y="4579851"/>
            <a:ext cx="5792000" cy="574400"/>
          </a:xfrm>
          <a:prstGeom prst="rect">
            <a:avLst/>
          </a:prstGeom>
          <a:noFill/>
          <a:ln>
            <a:noFill/>
          </a:ln>
        </p:spPr>
        <p:txBody>
          <a:bodyPr spcFirstLastPara="1" wrap="square" lIns="0" tIns="0" rIns="0" bIns="0" anchor="t" anchorCtr="0">
            <a:noAutofit/>
          </a:bodyPr>
          <a:lstStyle/>
          <a:p>
            <a:pPr>
              <a:buClr>
                <a:srgbClr val="FFFFFF"/>
              </a:buClr>
              <a:buSzPts val="2800"/>
            </a:pPr>
            <a:r>
              <a:rPr lang="en-US" sz="3200" b="1" i="1" dirty="0">
                <a:solidFill>
                  <a:srgbClr val="FFFFFF"/>
                </a:solidFill>
                <a:latin typeface="Georgia"/>
                <a:ea typeface="Georgia"/>
                <a:cs typeface="Georgia"/>
                <a:sym typeface="Georgia"/>
              </a:rPr>
              <a:t>FoSCoS for Designated Officers (DO)</a:t>
            </a:r>
            <a:endParaRPr sz="3200" b="1" i="1" dirty="0">
              <a:solidFill>
                <a:srgbClr val="FFFFFF"/>
              </a:solidFill>
              <a:latin typeface="Georgia"/>
              <a:ea typeface="Georgia"/>
              <a:cs typeface="Georgia"/>
              <a:sym typeface="Georgia"/>
            </a:endParaRPr>
          </a:p>
        </p:txBody>
      </p:sp>
      <p:sp>
        <p:nvSpPr>
          <p:cNvPr id="448" name="Google Shape;448;p51"/>
          <p:cNvSpPr/>
          <p:nvPr/>
        </p:nvSpPr>
        <p:spPr>
          <a:xfrm>
            <a:off x="5682493" y="4479579"/>
            <a:ext cx="6010400" cy="178800"/>
          </a:xfrm>
          <a:custGeom>
            <a:avLst/>
            <a:gdLst/>
            <a:ahLst/>
            <a:cxnLst/>
            <a:rect l="l" t="t" r="r" b="b"/>
            <a:pathLst>
              <a:path w="120000" h="120000" extrusionOk="0">
                <a:moveTo>
                  <a:pt x="0" y="119999"/>
                </a:moveTo>
                <a:lnTo>
                  <a:pt x="0" y="0"/>
                </a:lnTo>
                <a:lnTo>
                  <a:pt x="120000" y="0"/>
                </a:lnTo>
              </a:path>
            </a:pathLst>
          </a:custGeom>
          <a:noFill/>
          <a:ln w="9525" cap="flat" cmpd="sng">
            <a:solidFill>
              <a:srgbClr val="FFFFFF"/>
            </a:solidFill>
            <a:prstDash val="solid"/>
            <a:round/>
            <a:headEnd type="none" w="sm" len="sm"/>
            <a:tailEnd type="none" w="sm" len="sm"/>
          </a:ln>
        </p:spPr>
        <p:txBody>
          <a:bodyPr spcFirstLastPara="1" wrap="square" lIns="121900" tIns="60933" rIns="121900" bIns="60933" anchor="ctr" anchorCtr="0">
            <a:noAutofit/>
          </a:bodyPr>
          <a:lstStyle/>
          <a:p>
            <a:pPr algn="ctr">
              <a:buSzPts val="1400"/>
            </a:pPr>
            <a:endParaRPr sz="1867">
              <a:solidFill>
                <a:srgbClr val="FFFFFF"/>
              </a:solidFill>
            </a:endParaRPr>
          </a:p>
        </p:txBody>
      </p:sp>
    </p:spTree>
    <p:extLst>
      <p:ext uri="{BB962C8B-B14F-4D97-AF65-F5344CB8AC3E}">
        <p14:creationId xmlns:p14="http://schemas.microsoft.com/office/powerpoint/2010/main" val="18655432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3CD5D5-C9A9-4C46-BE65-4E15494EE7D5}"/>
              </a:ext>
            </a:extLst>
          </p:cNvPr>
          <p:cNvSpPr>
            <a:spLocks noGrp="1"/>
          </p:cNvSpPr>
          <p:nvPr>
            <p:ph type="title"/>
          </p:nvPr>
        </p:nvSpPr>
        <p:spPr/>
        <p:txBody>
          <a:bodyPr/>
          <a:lstStyle/>
          <a:p>
            <a:r>
              <a:rPr lang="en-GB" dirty="0"/>
              <a:t>Processing of license in ONLY two stages</a:t>
            </a:r>
            <a:endParaRPr lang="en-US" dirty="0"/>
          </a:p>
        </p:txBody>
      </p:sp>
      <p:sp>
        <p:nvSpPr>
          <p:cNvPr id="54" name="Slide Number Placeholder 5">
            <a:extLst>
              <a:ext uri="{FF2B5EF4-FFF2-40B4-BE49-F238E27FC236}">
                <a16:creationId xmlns:a16="http://schemas.microsoft.com/office/drawing/2014/main" id="{D183BFD8-10C6-4E0B-9FDD-4F3D551C996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dirty="0"/>
          </a:p>
        </p:txBody>
      </p:sp>
      <p:grpSp>
        <p:nvGrpSpPr>
          <p:cNvPr id="4" name="Group 3">
            <a:extLst>
              <a:ext uri="{FF2B5EF4-FFF2-40B4-BE49-F238E27FC236}">
                <a16:creationId xmlns:a16="http://schemas.microsoft.com/office/drawing/2014/main" id="{6D0E3018-BC3F-40B1-B366-CFB3271F01D8}"/>
              </a:ext>
            </a:extLst>
          </p:cNvPr>
          <p:cNvGrpSpPr/>
          <p:nvPr/>
        </p:nvGrpSpPr>
        <p:grpSpPr>
          <a:xfrm>
            <a:off x="290378" y="1352608"/>
            <a:ext cx="4524240" cy="2104896"/>
            <a:chOff x="49748" y="1252218"/>
            <a:chExt cx="4524240" cy="2104896"/>
          </a:xfrm>
        </p:grpSpPr>
        <p:sp>
          <p:nvSpPr>
            <p:cNvPr id="30" name="Freeform 16">
              <a:extLst>
                <a:ext uri="{FF2B5EF4-FFF2-40B4-BE49-F238E27FC236}">
                  <a16:creationId xmlns:a16="http://schemas.microsoft.com/office/drawing/2014/main" id="{E69A5720-0647-4E6D-B60F-E87BDAA86DA6}"/>
                </a:ext>
              </a:extLst>
            </p:cNvPr>
            <p:cNvSpPr>
              <a:spLocks/>
            </p:cNvSpPr>
            <p:nvPr/>
          </p:nvSpPr>
          <p:spPr bwMode="auto">
            <a:xfrm>
              <a:off x="516368" y="1252219"/>
              <a:ext cx="1567374" cy="718715"/>
            </a:xfrm>
            <a:custGeom>
              <a:avLst/>
              <a:gdLst/>
              <a:ahLst/>
              <a:cxnLst>
                <a:cxn ang="0">
                  <a:pos x="669" y="0"/>
                </a:cxn>
                <a:cxn ang="0">
                  <a:pos x="0" y="0"/>
                </a:cxn>
                <a:cxn ang="0">
                  <a:pos x="0" y="25"/>
                </a:cxn>
                <a:cxn ang="0">
                  <a:pos x="591" y="25"/>
                </a:cxn>
                <a:cxn ang="0">
                  <a:pos x="721" y="186"/>
                </a:cxn>
                <a:cxn ang="0">
                  <a:pos x="569" y="373"/>
                </a:cxn>
                <a:cxn ang="0">
                  <a:pos x="669" y="373"/>
                </a:cxn>
                <a:cxn ang="0">
                  <a:pos x="827" y="186"/>
                </a:cxn>
                <a:cxn ang="0">
                  <a:pos x="669" y="0"/>
                </a:cxn>
              </a:cxnLst>
              <a:rect l="0" t="0" r="r" b="b"/>
              <a:pathLst>
                <a:path w="827" h="373">
                  <a:moveTo>
                    <a:pt x="669" y="0"/>
                  </a:moveTo>
                  <a:lnTo>
                    <a:pt x="0" y="0"/>
                  </a:lnTo>
                  <a:lnTo>
                    <a:pt x="0" y="25"/>
                  </a:lnTo>
                  <a:lnTo>
                    <a:pt x="591" y="25"/>
                  </a:lnTo>
                  <a:lnTo>
                    <a:pt x="721" y="186"/>
                  </a:lnTo>
                  <a:lnTo>
                    <a:pt x="569" y="373"/>
                  </a:lnTo>
                  <a:lnTo>
                    <a:pt x="669" y="373"/>
                  </a:lnTo>
                  <a:lnTo>
                    <a:pt x="827" y="186"/>
                  </a:lnTo>
                  <a:lnTo>
                    <a:pt x="669" y="0"/>
                  </a:ln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endParaRPr lang="en-US" b="1" dirty="0">
                <a:latin typeface="Arial (Headings)"/>
              </a:endParaRPr>
            </a:p>
          </p:txBody>
        </p:sp>
        <p:sp>
          <p:nvSpPr>
            <p:cNvPr id="35" name="Freeform 16">
              <a:extLst>
                <a:ext uri="{FF2B5EF4-FFF2-40B4-BE49-F238E27FC236}">
                  <a16:creationId xmlns:a16="http://schemas.microsoft.com/office/drawing/2014/main" id="{A70CB9D6-BD4A-4BDB-8F98-F168CA4C3636}"/>
                </a:ext>
              </a:extLst>
            </p:cNvPr>
            <p:cNvSpPr>
              <a:spLocks/>
            </p:cNvSpPr>
            <p:nvPr/>
          </p:nvSpPr>
          <p:spPr bwMode="auto">
            <a:xfrm>
              <a:off x="2948885" y="1252218"/>
              <a:ext cx="1567374" cy="718715"/>
            </a:xfrm>
            <a:custGeom>
              <a:avLst/>
              <a:gdLst/>
              <a:ahLst/>
              <a:cxnLst>
                <a:cxn ang="0">
                  <a:pos x="669" y="0"/>
                </a:cxn>
                <a:cxn ang="0">
                  <a:pos x="0" y="0"/>
                </a:cxn>
                <a:cxn ang="0">
                  <a:pos x="0" y="25"/>
                </a:cxn>
                <a:cxn ang="0">
                  <a:pos x="591" y="25"/>
                </a:cxn>
                <a:cxn ang="0">
                  <a:pos x="721" y="186"/>
                </a:cxn>
                <a:cxn ang="0">
                  <a:pos x="569" y="373"/>
                </a:cxn>
                <a:cxn ang="0">
                  <a:pos x="669" y="373"/>
                </a:cxn>
                <a:cxn ang="0">
                  <a:pos x="827" y="186"/>
                </a:cxn>
                <a:cxn ang="0">
                  <a:pos x="669" y="0"/>
                </a:cxn>
              </a:cxnLst>
              <a:rect l="0" t="0" r="r" b="b"/>
              <a:pathLst>
                <a:path w="827" h="373">
                  <a:moveTo>
                    <a:pt x="669" y="0"/>
                  </a:moveTo>
                  <a:lnTo>
                    <a:pt x="0" y="0"/>
                  </a:lnTo>
                  <a:lnTo>
                    <a:pt x="0" y="25"/>
                  </a:lnTo>
                  <a:lnTo>
                    <a:pt x="591" y="25"/>
                  </a:lnTo>
                  <a:lnTo>
                    <a:pt x="721" y="186"/>
                  </a:lnTo>
                  <a:lnTo>
                    <a:pt x="569" y="373"/>
                  </a:lnTo>
                  <a:lnTo>
                    <a:pt x="669" y="373"/>
                  </a:lnTo>
                  <a:lnTo>
                    <a:pt x="827" y="186"/>
                  </a:lnTo>
                  <a:lnTo>
                    <a:pt x="669" y="0"/>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US" b="1" dirty="0">
                <a:latin typeface="Arial (Headings)"/>
              </a:endParaRPr>
            </a:p>
          </p:txBody>
        </p:sp>
        <p:sp>
          <p:nvSpPr>
            <p:cNvPr id="12" name="TextBox 11">
              <a:extLst>
                <a:ext uri="{FF2B5EF4-FFF2-40B4-BE49-F238E27FC236}">
                  <a16:creationId xmlns:a16="http://schemas.microsoft.com/office/drawing/2014/main" id="{37C14D24-F591-4533-9B82-F1EAED1B6AE9}"/>
                </a:ext>
              </a:extLst>
            </p:cNvPr>
            <p:cNvSpPr txBox="1"/>
            <p:nvPr/>
          </p:nvSpPr>
          <p:spPr>
            <a:xfrm>
              <a:off x="49748" y="1345316"/>
              <a:ext cx="1857882" cy="784830"/>
            </a:xfrm>
            <a:prstGeom prst="rect">
              <a:avLst/>
            </a:prstGeom>
            <a:noFill/>
            <a:ln>
              <a:noFill/>
            </a:ln>
          </p:spPr>
          <p:txBody>
            <a:bodyPr wrap="square" rtlCol="0">
              <a:spAutoFit/>
            </a:bodyPr>
            <a:lstStyle/>
            <a:p>
              <a:r>
                <a:rPr lang="en-GB" sz="1500" b="1" dirty="0"/>
                <a:t>Stage-1: Check Jurisdiction and fees receipt</a:t>
              </a:r>
            </a:p>
          </p:txBody>
        </p:sp>
        <p:sp>
          <p:nvSpPr>
            <p:cNvPr id="36" name="TextBox 35">
              <a:extLst>
                <a:ext uri="{FF2B5EF4-FFF2-40B4-BE49-F238E27FC236}">
                  <a16:creationId xmlns:a16="http://schemas.microsoft.com/office/drawing/2014/main" id="{C976B4C1-3572-47E0-8F2D-6D94B133CF1F}"/>
                </a:ext>
              </a:extLst>
            </p:cNvPr>
            <p:cNvSpPr txBox="1"/>
            <p:nvPr/>
          </p:nvSpPr>
          <p:spPr>
            <a:xfrm>
              <a:off x="2319668" y="1339309"/>
              <a:ext cx="2003529" cy="553998"/>
            </a:xfrm>
            <a:prstGeom prst="rect">
              <a:avLst/>
            </a:prstGeom>
            <a:noFill/>
            <a:ln>
              <a:noFill/>
            </a:ln>
          </p:spPr>
          <p:txBody>
            <a:bodyPr wrap="square" rtlCol="0">
              <a:spAutoFit/>
            </a:bodyPr>
            <a:lstStyle/>
            <a:p>
              <a:r>
                <a:rPr lang="en-GB" sz="1500" b="1" dirty="0"/>
                <a:t>Stage-2: Document Scrutinization</a:t>
              </a:r>
            </a:p>
          </p:txBody>
        </p:sp>
        <p:sp>
          <p:nvSpPr>
            <p:cNvPr id="37" name="TextBox 36">
              <a:extLst>
                <a:ext uri="{FF2B5EF4-FFF2-40B4-BE49-F238E27FC236}">
                  <a16:creationId xmlns:a16="http://schemas.microsoft.com/office/drawing/2014/main" id="{1818BCFC-A68B-40A5-ABE3-58B27D887E89}"/>
                </a:ext>
              </a:extLst>
            </p:cNvPr>
            <p:cNvSpPr txBox="1"/>
            <p:nvPr/>
          </p:nvSpPr>
          <p:spPr>
            <a:xfrm>
              <a:off x="695659" y="2957004"/>
              <a:ext cx="3878329" cy="400110"/>
            </a:xfrm>
            <a:prstGeom prst="rect">
              <a:avLst/>
            </a:prstGeom>
            <a:noFill/>
          </p:spPr>
          <p:txBody>
            <a:bodyPr wrap="square" rtlCol="0">
              <a:spAutoFit/>
            </a:bodyPr>
            <a:lstStyle/>
            <a:p>
              <a:r>
                <a:rPr lang="en-GB" sz="2000" b="1" i="1" dirty="0"/>
                <a:t>Proceed to Generate License</a:t>
              </a:r>
            </a:p>
          </p:txBody>
        </p:sp>
        <p:sp>
          <p:nvSpPr>
            <p:cNvPr id="14" name="Arrow: Right 13">
              <a:extLst>
                <a:ext uri="{FF2B5EF4-FFF2-40B4-BE49-F238E27FC236}">
                  <a16:creationId xmlns:a16="http://schemas.microsoft.com/office/drawing/2014/main" id="{5D1FE1AB-1079-46A8-AD23-1FEE02CB259E}"/>
                </a:ext>
              </a:extLst>
            </p:cNvPr>
            <p:cNvSpPr/>
            <p:nvPr/>
          </p:nvSpPr>
          <p:spPr>
            <a:xfrm rot="5400000">
              <a:off x="2012410" y="1725411"/>
              <a:ext cx="614517" cy="1590162"/>
            </a:xfrm>
            <a:prstGeom prst="rightArrow">
              <a:avLst>
                <a:gd name="adj1" fmla="val 50000"/>
                <a:gd name="adj2" fmla="val 38000"/>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8" name="Group 37">
            <a:extLst>
              <a:ext uri="{FF2B5EF4-FFF2-40B4-BE49-F238E27FC236}">
                <a16:creationId xmlns:a16="http://schemas.microsoft.com/office/drawing/2014/main" id="{BD675240-0FA9-4E47-9AA1-A09908F7D1BE}"/>
              </a:ext>
            </a:extLst>
          </p:cNvPr>
          <p:cNvGrpSpPr/>
          <p:nvPr/>
        </p:nvGrpSpPr>
        <p:grpSpPr>
          <a:xfrm>
            <a:off x="6233464" y="1175556"/>
            <a:ext cx="2218087" cy="2209800"/>
            <a:chOff x="6371118" y="936013"/>
            <a:chExt cx="2218087" cy="2209800"/>
          </a:xfrm>
        </p:grpSpPr>
        <p:pic>
          <p:nvPicPr>
            <p:cNvPr id="40" name="Picture 39">
              <a:extLst>
                <a:ext uri="{FF2B5EF4-FFF2-40B4-BE49-F238E27FC236}">
                  <a16:creationId xmlns:a16="http://schemas.microsoft.com/office/drawing/2014/main" id="{193647EF-607B-485C-9397-C946BB2BFF23}"/>
                </a:ext>
              </a:extLst>
            </p:cNvPr>
            <p:cNvPicPr>
              <a:picLocks noChangeAspect="1"/>
            </p:cNvPicPr>
            <p:nvPr/>
          </p:nvPicPr>
          <p:blipFill>
            <a:blip r:embed="rId2"/>
            <a:stretch>
              <a:fillRect/>
            </a:stretch>
          </p:blipFill>
          <p:spPr>
            <a:xfrm>
              <a:off x="6420965" y="936013"/>
              <a:ext cx="2168240" cy="2209800"/>
            </a:xfrm>
            <a:prstGeom prst="rect">
              <a:avLst/>
            </a:prstGeom>
          </p:spPr>
        </p:pic>
        <p:sp>
          <p:nvSpPr>
            <p:cNvPr id="41" name="Rectangle: Rounded Corners 40">
              <a:extLst>
                <a:ext uri="{FF2B5EF4-FFF2-40B4-BE49-F238E27FC236}">
                  <a16:creationId xmlns:a16="http://schemas.microsoft.com/office/drawing/2014/main" id="{52D6A347-7EC9-44BD-849E-A077FA1179AB}"/>
                </a:ext>
              </a:extLst>
            </p:cNvPr>
            <p:cNvSpPr/>
            <p:nvPr/>
          </p:nvSpPr>
          <p:spPr>
            <a:xfrm>
              <a:off x="6371118" y="1201553"/>
              <a:ext cx="2218087" cy="344630"/>
            </a:xfrm>
            <a:prstGeom prst="round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2" name="Picture 41">
            <a:extLst>
              <a:ext uri="{FF2B5EF4-FFF2-40B4-BE49-F238E27FC236}">
                <a16:creationId xmlns:a16="http://schemas.microsoft.com/office/drawing/2014/main" id="{73D54D34-F022-4BD7-954B-704D59863373}"/>
              </a:ext>
            </a:extLst>
          </p:cNvPr>
          <p:cNvPicPr>
            <a:picLocks noChangeAspect="1"/>
          </p:cNvPicPr>
          <p:nvPr/>
        </p:nvPicPr>
        <p:blipFill>
          <a:blip r:embed="rId3"/>
          <a:stretch>
            <a:fillRect/>
          </a:stretch>
        </p:blipFill>
        <p:spPr>
          <a:xfrm>
            <a:off x="5507178" y="2016489"/>
            <a:ext cx="2200275" cy="2602378"/>
          </a:xfrm>
          <a:prstGeom prst="rect">
            <a:avLst/>
          </a:prstGeom>
        </p:spPr>
      </p:pic>
      <p:pic>
        <p:nvPicPr>
          <p:cNvPr id="43" name="Picture 42">
            <a:extLst>
              <a:ext uri="{FF2B5EF4-FFF2-40B4-BE49-F238E27FC236}">
                <a16:creationId xmlns:a16="http://schemas.microsoft.com/office/drawing/2014/main" id="{71EB1732-0466-4C5D-A2B3-5A8E703B1EEC}"/>
              </a:ext>
            </a:extLst>
          </p:cNvPr>
          <p:cNvPicPr>
            <a:picLocks noChangeAspect="1"/>
          </p:cNvPicPr>
          <p:nvPr/>
        </p:nvPicPr>
        <p:blipFill>
          <a:blip r:embed="rId4"/>
          <a:stretch>
            <a:fillRect/>
          </a:stretch>
        </p:blipFill>
        <p:spPr>
          <a:xfrm>
            <a:off x="5507178" y="2558926"/>
            <a:ext cx="6303291" cy="2632003"/>
          </a:xfrm>
          <a:prstGeom prst="rect">
            <a:avLst/>
          </a:prstGeom>
        </p:spPr>
      </p:pic>
      <p:pic>
        <p:nvPicPr>
          <p:cNvPr id="56" name="Picture 55">
            <a:extLst>
              <a:ext uri="{FF2B5EF4-FFF2-40B4-BE49-F238E27FC236}">
                <a16:creationId xmlns:a16="http://schemas.microsoft.com/office/drawing/2014/main" id="{F95EB298-B313-4332-878F-9E301B9D4709}"/>
              </a:ext>
            </a:extLst>
          </p:cNvPr>
          <p:cNvPicPr>
            <a:picLocks noChangeAspect="1"/>
          </p:cNvPicPr>
          <p:nvPr/>
        </p:nvPicPr>
        <p:blipFill>
          <a:blip r:embed="rId5"/>
          <a:stretch>
            <a:fillRect/>
          </a:stretch>
        </p:blipFill>
        <p:spPr>
          <a:xfrm>
            <a:off x="5507178" y="3429000"/>
            <a:ext cx="6066340" cy="2514433"/>
          </a:xfrm>
          <a:prstGeom prst="rect">
            <a:avLst/>
          </a:prstGeom>
        </p:spPr>
      </p:pic>
      <p:grpSp>
        <p:nvGrpSpPr>
          <p:cNvPr id="61" name="Group 60">
            <a:extLst>
              <a:ext uri="{FF2B5EF4-FFF2-40B4-BE49-F238E27FC236}">
                <a16:creationId xmlns:a16="http://schemas.microsoft.com/office/drawing/2014/main" id="{274D7073-4D2D-45E0-B140-6063D7B6BE5F}"/>
              </a:ext>
            </a:extLst>
          </p:cNvPr>
          <p:cNvGrpSpPr/>
          <p:nvPr/>
        </p:nvGrpSpPr>
        <p:grpSpPr>
          <a:xfrm>
            <a:off x="115564" y="3743313"/>
            <a:ext cx="5300498" cy="3065314"/>
            <a:chOff x="140677" y="3835790"/>
            <a:chExt cx="5140243" cy="3065314"/>
          </a:xfrm>
        </p:grpSpPr>
        <p:sp>
          <p:nvSpPr>
            <p:cNvPr id="62" name="TextBox 61">
              <a:extLst>
                <a:ext uri="{FF2B5EF4-FFF2-40B4-BE49-F238E27FC236}">
                  <a16:creationId xmlns:a16="http://schemas.microsoft.com/office/drawing/2014/main" id="{B434C3B8-F5E5-41EE-AE17-96E61ED1E08E}"/>
                </a:ext>
              </a:extLst>
            </p:cNvPr>
            <p:cNvSpPr txBox="1"/>
            <p:nvPr/>
          </p:nvSpPr>
          <p:spPr>
            <a:xfrm>
              <a:off x="310206" y="4081550"/>
              <a:ext cx="4970714" cy="281955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sz="1500" dirty="0"/>
                <a:t>Two Stage process for DO to generate license </a:t>
              </a:r>
              <a:r>
                <a:rPr lang="en-GB" sz="1500" b="1" dirty="0"/>
                <a:t>If inspection is not required.</a:t>
              </a:r>
            </a:p>
            <a:p>
              <a:pPr marL="285750" indent="-285750">
                <a:lnSpc>
                  <a:spcPct val="150000"/>
                </a:lnSpc>
                <a:buFont typeface="Arial" panose="020B0604020202020204" pitchFamily="34" charset="0"/>
                <a:buChar char="•"/>
              </a:pPr>
              <a:r>
                <a:rPr lang="en-US" sz="1500" dirty="0"/>
                <a:t>Sequencing of applications for scrutinization has been set as First in First Out (FIFO).</a:t>
              </a:r>
            </a:p>
            <a:p>
              <a:pPr marL="285750" indent="-285750">
                <a:lnSpc>
                  <a:spcPct val="150000"/>
                </a:lnSpc>
                <a:buFont typeface="Arial" panose="020B0604020202020204" pitchFamily="34" charset="0"/>
                <a:buChar char="•"/>
              </a:pPr>
              <a:r>
                <a:rPr lang="en-GB" sz="1500" dirty="0"/>
                <a:t>All application under processing in FLRS will be shifted to Stage-1 ( for State Licenses/ Registrations) and Stage 2 (for Central Licenses) of FoSCoS.</a:t>
              </a:r>
            </a:p>
            <a:p>
              <a:pPr marL="285750" indent="-285750">
                <a:lnSpc>
                  <a:spcPct val="150000"/>
                </a:lnSpc>
                <a:buFont typeface="Arial" panose="020B0604020202020204" pitchFamily="34" charset="0"/>
                <a:buChar char="•"/>
              </a:pPr>
              <a:r>
                <a:rPr lang="en-GB" sz="1500" dirty="0"/>
                <a:t>For detailed process flow, </a:t>
              </a:r>
              <a:r>
                <a:rPr lang="en-GB" sz="1500" dirty="0">
                  <a:hlinkClick r:id="rId6" action="ppaction://hlinksldjump"/>
                </a:rPr>
                <a:t>click</a:t>
              </a:r>
              <a:endParaRPr lang="en-GB" sz="1500" dirty="0"/>
            </a:p>
          </p:txBody>
        </p:sp>
        <p:sp>
          <p:nvSpPr>
            <p:cNvPr id="63" name="TextBox 62">
              <a:extLst>
                <a:ext uri="{FF2B5EF4-FFF2-40B4-BE49-F238E27FC236}">
                  <a16:creationId xmlns:a16="http://schemas.microsoft.com/office/drawing/2014/main" id="{F5034352-467F-44A6-8A97-254723438920}"/>
                </a:ext>
              </a:extLst>
            </p:cNvPr>
            <p:cNvSpPr txBox="1"/>
            <p:nvPr/>
          </p:nvSpPr>
          <p:spPr>
            <a:xfrm>
              <a:off x="140677" y="3835790"/>
              <a:ext cx="1427905" cy="323165"/>
            </a:xfrm>
            <a:prstGeom prst="rect">
              <a:avLst/>
            </a:prstGeom>
            <a:noFill/>
          </p:spPr>
          <p:txBody>
            <a:bodyPr wrap="square" rtlCol="0">
              <a:spAutoFit/>
            </a:bodyPr>
            <a:lstStyle/>
            <a:p>
              <a:r>
                <a:rPr lang="en-GB" sz="1500" b="1" dirty="0"/>
                <a:t>Key Notes:</a:t>
              </a:r>
            </a:p>
          </p:txBody>
        </p:sp>
      </p:grpSp>
      <p:sp>
        <p:nvSpPr>
          <p:cNvPr id="11" name="TextBox 10">
            <a:extLst>
              <a:ext uri="{FF2B5EF4-FFF2-40B4-BE49-F238E27FC236}">
                <a16:creationId xmlns:a16="http://schemas.microsoft.com/office/drawing/2014/main" id="{2615A193-F409-479E-9C0E-A647FD72C8A6}"/>
              </a:ext>
            </a:extLst>
          </p:cNvPr>
          <p:cNvSpPr txBox="1"/>
          <p:nvPr/>
        </p:nvSpPr>
        <p:spPr>
          <a:xfrm>
            <a:off x="6836898" y="6550520"/>
            <a:ext cx="1237957" cy="307777"/>
          </a:xfrm>
          <a:prstGeom prst="rect">
            <a:avLst/>
          </a:prstGeom>
          <a:noFill/>
        </p:spPr>
        <p:txBody>
          <a:bodyPr wrap="square" rtlCol="0">
            <a:spAutoFit/>
          </a:bodyPr>
          <a:lstStyle/>
          <a:p>
            <a:endParaRPr lang="en-GB" dirty="0"/>
          </a:p>
        </p:txBody>
      </p:sp>
      <p:grpSp>
        <p:nvGrpSpPr>
          <p:cNvPr id="16" name="Group 15">
            <a:extLst>
              <a:ext uri="{FF2B5EF4-FFF2-40B4-BE49-F238E27FC236}">
                <a16:creationId xmlns:a16="http://schemas.microsoft.com/office/drawing/2014/main" id="{7F19B330-8EA2-4C64-B4D1-0517A6A62D60}"/>
              </a:ext>
            </a:extLst>
          </p:cNvPr>
          <p:cNvGrpSpPr/>
          <p:nvPr/>
        </p:nvGrpSpPr>
        <p:grpSpPr>
          <a:xfrm>
            <a:off x="5270227" y="4036087"/>
            <a:ext cx="6066340" cy="2800857"/>
            <a:chOff x="5270227" y="4036087"/>
            <a:chExt cx="6066340" cy="2800857"/>
          </a:xfrm>
        </p:grpSpPr>
        <p:pic>
          <p:nvPicPr>
            <p:cNvPr id="2" name="Picture 1">
              <a:extLst>
                <a:ext uri="{FF2B5EF4-FFF2-40B4-BE49-F238E27FC236}">
                  <a16:creationId xmlns:a16="http://schemas.microsoft.com/office/drawing/2014/main" id="{EDA078C6-C701-4E12-AF02-41BA1E912130}"/>
                </a:ext>
              </a:extLst>
            </p:cNvPr>
            <p:cNvPicPr>
              <a:picLocks noChangeAspect="1"/>
            </p:cNvPicPr>
            <p:nvPr/>
          </p:nvPicPr>
          <p:blipFill>
            <a:blip r:embed="rId7"/>
            <a:stretch>
              <a:fillRect/>
            </a:stretch>
          </p:blipFill>
          <p:spPr>
            <a:xfrm>
              <a:off x="5270227" y="4036087"/>
              <a:ext cx="6066340" cy="2538212"/>
            </a:xfrm>
            <a:prstGeom prst="rect">
              <a:avLst/>
            </a:prstGeom>
          </p:spPr>
        </p:pic>
        <p:grpSp>
          <p:nvGrpSpPr>
            <p:cNvPr id="15" name="Group 14">
              <a:extLst>
                <a:ext uri="{FF2B5EF4-FFF2-40B4-BE49-F238E27FC236}">
                  <a16:creationId xmlns:a16="http://schemas.microsoft.com/office/drawing/2014/main" id="{1FEB8942-659C-4D75-85BB-7FE261B22183}"/>
                </a:ext>
              </a:extLst>
            </p:cNvPr>
            <p:cNvGrpSpPr/>
            <p:nvPr/>
          </p:nvGrpSpPr>
          <p:grpSpPr>
            <a:xfrm>
              <a:off x="6267601" y="6274191"/>
              <a:ext cx="2665384" cy="562753"/>
              <a:chOff x="6267601" y="6274191"/>
              <a:chExt cx="2665384" cy="562753"/>
            </a:xfrm>
          </p:grpSpPr>
          <p:grpSp>
            <p:nvGrpSpPr>
              <p:cNvPr id="10" name="Group 9">
                <a:extLst>
                  <a:ext uri="{FF2B5EF4-FFF2-40B4-BE49-F238E27FC236}">
                    <a16:creationId xmlns:a16="http://schemas.microsoft.com/office/drawing/2014/main" id="{CCFC8B23-25C3-46F8-8C37-3EE0245B28FF}"/>
                  </a:ext>
                </a:extLst>
              </p:cNvPr>
              <p:cNvGrpSpPr/>
              <p:nvPr/>
            </p:nvGrpSpPr>
            <p:grpSpPr>
              <a:xfrm>
                <a:off x="8088571" y="6274191"/>
                <a:ext cx="844414" cy="476290"/>
                <a:chOff x="8088571" y="6274191"/>
                <a:chExt cx="844414" cy="476290"/>
              </a:xfrm>
            </p:grpSpPr>
            <p:sp>
              <p:nvSpPr>
                <p:cNvPr id="5" name="Oval 4">
                  <a:extLst>
                    <a:ext uri="{FF2B5EF4-FFF2-40B4-BE49-F238E27FC236}">
                      <a16:creationId xmlns:a16="http://schemas.microsoft.com/office/drawing/2014/main" id="{3A520CCC-D694-4D4F-A8C6-DFC78EE69CA8}"/>
                    </a:ext>
                  </a:extLst>
                </p:cNvPr>
                <p:cNvSpPr/>
                <p:nvPr/>
              </p:nvSpPr>
              <p:spPr>
                <a:xfrm>
                  <a:off x="8102991" y="6274191"/>
                  <a:ext cx="829994" cy="40886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Arrow Connector 6">
                  <a:extLst>
                    <a:ext uri="{FF2B5EF4-FFF2-40B4-BE49-F238E27FC236}">
                      <a16:creationId xmlns:a16="http://schemas.microsoft.com/office/drawing/2014/main" id="{E5129A45-33D7-44A3-9692-FC2FA15A5E9D}"/>
                    </a:ext>
                  </a:extLst>
                </p:cNvPr>
                <p:cNvCxnSpPr>
                  <a:cxnSpLocks/>
                </p:cNvCxnSpPr>
                <p:nvPr/>
              </p:nvCxnSpPr>
              <p:spPr>
                <a:xfrm flipV="1">
                  <a:off x="8088571" y="6521881"/>
                  <a:ext cx="362980" cy="2286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3" name="Rectangle 12">
                <a:extLst>
                  <a:ext uri="{FF2B5EF4-FFF2-40B4-BE49-F238E27FC236}">
                    <a16:creationId xmlns:a16="http://schemas.microsoft.com/office/drawing/2014/main" id="{81C9D2E5-29FD-4F66-8F99-3273920A29FC}"/>
                  </a:ext>
                </a:extLst>
              </p:cNvPr>
              <p:cNvSpPr/>
              <p:nvPr/>
            </p:nvSpPr>
            <p:spPr>
              <a:xfrm>
                <a:off x="6267601" y="6529167"/>
                <a:ext cx="1978855"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Click to Generate</a:t>
                </a:r>
              </a:p>
            </p:txBody>
          </p:sp>
        </p:grpSp>
      </p:grpSp>
    </p:spTree>
    <p:extLst>
      <p:ext uri="{BB962C8B-B14F-4D97-AF65-F5344CB8AC3E}">
        <p14:creationId xmlns:p14="http://schemas.microsoft.com/office/powerpoint/2010/main" val="1181522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anim calcmode="lin" valueType="num">
                                      <p:cBhvr additive="base">
                                        <p:cTn id="11" dur="500" fill="hold"/>
                                        <p:tgtEl>
                                          <p:spTgt spid="38"/>
                                        </p:tgtEl>
                                        <p:attrNameLst>
                                          <p:attrName>ppt_x</p:attrName>
                                        </p:attrNameLst>
                                      </p:cBhvr>
                                      <p:tavLst>
                                        <p:tav tm="0">
                                          <p:val>
                                            <p:strVal val="#ppt_x"/>
                                          </p:val>
                                        </p:tav>
                                        <p:tav tm="100000">
                                          <p:val>
                                            <p:strVal val="#ppt_x"/>
                                          </p:val>
                                        </p:tav>
                                      </p:tavLst>
                                    </p:anim>
                                    <p:anim calcmode="lin" valueType="num">
                                      <p:cBhvr additive="base">
                                        <p:cTn id="12"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2"/>
                                        </p:tgtEl>
                                        <p:attrNameLst>
                                          <p:attrName>style.visibility</p:attrName>
                                        </p:attrNameLst>
                                      </p:cBhvr>
                                      <p:to>
                                        <p:strVal val="visible"/>
                                      </p:to>
                                    </p:set>
                                    <p:anim calcmode="lin" valueType="num">
                                      <p:cBhvr additive="base">
                                        <p:cTn id="17" dur="500" fill="hold"/>
                                        <p:tgtEl>
                                          <p:spTgt spid="42"/>
                                        </p:tgtEl>
                                        <p:attrNameLst>
                                          <p:attrName>ppt_x</p:attrName>
                                        </p:attrNameLst>
                                      </p:cBhvr>
                                      <p:tavLst>
                                        <p:tav tm="0">
                                          <p:val>
                                            <p:strVal val="#ppt_x"/>
                                          </p:val>
                                        </p:tav>
                                        <p:tav tm="100000">
                                          <p:val>
                                            <p:strVal val="#ppt_x"/>
                                          </p:val>
                                        </p:tav>
                                      </p:tavLst>
                                    </p:anim>
                                    <p:anim calcmode="lin" valueType="num">
                                      <p:cBhvr additive="base">
                                        <p:cTn id="18"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3"/>
                                        </p:tgtEl>
                                        <p:attrNameLst>
                                          <p:attrName>style.visibility</p:attrName>
                                        </p:attrNameLst>
                                      </p:cBhvr>
                                      <p:to>
                                        <p:strVal val="visible"/>
                                      </p:to>
                                    </p:set>
                                    <p:anim calcmode="lin" valueType="num">
                                      <p:cBhvr additive="base">
                                        <p:cTn id="23" dur="500" fill="hold"/>
                                        <p:tgtEl>
                                          <p:spTgt spid="43"/>
                                        </p:tgtEl>
                                        <p:attrNameLst>
                                          <p:attrName>ppt_x</p:attrName>
                                        </p:attrNameLst>
                                      </p:cBhvr>
                                      <p:tavLst>
                                        <p:tav tm="0">
                                          <p:val>
                                            <p:strVal val="#ppt_x"/>
                                          </p:val>
                                        </p:tav>
                                        <p:tav tm="100000">
                                          <p:val>
                                            <p:strVal val="#ppt_x"/>
                                          </p:val>
                                        </p:tav>
                                      </p:tavLst>
                                    </p:anim>
                                    <p:anim calcmode="lin" valueType="num">
                                      <p:cBhvr additive="base">
                                        <p:cTn id="24"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56"/>
                                        </p:tgtEl>
                                        <p:attrNameLst>
                                          <p:attrName>style.visibility</p:attrName>
                                        </p:attrNameLst>
                                      </p:cBhvr>
                                      <p:to>
                                        <p:strVal val="visible"/>
                                      </p:to>
                                    </p:set>
                                    <p:anim calcmode="lin" valueType="num">
                                      <p:cBhvr additive="base">
                                        <p:cTn id="29" dur="500" fill="hold"/>
                                        <p:tgtEl>
                                          <p:spTgt spid="56"/>
                                        </p:tgtEl>
                                        <p:attrNameLst>
                                          <p:attrName>ppt_x</p:attrName>
                                        </p:attrNameLst>
                                      </p:cBhvr>
                                      <p:tavLst>
                                        <p:tav tm="0">
                                          <p:val>
                                            <p:strVal val="#ppt_x"/>
                                          </p:val>
                                        </p:tav>
                                        <p:tav tm="100000">
                                          <p:val>
                                            <p:strVal val="#ppt_x"/>
                                          </p:val>
                                        </p:tav>
                                      </p:tavLst>
                                    </p:anim>
                                    <p:anim calcmode="lin" valueType="num">
                                      <p:cBhvr additive="base">
                                        <p:cTn id="30"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additive="base">
                                        <p:cTn id="35" dur="500" fill="hold"/>
                                        <p:tgtEl>
                                          <p:spTgt spid="16"/>
                                        </p:tgtEl>
                                        <p:attrNameLst>
                                          <p:attrName>ppt_x</p:attrName>
                                        </p:attrNameLst>
                                      </p:cBhvr>
                                      <p:tavLst>
                                        <p:tav tm="0">
                                          <p:val>
                                            <p:strVal val="#ppt_x"/>
                                          </p:val>
                                        </p:tav>
                                        <p:tav tm="100000">
                                          <p:val>
                                            <p:strVal val="#ppt_x"/>
                                          </p:val>
                                        </p:tav>
                                      </p:tavLst>
                                    </p:anim>
                                    <p:anim calcmode="lin" valueType="num">
                                      <p:cBhvr additive="base">
                                        <p:cTn id="3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3CD5D5-C9A9-4C46-BE65-4E15494EE7D5}"/>
              </a:ext>
            </a:extLst>
          </p:cNvPr>
          <p:cNvSpPr>
            <a:spLocks noGrp="1"/>
          </p:cNvSpPr>
          <p:nvPr>
            <p:ph type="title"/>
          </p:nvPr>
        </p:nvSpPr>
        <p:spPr/>
        <p:txBody>
          <a:bodyPr/>
          <a:lstStyle/>
          <a:p>
            <a:r>
              <a:rPr lang="en-GB" dirty="0"/>
              <a:t>Processing of license if inspection is required</a:t>
            </a:r>
            <a:endParaRPr lang="en-US" dirty="0"/>
          </a:p>
        </p:txBody>
      </p:sp>
      <p:sp>
        <p:nvSpPr>
          <p:cNvPr id="28" name="Slide Number Placeholder 5">
            <a:extLst>
              <a:ext uri="{FF2B5EF4-FFF2-40B4-BE49-F238E27FC236}">
                <a16:creationId xmlns:a16="http://schemas.microsoft.com/office/drawing/2014/main" id="{3940D788-6587-4E6A-9156-DFF1C3A526D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dirty="0"/>
          </a:p>
        </p:txBody>
      </p:sp>
      <p:grpSp>
        <p:nvGrpSpPr>
          <p:cNvPr id="8" name="Group 7">
            <a:extLst>
              <a:ext uri="{FF2B5EF4-FFF2-40B4-BE49-F238E27FC236}">
                <a16:creationId xmlns:a16="http://schemas.microsoft.com/office/drawing/2014/main" id="{BE7FC7D3-4D18-4C1F-B438-E2E7EC5F165C}"/>
              </a:ext>
            </a:extLst>
          </p:cNvPr>
          <p:cNvGrpSpPr/>
          <p:nvPr/>
        </p:nvGrpSpPr>
        <p:grpSpPr>
          <a:xfrm>
            <a:off x="6371118" y="936013"/>
            <a:ext cx="2218087" cy="2209800"/>
            <a:chOff x="6371118" y="936013"/>
            <a:chExt cx="2218087" cy="2209800"/>
          </a:xfrm>
        </p:grpSpPr>
        <p:pic>
          <p:nvPicPr>
            <p:cNvPr id="2" name="Picture 1">
              <a:extLst>
                <a:ext uri="{FF2B5EF4-FFF2-40B4-BE49-F238E27FC236}">
                  <a16:creationId xmlns:a16="http://schemas.microsoft.com/office/drawing/2014/main" id="{0E8899E0-F276-4F05-A902-03CFA72FA185}"/>
                </a:ext>
              </a:extLst>
            </p:cNvPr>
            <p:cNvPicPr>
              <a:picLocks noChangeAspect="1"/>
            </p:cNvPicPr>
            <p:nvPr/>
          </p:nvPicPr>
          <p:blipFill>
            <a:blip r:embed="rId2"/>
            <a:stretch>
              <a:fillRect/>
            </a:stretch>
          </p:blipFill>
          <p:spPr>
            <a:xfrm>
              <a:off x="6420965" y="936013"/>
              <a:ext cx="2168240" cy="2209800"/>
            </a:xfrm>
            <a:prstGeom prst="rect">
              <a:avLst/>
            </a:prstGeom>
          </p:spPr>
        </p:pic>
        <p:sp>
          <p:nvSpPr>
            <p:cNvPr id="7" name="Rectangle: Rounded Corners 6">
              <a:extLst>
                <a:ext uri="{FF2B5EF4-FFF2-40B4-BE49-F238E27FC236}">
                  <a16:creationId xmlns:a16="http://schemas.microsoft.com/office/drawing/2014/main" id="{75B4AD6E-721B-45D4-975C-310C978C3466}"/>
                </a:ext>
              </a:extLst>
            </p:cNvPr>
            <p:cNvSpPr/>
            <p:nvPr/>
          </p:nvSpPr>
          <p:spPr>
            <a:xfrm>
              <a:off x="6371118" y="1201553"/>
              <a:ext cx="2218087" cy="344630"/>
            </a:xfrm>
            <a:prstGeom prst="round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 name="Group 4">
            <a:extLst>
              <a:ext uri="{FF2B5EF4-FFF2-40B4-BE49-F238E27FC236}">
                <a16:creationId xmlns:a16="http://schemas.microsoft.com/office/drawing/2014/main" id="{75632E95-AA4B-4DD6-BC52-FF1AFC66663E}"/>
              </a:ext>
            </a:extLst>
          </p:cNvPr>
          <p:cNvGrpSpPr/>
          <p:nvPr/>
        </p:nvGrpSpPr>
        <p:grpSpPr>
          <a:xfrm>
            <a:off x="253829" y="1321098"/>
            <a:ext cx="5218505" cy="1935773"/>
            <a:chOff x="253829" y="1321098"/>
            <a:chExt cx="5218505" cy="1935773"/>
          </a:xfrm>
        </p:grpSpPr>
        <p:grpSp>
          <p:nvGrpSpPr>
            <p:cNvPr id="39" name="Group 38">
              <a:extLst>
                <a:ext uri="{FF2B5EF4-FFF2-40B4-BE49-F238E27FC236}">
                  <a16:creationId xmlns:a16="http://schemas.microsoft.com/office/drawing/2014/main" id="{492493C8-E612-4B59-8C47-67EE80499E75}"/>
                </a:ext>
              </a:extLst>
            </p:cNvPr>
            <p:cNvGrpSpPr/>
            <p:nvPr/>
          </p:nvGrpSpPr>
          <p:grpSpPr>
            <a:xfrm>
              <a:off x="253829" y="1321098"/>
              <a:ext cx="5218505" cy="718715"/>
              <a:chOff x="350335" y="2151534"/>
              <a:chExt cx="4371121" cy="592138"/>
            </a:xfrm>
          </p:grpSpPr>
          <p:sp>
            <p:nvSpPr>
              <p:cNvPr id="44" name="Freeform 14">
                <a:extLst>
                  <a:ext uri="{FF2B5EF4-FFF2-40B4-BE49-F238E27FC236}">
                    <a16:creationId xmlns:a16="http://schemas.microsoft.com/office/drawing/2014/main" id="{2E6255F0-92AC-43BE-98C5-075D997FCE82}"/>
                  </a:ext>
                </a:extLst>
              </p:cNvPr>
              <p:cNvSpPr>
                <a:spLocks/>
              </p:cNvSpPr>
              <p:nvPr/>
            </p:nvSpPr>
            <p:spPr bwMode="auto">
              <a:xfrm>
                <a:off x="3411768" y="2151534"/>
                <a:ext cx="1309688" cy="592138"/>
              </a:xfrm>
              <a:custGeom>
                <a:avLst/>
                <a:gdLst/>
                <a:ahLst/>
                <a:cxnLst>
                  <a:cxn ang="0">
                    <a:pos x="667" y="0"/>
                  </a:cxn>
                  <a:cxn ang="0">
                    <a:pos x="0" y="0"/>
                  </a:cxn>
                  <a:cxn ang="0">
                    <a:pos x="0" y="25"/>
                  </a:cxn>
                  <a:cxn ang="0">
                    <a:pos x="589" y="25"/>
                  </a:cxn>
                  <a:cxn ang="0">
                    <a:pos x="721" y="186"/>
                  </a:cxn>
                  <a:cxn ang="0">
                    <a:pos x="569" y="373"/>
                  </a:cxn>
                  <a:cxn ang="0">
                    <a:pos x="667" y="373"/>
                  </a:cxn>
                  <a:cxn ang="0">
                    <a:pos x="825" y="186"/>
                  </a:cxn>
                  <a:cxn ang="0">
                    <a:pos x="667" y="0"/>
                  </a:cxn>
                </a:cxnLst>
                <a:rect l="0" t="0" r="r" b="b"/>
                <a:pathLst>
                  <a:path w="825" h="373">
                    <a:moveTo>
                      <a:pt x="667" y="0"/>
                    </a:moveTo>
                    <a:lnTo>
                      <a:pt x="0" y="0"/>
                    </a:lnTo>
                    <a:lnTo>
                      <a:pt x="0" y="25"/>
                    </a:lnTo>
                    <a:lnTo>
                      <a:pt x="589" y="25"/>
                    </a:lnTo>
                    <a:lnTo>
                      <a:pt x="721" y="186"/>
                    </a:lnTo>
                    <a:lnTo>
                      <a:pt x="569" y="373"/>
                    </a:lnTo>
                    <a:lnTo>
                      <a:pt x="667" y="373"/>
                    </a:lnTo>
                    <a:lnTo>
                      <a:pt x="825" y="186"/>
                    </a:lnTo>
                    <a:lnTo>
                      <a:pt x="667" y="0"/>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US" sz="1500" b="1" dirty="0">
                  <a:latin typeface="Arial (Headings)"/>
                </a:endParaRPr>
              </a:p>
            </p:txBody>
          </p:sp>
          <p:sp>
            <p:nvSpPr>
              <p:cNvPr id="45" name="TextBox 44">
                <a:extLst>
                  <a:ext uri="{FF2B5EF4-FFF2-40B4-BE49-F238E27FC236}">
                    <a16:creationId xmlns:a16="http://schemas.microsoft.com/office/drawing/2014/main" id="{F3D050B5-4E93-459F-BCBA-334F0F308E60}"/>
                  </a:ext>
                </a:extLst>
              </p:cNvPr>
              <p:cNvSpPr txBox="1"/>
              <p:nvPr/>
            </p:nvSpPr>
            <p:spPr>
              <a:xfrm>
                <a:off x="3376987" y="2216788"/>
                <a:ext cx="1158529" cy="526884"/>
              </a:xfrm>
              <a:prstGeom prst="rect">
                <a:avLst/>
              </a:prstGeom>
              <a:noFill/>
            </p:spPr>
            <p:txBody>
              <a:bodyPr wrap="square" lIns="0" tIns="45720" rIns="0" bIns="0" rtlCol="0">
                <a:noAutofit/>
              </a:bodyPr>
              <a:lstStyle/>
              <a:p>
                <a:pPr indent="-274320">
                  <a:spcAft>
                    <a:spcPts val="300"/>
                  </a:spcAft>
                </a:pPr>
                <a:r>
                  <a:rPr lang="en-US" sz="1500" b="1" dirty="0">
                    <a:latin typeface="Arial (Headings)"/>
                  </a:rPr>
                  <a:t>Forward to FSO for inspection</a:t>
                </a:r>
              </a:p>
            </p:txBody>
          </p:sp>
          <p:sp>
            <p:nvSpPr>
              <p:cNvPr id="46" name="Freeform 15">
                <a:extLst>
                  <a:ext uri="{FF2B5EF4-FFF2-40B4-BE49-F238E27FC236}">
                    <a16:creationId xmlns:a16="http://schemas.microsoft.com/office/drawing/2014/main" id="{3CDC51C3-1ECE-4758-964D-0369121486B5}"/>
                  </a:ext>
                </a:extLst>
              </p:cNvPr>
              <p:cNvSpPr>
                <a:spLocks/>
              </p:cNvSpPr>
              <p:nvPr/>
            </p:nvSpPr>
            <p:spPr bwMode="auto">
              <a:xfrm>
                <a:off x="1985622" y="2151534"/>
                <a:ext cx="1311275" cy="592138"/>
              </a:xfrm>
              <a:custGeom>
                <a:avLst/>
                <a:gdLst/>
                <a:ahLst/>
                <a:cxnLst>
                  <a:cxn ang="0">
                    <a:pos x="669" y="0"/>
                  </a:cxn>
                  <a:cxn ang="0">
                    <a:pos x="0" y="0"/>
                  </a:cxn>
                  <a:cxn ang="0">
                    <a:pos x="0" y="25"/>
                  </a:cxn>
                  <a:cxn ang="0">
                    <a:pos x="590" y="25"/>
                  </a:cxn>
                  <a:cxn ang="0">
                    <a:pos x="721" y="186"/>
                  </a:cxn>
                  <a:cxn ang="0">
                    <a:pos x="569" y="373"/>
                  </a:cxn>
                  <a:cxn ang="0">
                    <a:pos x="669" y="373"/>
                  </a:cxn>
                  <a:cxn ang="0">
                    <a:pos x="826" y="186"/>
                  </a:cxn>
                  <a:cxn ang="0">
                    <a:pos x="669" y="0"/>
                  </a:cxn>
                </a:cxnLst>
                <a:rect l="0" t="0" r="r" b="b"/>
                <a:pathLst>
                  <a:path w="826" h="373">
                    <a:moveTo>
                      <a:pt x="669" y="0"/>
                    </a:moveTo>
                    <a:lnTo>
                      <a:pt x="0" y="0"/>
                    </a:lnTo>
                    <a:lnTo>
                      <a:pt x="0" y="25"/>
                    </a:lnTo>
                    <a:lnTo>
                      <a:pt x="590" y="25"/>
                    </a:lnTo>
                    <a:lnTo>
                      <a:pt x="721" y="186"/>
                    </a:lnTo>
                    <a:lnTo>
                      <a:pt x="569" y="373"/>
                    </a:lnTo>
                    <a:lnTo>
                      <a:pt x="669" y="373"/>
                    </a:lnTo>
                    <a:lnTo>
                      <a:pt x="826" y="186"/>
                    </a:lnTo>
                    <a:lnTo>
                      <a:pt x="669" y="0"/>
                    </a:lnTo>
                    <a:close/>
                  </a:path>
                </a:pathLst>
              </a:custGeom>
              <a:solidFill>
                <a:schemeClr val="accent5"/>
              </a:solidFill>
              <a:ln w="9525">
                <a:noFill/>
                <a:round/>
                <a:headEnd/>
                <a:tailEnd/>
              </a:ln>
            </p:spPr>
            <p:txBody>
              <a:bodyPr vert="horz" wrap="square" lIns="91440" tIns="45720" rIns="91440" bIns="45720" numCol="1" anchor="t" anchorCtr="0" compatLnSpc="1">
                <a:prstTxWarp prst="textNoShape">
                  <a:avLst/>
                </a:prstTxWarp>
              </a:bodyPr>
              <a:lstStyle/>
              <a:p>
                <a:endParaRPr lang="en-US" sz="1500" b="1" dirty="0">
                  <a:latin typeface="Arial (Headings)"/>
                </a:endParaRPr>
              </a:p>
            </p:txBody>
          </p:sp>
          <p:sp>
            <p:nvSpPr>
              <p:cNvPr id="47" name="TextBox 46">
                <a:extLst>
                  <a:ext uri="{FF2B5EF4-FFF2-40B4-BE49-F238E27FC236}">
                    <a16:creationId xmlns:a16="http://schemas.microsoft.com/office/drawing/2014/main" id="{907130DB-CC61-4C57-B1F0-5AD86A8344FF}"/>
                  </a:ext>
                </a:extLst>
              </p:cNvPr>
              <p:cNvSpPr txBox="1"/>
              <p:nvPr/>
            </p:nvSpPr>
            <p:spPr>
              <a:xfrm>
                <a:off x="1879087" y="2216788"/>
                <a:ext cx="1096787" cy="526884"/>
              </a:xfrm>
              <a:prstGeom prst="rect">
                <a:avLst/>
              </a:prstGeom>
              <a:noFill/>
            </p:spPr>
            <p:txBody>
              <a:bodyPr wrap="square" lIns="0" tIns="45720" rIns="0" bIns="0" rtlCol="0">
                <a:noAutofit/>
              </a:bodyPr>
              <a:lstStyle/>
              <a:p>
                <a:pPr indent="-274320">
                  <a:spcAft>
                    <a:spcPts val="300"/>
                  </a:spcAft>
                </a:pPr>
                <a:r>
                  <a:rPr lang="en-US" sz="1500" b="1" dirty="0">
                    <a:latin typeface="Arial (Headings)"/>
                  </a:rPr>
                  <a:t>Document Scrutinization</a:t>
                </a:r>
              </a:p>
              <a:p>
                <a:pPr indent="-274320">
                  <a:spcAft>
                    <a:spcPts val="300"/>
                  </a:spcAft>
                </a:pPr>
                <a:endParaRPr lang="en-US" sz="1500" b="1" dirty="0">
                  <a:latin typeface="Arial (Headings)"/>
                </a:endParaRPr>
              </a:p>
            </p:txBody>
          </p:sp>
          <p:sp>
            <p:nvSpPr>
              <p:cNvPr id="48" name="Freeform 16">
                <a:extLst>
                  <a:ext uri="{FF2B5EF4-FFF2-40B4-BE49-F238E27FC236}">
                    <a16:creationId xmlns:a16="http://schemas.microsoft.com/office/drawing/2014/main" id="{285695D6-4903-4D35-8776-835D11761C79}"/>
                  </a:ext>
                </a:extLst>
              </p:cNvPr>
              <p:cNvSpPr>
                <a:spLocks/>
              </p:cNvSpPr>
              <p:nvPr/>
            </p:nvSpPr>
            <p:spPr bwMode="auto">
              <a:xfrm>
                <a:off x="557889" y="2151534"/>
                <a:ext cx="1312863" cy="592138"/>
              </a:xfrm>
              <a:custGeom>
                <a:avLst/>
                <a:gdLst/>
                <a:ahLst/>
                <a:cxnLst>
                  <a:cxn ang="0">
                    <a:pos x="669" y="0"/>
                  </a:cxn>
                  <a:cxn ang="0">
                    <a:pos x="0" y="0"/>
                  </a:cxn>
                  <a:cxn ang="0">
                    <a:pos x="0" y="25"/>
                  </a:cxn>
                  <a:cxn ang="0">
                    <a:pos x="591" y="25"/>
                  </a:cxn>
                  <a:cxn ang="0">
                    <a:pos x="721" y="186"/>
                  </a:cxn>
                  <a:cxn ang="0">
                    <a:pos x="569" y="373"/>
                  </a:cxn>
                  <a:cxn ang="0">
                    <a:pos x="669" y="373"/>
                  </a:cxn>
                  <a:cxn ang="0">
                    <a:pos x="827" y="186"/>
                  </a:cxn>
                  <a:cxn ang="0">
                    <a:pos x="669" y="0"/>
                  </a:cxn>
                </a:cxnLst>
                <a:rect l="0" t="0" r="r" b="b"/>
                <a:pathLst>
                  <a:path w="827" h="373">
                    <a:moveTo>
                      <a:pt x="669" y="0"/>
                    </a:moveTo>
                    <a:lnTo>
                      <a:pt x="0" y="0"/>
                    </a:lnTo>
                    <a:lnTo>
                      <a:pt x="0" y="25"/>
                    </a:lnTo>
                    <a:lnTo>
                      <a:pt x="591" y="25"/>
                    </a:lnTo>
                    <a:lnTo>
                      <a:pt x="721" y="186"/>
                    </a:lnTo>
                    <a:lnTo>
                      <a:pt x="569" y="373"/>
                    </a:lnTo>
                    <a:lnTo>
                      <a:pt x="669" y="373"/>
                    </a:lnTo>
                    <a:lnTo>
                      <a:pt x="827" y="186"/>
                    </a:lnTo>
                    <a:lnTo>
                      <a:pt x="669" y="0"/>
                    </a:ln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endParaRPr lang="en-US" sz="1500" b="1" dirty="0">
                  <a:latin typeface="Arial (Headings)"/>
                </a:endParaRPr>
              </a:p>
            </p:txBody>
          </p:sp>
          <p:sp>
            <p:nvSpPr>
              <p:cNvPr id="49" name="TextBox 48">
                <a:extLst>
                  <a:ext uri="{FF2B5EF4-FFF2-40B4-BE49-F238E27FC236}">
                    <a16:creationId xmlns:a16="http://schemas.microsoft.com/office/drawing/2014/main" id="{09324FC6-88E2-408A-82F8-ABBEE7E7BAC5}"/>
                  </a:ext>
                </a:extLst>
              </p:cNvPr>
              <p:cNvSpPr txBox="1"/>
              <p:nvPr/>
            </p:nvSpPr>
            <p:spPr>
              <a:xfrm>
                <a:off x="350335" y="2216788"/>
                <a:ext cx="1314265" cy="526884"/>
              </a:xfrm>
              <a:prstGeom prst="rect">
                <a:avLst/>
              </a:prstGeom>
              <a:noFill/>
            </p:spPr>
            <p:txBody>
              <a:bodyPr wrap="square" lIns="0" tIns="45720" rIns="0" bIns="0" rtlCol="0">
                <a:noAutofit/>
              </a:bodyPr>
              <a:lstStyle/>
              <a:p>
                <a:pPr indent="-274320">
                  <a:spcAft>
                    <a:spcPts val="300"/>
                  </a:spcAft>
                </a:pPr>
                <a:r>
                  <a:rPr lang="en-US" sz="1500" b="1" dirty="0">
                    <a:latin typeface="Arial (Headings)"/>
                  </a:rPr>
                  <a:t>Check jurisdiction and fees receipt</a:t>
                </a:r>
              </a:p>
            </p:txBody>
          </p:sp>
        </p:grpSp>
        <p:sp>
          <p:nvSpPr>
            <p:cNvPr id="50" name="Freeform 17">
              <a:extLst>
                <a:ext uri="{FF2B5EF4-FFF2-40B4-BE49-F238E27FC236}">
                  <a16:creationId xmlns:a16="http://schemas.microsoft.com/office/drawing/2014/main" id="{0975D1AF-8E4D-4235-9C63-987F73BA6D72}"/>
                </a:ext>
              </a:extLst>
            </p:cNvPr>
            <p:cNvSpPr>
              <a:spLocks/>
            </p:cNvSpPr>
            <p:nvPr/>
          </p:nvSpPr>
          <p:spPr bwMode="auto">
            <a:xfrm>
              <a:off x="2059023" y="2538156"/>
              <a:ext cx="1565478" cy="718715"/>
            </a:xfrm>
            <a:custGeom>
              <a:avLst/>
              <a:gdLst/>
              <a:ahLst/>
              <a:cxnLst>
                <a:cxn ang="0">
                  <a:pos x="669" y="0"/>
                </a:cxn>
                <a:cxn ang="0">
                  <a:pos x="0" y="0"/>
                </a:cxn>
                <a:cxn ang="0">
                  <a:pos x="0" y="25"/>
                </a:cxn>
                <a:cxn ang="0">
                  <a:pos x="590" y="25"/>
                </a:cxn>
                <a:cxn ang="0">
                  <a:pos x="721" y="186"/>
                </a:cxn>
                <a:cxn ang="0">
                  <a:pos x="571" y="373"/>
                </a:cxn>
                <a:cxn ang="0">
                  <a:pos x="669" y="373"/>
                </a:cxn>
                <a:cxn ang="0">
                  <a:pos x="826" y="186"/>
                </a:cxn>
                <a:cxn ang="0">
                  <a:pos x="669" y="0"/>
                </a:cxn>
              </a:cxnLst>
              <a:rect l="0" t="0" r="r" b="b"/>
              <a:pathLst>
                <a:path w="826" h="373">
                  <a:moveTo>
                    <a:pt x="669" y="0"/>
                  </a:moveTo>
                  <a:lnTo>
                    <a:pt x="0" y="0"/>
                  </a:lnTo>
                  <a:lnTo>
                    <a:pt x="0" y="25"/>
                  </a:lnTo>
                  <a:lnTo>
                    <a:pt x="590" y="25"/>
                  </a:lnTo>
                  <a:lnTo>
                    <a:pt x="721" y="186"/>
                  </a:lnTo>
                  <a:lnTo>
                    <a:pt x="571" y="373"/>
                  </a:lnTo>
                  <a:lnTo>
                    <a:pt x="669" y="373"/>
                  </a:lnTo>
                  <a:lnTo>
                    <a:pt x="826" y="186"/>
                  </a:lnTo>
                  <a:lnTo>
                    <a:pt x="669" y="0"/>
                  </a:lnTo>
                  <a:close/>
                </a:path>
              </a:pathLst>
            </a:custGeom>
            <a:solidFill>
              <a:srgbClr val="EB8C00"/>
            </a:solidFill>
            <a:ln w="9525">
              <a:noFill/>
              <a:round/>
              <a:headEnd/>
              <a:tailEnd/>
            </a:ln>
          </p:spPr>
          <p:txBody>
            <a:bodyPr vert="horz" wrap="square" lIns="91440" tIns="45720" rIns="91440" bIns="45720" numCol="1" anchor="t" anchorCtr="0" compatLnSpc="1">
              <a:prstTxWarp prst="textNoShape">
                <a:avLst/>
              </a:prstTxWarp>
            </a:bodyPr>
            <a:lstStyle/>
            <a:p>
              <a:endParaRPr lang="en-US" sz="1500" b="1" dirty="0">
                <a:latin typeface="Arial (Headings)"/>
              </a:endParaRPr>
            </a:p>
          </p:txBody>
        </p:sp>
        <p:sp>
          <p:nvSpPr>
            <p:cNvPr id="51" name="TextBox 50">
              <a:extLst>
                <a:ext uri="{FF2B5EF4-FFF2-40B4-BE49-F238E27FC236}">
                  <a16:creationId xmlns:a16="http://schemas.microsoft.com/office/drawing/2014/main" id="{CDD63FA4-FCA7-49E6-B9B2-72A47D44E16F}"/>
                </a:ext>
              </a:extLst>
            </p:cNvPr>
            <p:cNvSpPr txBox="1"/>
            <p:nvPr/>
          </p:nvSpPr>
          <p:spPr>
            <a:xfrm>
              <a:off x="2059971" y="2611523"/>
              <a:ext cx="1147465" cy="639512"/>
            </a:xfrm>
            <a:prstGeom prst="rect">
              <a:avLst/>
            </a:prstGeom>
            <a:noFill/>
          </p:spPr>
          <p:txBody>
            <a:bodyPr wrap="square" lIns="0" tIns="45720" rIns="0" bIns="0" rtlCol="0">
              <a:noAutofit/>
            </a:bodyPr>
            <a:lstStyle/>
            <a:p>
              <a:pPr indent="-274320">
                <a:spcAft>
                  <a:spcPts val="300"/>
                </a:spcAft>
              </a:pPr>
              <a:r>
                <a:rPr lang="en-US" sz="1500" b="1" dirty="0">
                  <a:latin typeface="Arial (Headings)"/>
                </a:rPr>
                <a:t>Generate License</a:t>
              </a:r>
            </a:p>
          </p:txBody>
        </p:sp>
        <p:sp>
          <p:nvSpPr>
            <p:cNvPr id="52" name="Freeform 12">
              <a:extLst>
                <a:ext uri="{FF2B5EF4-FFF2-40B4-BE49-F238E27FC236}">
                  <a16:creationId xmlns:a16="http://schemas.microsoft.com/office/drawing/2014/main" id="{553FF86E-4314-4FA4-8FC9-E10BE58267A3}"/>
                </a:ext>
              </a:extLst>
            </p:cNvPr>
            <p:cNvSpPr>
              <a:spLocks/>
            </p:cNvSpPr>
            <p:nvPr/>
          </p:nvSpPr>
          <p:spPr bwMode="auto">
            <a:xfrm>
              <a:off x="455565" y="2538156"/>
              <a:ext cx="1565478" cy="718715"/>
            </a:xfrm>
            <a:custGeom>
              <a:avLst/>
              <a:gdLst/>
              <a:ahLst/>
              <a:cxnLst>
                <a:cxn ang="0">
                  <a:pos x="669" y="0"/>
                </a:cxn>
                <a:cxn ang="0">
                  <a:pos x="0" y="0"/>
                </a:cxn>
                <a:cxn ang="0">
                  <a:pos x="0" y="25"/>
                </a:cxn>
                <a:cxn ang="0">
                  <a:pos x="590" y="25"/>
                </a:cxn>
                <a:cxn ang="0">
                  <a:pos x="721" y="186"/>
                </a:cxn>
                <a:cxn ang="0">
                  <a:pos x="570" y="373"/>
                </a:cxn>
                <a:cxn ang="0">
                  <a:pos x="669" y="373"/>
                </a:cxn>
                <a:cxn ang="0">
                  <a:pos x="826" y="186"/>
                </a:cxn>
                <a:cxn ang="0">
                  <a:pos x="669" y="0"/>
                </a:cxn>
              </a:cxnLst>
              <a:rect l="0" t="0" r="r" b="b"/>
              <a:pathLst>
                <a:path w="826" h="373">
                  <a:moveTo>
                    <a:pt x="669" y="0"/>
                  </a:moveTo>
                  <a:lnTo>
                    <a:pt x="0" y="0"/>
                  </a:lnTo>
                  <a:lnTo>
                    <a:pt x="0" y="25"/>
                  </a:lnTo>
                  <a:lnTo>
                    <a:pt x="590" y="25"/>
                  </a:lnTo>
                  <a:lnTo>
                    <a:pt x="721" y="186"/>
                  </a:lnTo>
                  <a:lnTo>
                    <a:pt x="570" y="373"/>
                  </a:lnTo>
                  <a:lnTo>
                    <a:pt x="669" y="373"/>
                  </a:lnTo>
                  <a:lnTo>
                    <a:pt x="826" y="186"/>
                  </a:lnTo>
                  <a:lnTo>
                    <a:pt x="669"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sz="1500" b="1" dirty="0">
                <a:latin typeface="Arial (Headings)"/>
              </a:endParaRPr>
            </a:p>
          </p:txBody>
        </p:sp>
        <p:sp>
          <p:nvSpPr>
            <p:cNvPr id="53" name="TextBox 52">
              <a:extLst>
                <a:ext uri="{FF2B5EF4-FFF2-40B4-BE49-F238E27FC236}">
                  <a16:creationId xmlns:a16="http://schemas.microsoft.com/office/drawing/2014/main" id="{EE0DA684-5A60-47E6-B819-76BF711D76DB}"/>
                </a:ext>
              </a:extLst>
            </p:cNvPr>
            <p:cNvSpPr txBox="1"/>
            <p:nvPr/>
          </p:nvSpPr>
          <p:spPr>
            <a:xfrm>
              <a:off x="455565" y="2611523"/>
              <a:ext cx="1563582" cy="639512"/>
            </a:xfrm>
            <a:prstGeom prst="rect">
              <a:avLst/>
            </a:prstGeom>
            <a:noFill/>
          </p:spPr>
          <p:txBody>
            <a:bodyPr wrap="square" lIns="0" tIns="45720" rIns="0" bIns="0" rtlCol="0">
              <a:noAutofit/>
            </a:bodyPr>
            <a:lstStyle/>
            <a:p>
              <a:pPr indent="-274320">
                <a:spcAft>
                  <a:spcPts val="300"/>
                </a:spcAft>
              </a:pPr>
              <a:r>
                <a:rPr lang="en-US" sz="1500" b="1" dirty="0">
                  <a:latin typeface="Arial (Headings)"/>
                </a:rPr>
                <a:t>Forward for License generation</a:t>
              </a:r>
            </a:p>
          </p:txBody>
        </p:sp>
      </p:grpSp>
      <p:pic>
        <p:nvPicPr>
          <p:cNvPr id="4" name="Picture 3">
            <a:extLst>
              <a:ext uri="{FF2B5EF4-FFF2-40B4-BE49-F238E27FC236}">
                <a16:creationId xmlns:a16="http://schemas.microsoft.com/office/drawing/2014/main" id="{4F136C85-502B-411E-B379-02E6702BC54C}"/>
              </a:ext>
            </a:extLst>
          </p:cNvPr>
          <p:cNvPicPr>
            <a:picLocks noChangeAspect="1"/>
          </p:cNvPicPr>
          <p:nvPr/>
        </p:nvPicPr>
        <p:blipFill>
          <a:blip r:embed="rId3"/>
          <a:stretch>
            <a:fillRect/>
          </a:stretch>
        </p:blipFill>
        <p:spPr>
          <a:xfrm>
            <a:off x="5644832" y="1776946"/>
            <a:ext cx="2200275" cy="2602378"/>
          </a:xfrm>
          <a:prstGeom prst="rect">
            <a:avLst/>
          </a:prstGeom>
        </p:spPr>
      </p:pic>
      <p:pic>
        <p:nvPicPr>
          <p:cNvPr id="11" name="Picture 10">
            <a:extLst>
              <a:ext uri="{FF2B5EF4-FFF2-40B4-BE49-F238E27FC236}">
                <a16:creationId xmlns:a16="http://schemas.microsoft.com/office/drawing/2014/main" id="{5FDA3B28-255E-4B53-990C-B85CA8E745EA}"/>
              </a:ext>
            </a:extLst>
          </p:cNvPr>
          <p:cNvPicPr>
            <a:picLocks noChangeAspect="1"/>
          </p:cNvPicPr>
          <p:nvPr/>
        </p:nvPicPr>
        <p:blipFill>
          <a:blip r:embed="rId4"/>
          <a:stretch>
            <a:fillRect/>
          </a:stretch>
        </p:blipFill>
        <p:spPr>
          <a:xfrm>
            <a:off x="5634881" y="1932883"/>
            <a:ext cx="6303291" cy="2632003"/>
          </a:xfrm>
          <a:prstGeom prst="rect">
            <a:avLst/>
          </a:prstGeom>
        </p:spPr>
      </p:pic>
      <p:pic>
        <p:nvPicPr>
          <p:cNvPr id="31" name="Picture 30">
            <a:extLst>
              <a:ext uri="{FF2B5EF4-FFF2-40B4-BE49-F238E27FC236}">
                <a16:creationId xmlns:a16="http://schemas.microsoft.com/office/drawing/2014/main" id="{FE8C7CF9-2EAE-495D-9E5F-31BC40083F46}"/>
              </a:ext>
            </a:extLst>
          </p:cNvPr>
          <p:cNvPicPr>
            <a:picLocks noChangeAspect="1"/>
          </p:cNvPicPr>
          <p:nvPr/>
        </p:nvPicPr>
        <p:blipFill>
          <a:blip r:embed="rId5"/>
          <a:stretch>
            <a:fillRect/>
          </a:stretch>
        </p:blipFill>
        <p:spPr>
          <a:xfrm>
            <a:off x="5670095" y="2578574"/>
            <a:ext cx="6066340" cy="2514433"/>
          </a:xfrm>
          <a:prstGeom prst="rect">
            <a:avLst/>
          </a:prstGeom>
        </p:spPr>
      </p:pic>
      <p:pic>
        <p:nvPicPr>
          <p:cNvPr id="32" name="Picture 31">
            <a:extLst>
              <a:ext uri="{FF2B5EF4-FFF2-40B4-BE49-F238E27FC236}">
                <a16:creationId xmlns:a16="http://schemas.microsoft.com/office/drawing/2014/main" id="{FD40924A-37A0-4460-BA40-A37EC89B7616}"/>
              </a:ext>
            </a:extLst>
          </p:cNvPr>
          <p:cNvPicPr>
            <a:picLocks noChangeAspect="1"/>
          </p:cNvPicPr>
          <p:nvPr/>
        </p:nvPicPr>
        <p:blipFill>
          <a:blip r:embed="rId6"/>
          <a:stretch>
            <a:fillRect/>
          </a:stretch>
        </p:blipFill>
        <p:spPr>
          <a:xfrm>
            <a:off x="5310339" y="3143479"/>
            <a:ext cx="6601587" cy="2107810"/>
          </a:xfrm>
          <a:prstGeom prst="rect">
            <a:avLst/>
          </a:prstGeom>
        </p:spPr>
      </p:pic>
      <p:pic>
        <p:nvPicPr>
          <p:cNvPr id="34" name="Picture 33">
            <a:extLst>
              <a:ext uri="{FF2B5EF4-FFF2-40B4-BE49-F238E27FC236}">
                <a16:creationId xmlns:a16="http://schemas.microsoft.com/office/drawing/2014/main" id="{A8B0FD84-A36C-4FD7-B3AF-0EBD96A01951}"/>
              </a:ext>
            </a:extLst>
          </p:cNvPr>
          <p:cNvPicPr>
            <a:picLocks noChangeAspect="1"/>
          </p:cNvPicPr>
          <p:nvPr/>
        </p:nvPicPr>
        <p:blipFill>
          <a:blip r:embed="rId7"/>
          <a:stretch>
            <a:fillRect/>
          </a:stretch>
        </p:blipFill>
        <p:spPr>
          <a:xfrm>
            <a:off x="5348929" y="3559087"/>
            <a:ext cx="6480551" cy="2216395"/>
          </a:xfrm>
          <a:prstGeom prst="rect">
            <a:avLst/>
          </a:prstGeom>
        </p:spPr>
      </p:pic>
      <p:pic>
        <p:nvPicPr>
          <p:cNvPr id="33" name="Picture 32">
            <a:extLst>
              <a:ext uri="{FF2B5EF4-FFF2-40B4-BE49-F238E27FC236}">
                <a16:creationId xmlns:a16="http://schemas.microsoft.com/office/drawing/2014/main" id="{1014E6F3-AE14-415D-ABDC-EB4BCA3ECD42}"/>
              </a:ext>
            </a:extLst>
          </p:cNvPr>
          <p:cNvPicPr>
            <a:picLocks noChangeAspect="1"/>
          </p:cNvPicPr>
          <p:nvPr/>
        </p:nvPicPr>
        <p:blipFill>
          <a:blip r:embed="rId8"/>
          <a:stretch>
            <a:fillRect/>
          </a:stretch>
        </p:blipFill>
        <p:spPr>
          <a:xfrm>
            <a:off x="5333421" y="4201424"/>
            <a:ext cx="6601586" cy="2216396"/>
          </a:xfrm>
          <a:prstGeom prst="rect">
            <a:avLst/>
          </a:prstGeom>
        </p:spPr>
      </p:pic>
      <p:grpSp>
        <p:nvGrpSpPr>
          <p:cNvPr id="10" name="Group 9">
            <a:extLst>
              <a:ext uri="{FF2B5EF4-FFF2-40B4-BE49-F238E27FC236}">
                <a16:creationId xmlns:a16="http://schemas.microsoft.com/office/drawing/2014/main" id="{6BC4D0D3-9222-420C-A85F-E0F5CC31616D}"/>
              </a:ext>
            </a:extLst>
          </p:cNvPr>
          <p:cNvGrpSpPr/>
          <p:nvPr/>
        </p:nvGrpSpPr>
        <p:grpSpPr>
          <a:xfrm>
            <a:off x="142166" y="4069613"/>
            <a:ext cx="5140243" cy="2372817"/>
            <a:chOff x="140677" y="3835790"/>
            <a:chExt cx="5140243" cy="2372817"/>
          </a:xfrm>
        </p:grpSpPr>
        <p:sp>
          <p:nvSpPr>
            <p:cNvPr id="55" name="TextBox 54">
              <a:extLst>
                <a:ext uri="{FF2B5EF4-FFF2-40B4-BE49-F238E27FC236}">
                  <a16:creationId xmlns:a16="http://schemas.microsoft.com/office/drawing/2014/main" id="{9DC075CB-E403-4A55-B219-EB7448BB8EE4}"/>
                </a:ext>
              </a:extLst>
            </p:cNvPr>
            <p:cNvSpPr txBox="1"/>
            <p:nvPr/>
          </p:nvSpPr>
          <p:spPr>
            <a:xfrm>
              <a:off x="310206" y="4081550"/>
              <a:ext cx="4970714" cy="212705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sz="1500" dirty="0" err="1"/>
                <a:t>FoSCoS</a:t>
              </a:r>
              <a:r>
                <a:rPr lang="en-GB" sz="1500" dirty="0"/>
                <a:t> is fully synced with </a:t>
              </a:r>
              <a:r>
                <a:rPr lang="en-GB" sz="1500" dirty="0" err="1"/>
                <a:t>FoSCoRIS</a:t>
              </a:r>
              <a:r>
                <a:rPr lang="en-GB" sz="1500" dirty="0"/>
                <a:t> for conducting inspections.</a:t>
              </a:r>
            </a:p>
            <a:p>
              <a:pPr marL="285750" indent="-285750">
                <a:lnSpc>
                  <a:spcPct val="150000"/>
                </a:lnSpc>
                <a:buFont typeface="Arial" panose="020B0604020202020204" pitchFamily="34" charset="0"/>
                <a:buChar char="•"/>
              </a:pPr>
              <a:r>
                <a:rPr lang="en-GB" sz="1500" dirty="0"/>
                <a:t>OTP based Verification of Inspection Reports </a:t>
              </a:r>
            </a:p>
            <a:p>
              <a:pPr marL="285750" indent="-285750">
                <a:lnSpc>
                  <a:spcPct val="150000"/>
                </a:lnSpc>
                <a:buFont typeface="Arial" panose="020B0604020202020204" pitchFamily="34" charset="0"/>
                <a:buChar char="•"/>
              </a:pPr>
              <a:r>
                <a:rPr lang="en-GB" sz="1500" dirty="0"/>
                <a:t>DO has the provision to reassign the application for re-inspection if deemed necessary.</a:t>
              </a:r>
            </a:p>
            <a:p>
              <a:pPr marL="285750" indent="-285750">
                <a:lnSpc>
                  <a:spcPct val="150000"/>
                </a:lnSpc>
                <a:buFont typeface="Arial" panose="020B0604020202020204" pitchFamily="34" charset="0"/>
                <a:buChar char="•"/>
              </a:pPr>
              <a:r>
                <a:rPr lang="en-GB" sz="1500" dirty="0"/>
                <a:t>For detailed process flow, </a:t>
              </a:r>
              <a:r>
                <a:rPr lang="en-GB" sz="1500" dirty="0">
                  <a:hlinkClick r:id="rId9" action="ppaction://hlinksldjump"/>
                </a:rPr>
                <a:t>click</a:t>
              </a:r>
              <a:endParaRPr lang="en-GB" sz="1500" dirty="0"/>
            </a:p>
          </p:txBody>
        </p:sp>
        <p:sp>
          <p:nvSpPr>
            <p:cNvPr id="9" name="TextBox 8">
              <a:extLst>
                <a:ext uri="{FF2B5EF4-FFF2-40B4-BE49-F238E27FC236}">
                  <a16:creationId xmlns:a16="http://schemas.microsoft.com/office/drawing/2014/main" id="{4334691E-CF29-45B1-8A72-60748CB5687A}"/>
                </a:ext>
              </a:extLst>
            </p:cNvPr>
            <p:cNvSpPr txBox="1"/>
            <p:nvPr/>
          </p:nvSpPr>
          <p:spPr>
            <a:xfrm>
              <a:off x="140677" y="3835790"/>
              <a:ext cx="1427905" cy="323165"/>
            </a:xfrm>
            <a:prstGeom prst="rect">
              <a:avLst/>
            </a:prstGeom>
            <a:noFill/>
          </p:spPr>
          <p:txBody>
            <a:bodyPr wrap="square" rtlCol="0">
              <a:spAutoFit/>
            </a:bodyPr>
            <a:lstStyle/>
            <a:p>
              <a:r>
                <a:rPr lang="en-GB" sz="1500" b="1" dirty="0"/>
                <a:t>Key Notes:</a:t>
              </a:r>
            </a:p>
          </p:txBody>
        </p:sp>
      </p:grpSp>
      <p:pic>
        <p:nvPicPr>
          <p:cNvPr id="12" name="Picture 11">
            <a:extLst>
              <a:ext uri="{FF2B5EF4-FFF2-40B4-BE49-F238E27FC236}">
                <a16:creationId xmlns:a16="http://schemas.microsoft.com/office/drawing/2014/main" id="{26F1F5F6-94B0-4285-BA93-0801128CE86C}"/>
              </a:ext>
            </a:extLst>
          </p:cNvPr>
          <p:cNvPicPr>
            <a:picLocks noChangeAspect="1"/>
          </p:cNvPicPr>
          <p:nvPr/>
        </p:nvPicPr>
        <p:blipFill>
          <a:blip r:embed="rId10"/>
          <a:stretch>
            <a:fillRect/>
          </a:stretch>
        </p:blipFill>
        <p:spPr>
          <a:xfrm>
            <a:off x="5243402" y="4462571"/>
            <a:ext cx="6303291" cy="2399167"/>
          </a:xfrm>
          <a:prstGeom prst="rect">
            <a:avLst/>
          </a:prstGeom>
        </p:spPr>
      </p:pic>
    </p:spTree>
    <p:extLst>
      <p:ext uri="{BB962C8B-B14F-4D97-AF65-F5344CB8AC3E}">
        <p14:creationId xmlns:p14="http://schemas.microsoft.com/office/powerpoint/2010/main" val="2882395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1"/>
                                        </p:tgtEl>
                                        <p:attrNameLst>
                                          <p:attrName>style.visibility</p:attrName>
                                        </p:attrNameLst>
                                      </p:cBhvr>
                                      <p:to>
                                        <p:strVal val="visible"/>
                                      </p:to>
                                    </p:set>
                                    <p:anim calcmode="lin" valueType="num">
                                      <p:cBhvr additive="base">
                                        <p:cTn id="31" dur="500" fill="hold"/>
                                        <p:tgtEl>
                                          <p:spTgt spid="31"/>
                                        </p:tgtEl>
                                        <p:attrNameLst>
                                          <p:attrName>ppt_x</p:attrName>
                                        </p:attrNameLst>
                                      </p:cBhvr>
                                      <p:tavLst>
                                        <p:tav tm="0">
                                          <p:val>
                                            <p:strVal val="#ppt_x"/>
                                          </p:val>
                                        </p:tav>
                                        <p:tav tm="100000">
                                          <p:val>
                                            <p:strVal val="#ppt_x"/>
                                          </p:val>
                                        </p:tav>
                                      </p:tavLst>
                                    </p:anim>
                                    <p:anim calcmode="lin" valueType="num">
                                      <p:cBhvr additive="base">
                                        <p:cTn id="32"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fill="hold"/>
                                        <p:tgtEl>
                                          <p:spTgt spid="32"/>
                                        </p:tgtEl>
                                        <p:attrNameLst>
                                          <p:attrName>ppt_x</p:attrName>
                                        </p:attrNameLst>
                                      </p:cBhvr>
                                      <p:tavLst>
                                        <p:tav tm="0">
                                          <p:val>
                                            <p:strVal val="#ppt_x"/>
                                          </p:val>
                                        </p:tav>
                                        <p:tav tm="100000">
                                          <p:val>
                                            <p:strVal val="#ppt_x"/>
                                          </p:val>
                                        </p:tav>
                                      </p:tavLst>
                                    </p:anim>
                                    <p:anim calcmode="lin" valueType="num">
                                      <p:cBhvr additive="base">
                                        <p:cTn id="38"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4"/>
                                        </p:tgtEl>
                                        <p:attrNameLst>
                                          <p:attrName>style.visibility</p:attrName>
                                        </p:attrNameLst>
                                      </p:cBhvr>
                                      <p:to>
                                        <p:strVal val="visible"/>
                                      </p:to>
                                    </p:set>
                                    <p:anim calcmode="lin" valueType="num">
                                      <p:cBhvr additive="base">
                                        <p:cTn id="43" dur="500" fill="hold"/>
                                        <p:tgtEl>
                                          <p:spTgt spid="34"/>
                                        </p:tgtEl>
                                        <p:attrNameLst>
                                          <p:attrName>ppt_x</p:attrName>
                                        </p:attrNameLst>
                                      </p:cBhvr>
                                      <p:tavLst>
                                        <p:tav tm="0">
                                          <p:val>
                                            <p:strVal val="#ppt_x"/>
                                          </p:val>
                                        </p:tav>
                                        <p:tav tm="100000">
                                          <p:val>
                                            <p:strVal val="#ppt_x"/>
                                          </p:val>
                                        </p:tav>
                                      </p:tavLst>
                                    </p:anim>
                                    <p:anim calcmode="lin" valueType="num">
                                      <p:cBhvr additive="base">
                                        <p:cTn id="44"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3"/>
                                        </p:tgtEl>
                                        <p:attrNameLst>
                                          <p:attrName>style.visibility</p:attrName>
                                        </p:attrNameLst>
                                      </p:cBhvr>
                                      <p:to>
                                        <p:strVal val="visible"/>
                                      </p:to>
                                    </p:set>
                                    <p:anim calcmode="lin" valueType="num">
                                      <p:cBhvr additive="base">
                                        <p:cTn id="49" dur="500" fill="hold"/>
                                        <p:tgtEl>
                                          <p:spTgt spid="33"/>
                                        </p:tgtEl>
                                        <p:attrNameLst>
                                          <p:attrName>ppt_x</p:attrName>
                                        </p:attrNameLst>
                                      </p:cBhvr>
                                      <p:tavLst>
                                        <p:tav tm="0">
                                          <p:val>
                                            <p:strVal val="#ppt_x"/>
                                          </p:val>
                                        </p:tav>
                                        <p:tav tm="100000">
                                          <p:val>
                                            <p:strVal val="#ppt_x"/>
                                          </p:val>
                                        </p:tav>
                                      </p:tavLst>
                                    </p:anim>
                                    <p:anim calcmode="lin" valueType="num">
                                      <p:cBhvr additive="base">
                                        <p:cTn id="50"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2"/>
                                        </p:tgtEl>
                                        <p:attrNameLst>
                                          <p:attrName>style.visibility</p:attrName>
                                        </p:attrNameLst>
                                      </p:cBhvr>
                                      <p:to>
                                        <p:strVal val="visible"/>
                                      </p:to>
                                    </p:set>
                                    <p:anim calcmode="lin" valueType="num">
                                      <p:cBhvr additive="base">
                                        <p:cTn id="55" dur="500" fill="hold"/>
                                        <p:tgtEl>
                                          <p:spTgt spid="12"/>
                                        </p:tgtEl>
                                        <p:attrNameLst>
                                          <p:attrName>ppt_x</p:attrName>
                                        </p:attrNameLst>
                                      </p:cBhvr>
                                      <p:tavLst>
                                        <p:tav tm="0">
                                          <p:val>
                                            <p:strVal val="#ppt_x"/>
                                          </p:val>
                                        </p:tav>
                                        <p:tav tm="100000">
                                          <p:val>
                                            <p:strVal val="#ppt_x"/>
                                          </p:val>
                                        </p:tav>
                                      </p:tavLst>
                                    </p:anim>
                                    <p:anim calcmode="lin" valueType="num">
                                      <p:cBhvr additive="base">
                                        <p:cTn id="5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Process Modification Request</a:t>
            </a:r>
            <a:endParaRPr lang="en-US" dirty="0"/>
          </a:p>
        </p:txBody>
      </p:sp>
      <p:sp>
        <p:nvSpPr>
          <p:cNvPr id="29" name="Slide Number Placeholder 5">
            <a:extLst>
              <a:ext uri="{FF2B5EF4-FFF2-40B4-BE49-F238E27FC236}">
                <a16:creationId xmlns:a16="http://schemas.microsoft.com/office/drawing/2014/main" id="{A7A16E21-D6C7-484D-90DD-8FDB84C886BC}"/>
              </a:ext>
            </a:extLst>
          </p:cNvPr>
          <p:cNvSpPr>
            <a:spLocks noGrp="1"/>
          </p:cNvSpPr>
          <p:nvPr>
            <p:ph type="sldNum" idx="12"/>
          </p:nvPr>
        </p:nvSpPr>
        <p:spPr/>
        <p:txBody>
          <a:bodyPr/>
          <a:lstStyle/>
          <a:p>
            <a:pPr lvl="0"/>
            <a:fld id="{00000000-1234-1234-1234-123412341234}" type="slidenum">
              <a:rPr lang="en-US" smtClean="0"/>
              <a:pPr lvl="0"/>
              <a:t>21</a:t>
            </a:fld>
            <a:endParaRPr lang="en-US" dirty="0"/>
          </a:p>
        </p:txBody>
      </p:sp>
      <p:grpSp>
        <p:nvGrpSpPr>
          <p:cNvPr id="4" name="Group 3">
            <a:extLst>
              <a:ext uri="{FF2B5EF4-FFF2-40B4-BE49-F238E27FC236}">
                <a16:creationId xmlns:a16="http://schemas.microsoft.com/office/drawing/2014/main" id="{728C4D8C-713B-4D75-82CB-67003DFCEA5C}"/>
              </a:ext>
            </a:extLst>
          </p:cNvPr>
          <p:cNvGrpSpPr/>
          <p:nvPr/>
        </p:nvGrpSpPr>
        <p:grpSpPr>
          <a:xfrm>
            <a:off x="6394390" y="849599"/>
            <a:ext cx="2218087" cy="2209800"/>
            <a:chOff x="6371118" y="876641"/>
            <a:chExt cx="2218087" cy="2209800"/>
          </a:xfrm>
        </p:grpSpPr>
        <p:pic>
          <p:nvPicPr>
            <p:cNvPr id="30" name="Picture 29">
              <a:extLst>
                <a:ext uri="{FF2B5EF4-FFF2-40B4-BE49-F238E27FC236}">
                  <a16:creationId xmlns:a16="http://schemas.microsoft.com/office/drawing/2014/main" id="{6AD48852-D499-4408-A945-F31E282A2E11}"/>
                </a:ext>
              </a:extLst>
            </p:cNvPr>
            <p:cNvPicPr>
              <a:picLocks noChangeAspect="1"/>
            </p:cNvPicPr>
            <p:nvPr/>
          </p:nvPicPr>
          <p:blipFill>
            <a:blip r:embed="rId2"/>
            <a:stretch>
              <a:fillRect/>
            </a:stretch>
          </p:blipFill>
          <p:spPr>
            <a:xfrm>
              <a:off x="6391399" y="876641"/>
              <a:ext cx="2168240" cy="2209800"/>
            </a:xfrm>
            <a:prstGeom prst="rect">
              <a:avLst/>
            </a:prstGeom>
          </p:spPr>
        </p:pic>
        <p:sp>
          <p:nvSpPr>
            <p:cNvPr id="32" name="Rectangle: Rounded Corners 31">
              <a:extLst>
                <a:ext uri="{FF2B5EF4-FFF2-40B4-BE49-F238E27FC236}">
                  <a16:creationId xmlns:a16="http://schemas.microsoft.com/office/drawing/2014/main" id="{A1E3261E-CEDD-46C8-A2A3-73F99452903D}"/>
                </a:ext>
              </a:extLst>
            </p:cNvPr>
            <p:cNvSpPr/>
            <p:nvPr/>
          </p:nvSpPr>
          <p:spPr>
            <a:xfrm>
              <a:off x="6371118" y="1201553"/>
              <a:ext cx="2218087" cy="344630"/>
            </a:xfrm>
            <a:prstGeom prst="round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 name="Group 2">
            <a:extLst>
              <a:ext uri="{FF2B5EF4-FFF2-40B4-BE49-F238E27FC236}">
                <a16:creationId xmlns:a16="http://schemas.microsoft.com/office/drawing/2014/main" id="{8BF060C6-5800-49CB-84F8-0F0A87AE25A2}"/>
              </a:ext>
            </a:extLst>
          </p:cNvPr>
          <p:cNvGrpSpPr/>
          <p:nvPr/>
        </p:nvGrpSpPr>
        <p:grpSpPr>
          <a:xfrm>
            <a:off x="565762" y="1247669"/>
            <a:ext cx="5077363" cy="1935772"/>
            <a:chOff x="565762" y="1247669"/>
            <a:chExt cx="5077363" cy="1935772"/>
          </a:xfrm>
        </p:grpSpPr>
        <p:grpSp>
          <p:nvGrpSpPr>
            <p:cNvPr id="17" name="Group 16">
              <a:extLst>
                <a:ext uri="{FF2B5EF4-FFF2-40B4-BE49-F238E27FC236}">
                  <a16:creationId xmlns:a16="http://schemas.microsoft.com/office/drawing/2014/main" id="{15C2FF7E-DA24-4012-A48A-DEC1AE9F5F56}"/>
                </a:ext>
              </a:extLst>
            </p:cNvPr>
            <p:cNvGrpSpPr/>
            <p:nvPr/>
          </p:nvGrpSpPr>
          <p:grpSpPr>
            <a:xfrm>
              <a:off x="565762" y="1247669"/>
              <a:ext cx="5077363" cy="778861"/>
              <a:chOff x="468558" y="2151534"/>
              <a:chExt cx="4252898" cy="641691"/>
            </a:xfrm>
          </p:grpSpPr>
          <p:sp>
            <p:nvSpPr>
              <p:cNvPr id="18" name="Freeform 14">
                <a:extLst>
                  <a:ext uri="{FF2B5EF4-FFF2-40B4-BE49-F238E27FC236}">
                    <a16:creationId xmlns:a16="http://schemas.microsoft.com/office/drawing/2014/main" id="{5471FFDD-2AD6-4029-9DA6-5393539A866E}"/>
                  </a:ext>
                </a:extLst>
              </p:cNvPr>
              <p:cNvSpPr>
                <a:spLocks/>
              </p:cNvSpPr>
              <p:nvPr/>
            </p:nvSpPr>
            <p:spPr bwMode="auto">
              <a:xfrm>
                <a:off x="3411768" y="2151534"/>
                <a:ext cx="1309688" cy="592138"/>
              </a:xfrm>
              <a:custGeom>
                <a:avLst/>
                <a:gdLst/>
                <a:ahLst/>
                <a:cxnLst>
                  <a:cxn ang="0">
                    <a:pos x="667" y="0"/>
                  </a:cxn>
                  <a:cxn ang="0">
                    <a:pos x="0" y="0"/>
                  </a:cxn>
                  <a:cxn ang="0">
                    <a:pos x="0" y="25"/>
                  </a:cxn>
                  <a:cxn ang="0">
                    <a:pos x="589" y="25"/>
                  </a:cxn>
                  <a:cxn ang="0">
                    <a:pos x="721" y="186"/>
                  </a:cxn>
                  <a:cxn ang="0">
                    <a:pos x="569" y="373"/>
                  </a:cxn>
                  <a:cxn ang="0">
                    <a:pos x="667" y="373"/>
                  </a:cxn>
                  <a:cxn ang="0">
                    <a:pos x="825" y="186"/>
                  </a:cxn>
                  <a:cxn ang="0">
                    <a:pos x="667" y="0"/>
                  </a:cxn>
                </a:cxnLst>
                <a:rect l="0" t="0" r="r" b="b"/>
                <a:pathLst>
                  <a:path w="825" h="373">
                    <a:moveTo>
                      <a:pt x="667" y="0"/>
                    </a:moveTo>
                    <a:lnTo>
                      <a:pt x="0" y="0"/>
                    </a:lnTo>
                    <a:lnTo>
                      <a:pt x="0" y="25"/>
                    </a:lnTo>
                    <a:lnTo>
                      <a:pt x="589" y="25"/>
                    </a:lnTo>
                    <a:lnTo>
                      <a:pt x="721" y="186"/>
                    </a:lnTo>
                    <a:lnTo>
                      <a:pt x="569" y="373"/>
                    </a:lnTo>
                    <a:lnTo>
                      <a:pt x="667" y="373"/>
                    </a:lnTo>
                    <a:lnTo>
                      <a:pt x="825" y="186"/>
                    </a:lnTo>
                    <a:lnTo>
                      <a:pt x="667" y="0"/>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US" sz="1500" b="1" dirty="0">
                  <a:latin typeface="Arial (Headings)"/>
                </a:endParaRPr>
              </a:p>
            </p:txBody>
          </p:sp>
          <p:sp>
            <p:nvSpPr>
              <p:cNvPr id="19" name="TextBox 18">
                <a:extLst>
                  <a:ext uri="{FF2B5EF4-FFF2-40B4-BE49-F238E27FC236}">
                    <a16:creationId xmlns:a16="http://schemas.microsoft.com/office/drawing/2014/main" id="{785728F7-D954-4791-8E9B-7E5AEAA1F3A1}"/>
                  </a:ext>
                </a:extLst>
              </p:cNvPr>
              <p:cNvSpPr txBox="1"/>
              <p:nvPr/>
            </p:nvSpPr>
            <p:spPr>
              <a:xfrm>
                <a:off x="3338649" y="2266341"/>
                <a:ext cx="1158529" cy="526884"/>
              </a:xfrm>
              <a:prstGeom prst="rect">
                <a:avLst/>
              </a:prstGeom>
              <a:noFill/>
            </p:spPr>
            <p:txBody>
              <a:bodyPr wrap="square" lIns="0" tIns="45720" rIns="0" bIns="0" rtlCol="0">
                <a:noAutofit/>
              </a:bodyPr>
              <a:lstStyle/>
              <a:p>
                <a:pPr indent="-274320">
                  <a:spcAft>
                    <a:spcPts val="300"/>
                  </a:spcAft>
                </a:pPr>
                <a:r>
                  <a:rPr lang="en-US" sz="1500" b="1" dirty="0">
                    <a:latin typeface="Arial (Headings)"/>
                  </a:rPr>
                  <a:t>Forward to FSO for inspection</a:t>
                </a:r>
              </a:p>
            </p:txBody>
          </p:sp>
          <p:sp>
            <p:nvSpPr>
              <p:cNvPr id="20" name="Freeform 15">
                <a:extLst>
                  <a:ext uri="{FF2B5EF4-FFF2-40B4-BE49-F238E27FC236}">
                    <a16:creationId xmlns:a16="http://schemas.microsoft.com/office/drawing/2014/main" id="{D93BC7B5-FB66-46CE-BBB7-C376A0DA93EB}"/>
                  </a:ext>
                </a:extLst>
              </p:cNvPr>
              <p:cNvSpPr>
                <a:spLocks/>
              </p:cNvSpPr>
              <p:nvPr/>
            </p:nvSpPr>
            <p:spPr bwMode="auto">
              <a:xfrm>
                <a:off x="1985622" y="2151534"/>
                <a:ext cx="1311275" cy="592138"/>
              </a:xfrm>
              <a:custGeom>
                <a:avLst/>
                <a:gdLst/>
                <a:ahLst/>
                <a:cxnLst>
                  <a:cxn ang="0">
                    <a:pos x="669" y="0"/>
                  </a:cxn>
                  <a:cxn ang="0">
                    <a:pos x="0" y="0"/>
                  </a:cxn>
                  <a:cxn ang="0">
                    <a:pos x="0" y="25"/>
                  </a:cxn>
                  <a:cxn ang="0">
                    <a:pos x="590" y="25"/>
                  </a:cxn>
                  <a:cxn ang="0">
                    <a:pos x="721" y="186"/>
                  </a:cxn>
                  <a:cxn ang="0">
                    <a:pos x="569" y="373"/>
                  </a:cxn>
                  <a:cxn ang="0">
                    <a:pos x="669" y="373"/>
                  </a:cxn>
                  <a:cxn ang="0">
                    <a:pos x="826" y="186"/>
                  </a:cxn>
                  <a:cxn ang="0">
                    <a:pos x="669" y="0"/>
                  </a:cxn>
                </a:cxnLst>
                <a:rect l="0" t="0" r="r" b="b"/>
                <a:pathLst>
                  <a:path w="826" h="373">
                    <a:moveTo>
                      <a:pt x="669" y="0"/>
                    </a:moveTo>
                    <a:lnTo>
                      <a:pt x="0" y="0"/>
                    </a:lnTo>
                    <a:lnTo>
                      <a:pt x="0" y="25"/>
                    </a:lnTo>
                    <a:lnTo>
                      <a:pt x="590" y="25"/>
                    </a:lnTo>
                    <a:lnTo>
                      <a:pt x="721" y="186"/>
                    </a:lnTo>
                    <a:lnTo>
                      <a:pt x="569" y="373"/>
                    </a:lnTo>
                    <a:lnTo>
                      <a:pt x="669" y="373"/>
                    </a:lnTo>
                    <a:lnTo>
                      <a:pt x="826" y="186"/>
                    </a:lnTo>
                    <a:lnTo>
                      <a:pt x="669" y="0"/>
                    </a:lnTo>
                    <a:close/>
                  </a:path>
                </a:pathLst>
              </a:custGeom>
              <a:solidFill>
                <a:schemeClr val="accent5"/>
              </a:solidFill>
              <a:ln w="9525">
                <a:noFill/>
                <a:round/>
                <a:headEnd/>
                <a:tailEnd/>
              </a:ln>
            </p:spPr>
            <p:txBody>
              <a:bodyPr vert="horz" wrap="square" lIns="91440" tIns="45720" rIns="91440" bIns="45720" numCol="1" anchor="t" anchorCtr="0" compatLnSpc="1">
                <a:prstTxWarp prst="textNoShape">
                  <a:avLst/>
                </a:prstTxWarp>
              </a:bodyPr>
              <a:lstStyle/>
              <a:p>
                <a:endParaRPr lang="en-US" sz="1500" b="1" dirty="0">
                  <a:latin typeface="Arial (Headings)"/>
                </a:endParaRPr>
              </a:p>
            </p:txBody>
          </p:sp>
          <p:sp>
            <p:nvSpPr>
              <p:cNvPr id="21" name="TextBox 20">
                <a:extLst>
                  <a:ext uri="{FF2B5EF4-FFF2-40B4-BE49-F238E27FC236}">
                    <a16:creationId xmlns:a16="http://schemas.microsoft.com/office/drawing/2014/main" id="{770A57BA-F46A-44E4-9ABF-8C178F03FEDE}"/>
                  </a:ext>
                </a:extLst>
              </p:cNvPr>
              <p:cNvSpPr txBox="1"/>
              <p:nvPr/>
            </p:nvSpPr>
            <p:spPr>
              <a:xfrm>
                <a:off x="1879671" y="2216788"/>
                <a:ext cx="1146875" cy="526884"/>
              </a:xfrm>
              <a:prstGeom prst="rect">
                <a:avLst/>
              </a:prstGeom>
              <a:noFill/>
            </p:spPr>
            <p:txBody>
              <a:bodyPr wrap="square" lIns="0" tIns="45720" rIns="0" bIns="0" rtlCol="0">
                <a:noAutofit/>
              </a:bodyPr>
              <a:lstStyle/>
              <a:p>
                <a:pPr indent="-274320">
                  <a:spcAft>
                    <a:spcPts val="300"/>
                  </a:spcAft>
                </a:pPr>
                <a:r>
                  <a:rPr lang="en-US" sz="1500" b="1" dirty="0">
                    <a:latin typeface="Arial (Headings)"/>
                  </a:rPr>
                  <a:t>Document Scrutinization</a:t>
                </a:r>
              </a:p>
              <a:p>
                <a:pPr indent="-274320">
                  <a:spcAft>
                    <a:spcPts val="300"/>
                  </a:spcAft>
                </a:pPr>
                <a:endParaRPr lang="en-US" sz="1500" b="1" dirty="0">
                  <a:latin typeface="Arial (Headings)"/>
                </a:endParaRPr>
              </a:p>
            </p:txBody>
          </p:sp>
          <p:sp>
            <p:nvSpPr>
              <p:cNvPr id="22" name="Freeform 16">
                <a:extLst>
                  <a:ext uri="{FF2B5EF4-FFF2-40B4-BE49-F238E27FC236}">
                    <a16:creationId xmlns:a16="http://schemas.microsoft.com/office/drawing/2014/main" id="{F6DF1F2C-4374-4F21-BAC6-CA2572660496}"/>
                  </a:ext>
                </a:extLst>
              </p:cNvPr>
              <p:cNvSpPr>
                <a:spLocks/>
              </p:cNvSpPr>
              <p:nvPr/>
            </p:nvSpPr>
            <p:spPr bwMode="auto">
              <a:xfrm>
                <a:off x="557889" y="2151534"/>
                <a:ext cx="1312863" cy="592138"/>
              </a:xfrm>
              <a:custGeom>
                <a:avLst/>
                <a:gdLst/>
                <a:ahLst/>
                <a:cxnLst>
                  <a:cxn ang="0">
                    <a:pos x="669" y="0"/>
                  </a:cxn>
                  <a:cxn ang="0">
                    <a:pos x="0" y="0"/>
                  </a:cxn>
                  <a:cxn ang="0">
                    <a:pos x="0" y="25"/>
                  </a:cxn>
                  <a:cxn ang="0">
                    <a:pos x="591" y="25"/>
                  </a:cxn>
                  <a:cxn ang="0">
                    <a:pos x="721" y="186"/>
                  </a:cxn>
                  <a:cxn ang="0">
                    <a:pos x="569" y="373"/>
                  </a:cxn>
                  <a:cxn ang="0">
                    <a:pos x="669" y="373"/>
                  </a:cxn>
                  <a:cxn ang="0">
                    <a:pos x="827" y="186"/>
                  </a:cxn>
                  <a:cxn ang="0">
                    <a:pos x="669" y="0"/>
                  </a:cxn>
                </a:cxnLst>
                <a:rect l="0" t="0" r="r" b="b"/>
                <a:pathLst>
                  <a:path w="827" h="373">
                    <a:moveTo>
                      <a:pt x="669" y="0"/>
                    </a:moveTo>
                    <a:lnTo>
                      <a:pt x="0" y="0"/>
                    </a:lnTo>
                    <a:lnTo>
                      <a:pt x="0" y="25"/>
                    </a:lnTo>
                    <a:lnTo>
                      <a:pt x="591" y="25"/>
                    </a:lnTo>
                    <a:lnTo>
                      <a:pt x="721" y="186"/>
                    </a:lnTo>
                    <a:lnTo>
                      <a:pt x="569" y="373"/>
                    </a:lnTo>
                    <a:lnTo>
                      <a:pt x="669" y="373"/>
                    </a:lnTo>
                    <a:lnTo>
                      <a:pt x="827" y="186"/>
                    </a:lnTo>
                    <a:lnTo>
                      <a:pt x="669" y="0"/>
                    </a:ln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endParaRPr lang="en-US" sz="1500" b="1" dirty="0">
                  <a:latin typeface="Arial (Headings)"/>
                </a:endParaRPr>
              </a:p>
            </p:txBody>
          </p:sp>
          <p:sp>
            <p:nvSpPr>
              <p:cNvPr id="23" name="TextBox 22">
                <a:extLst>
                  <a:ext uri="{FF2B5EF4-FFF2-40B4-BE49-F238E27FC236}">
                    <a16:creationId xmlns:a16="http://schemas.microsoft.com/office/drawing/2014/main" id="{579294F7-49D6-4EB7-811F-58CD7D40BC33}"/>
                  </a:ext>
                </a:extLst>
              </p:cNvPr>
              <p:cNvSpPr txBox="1"/>
              <p:nvPr/>
            </p:nvSpPr>
            <p:spPr>
              <a:xfrm>
                <a:off x="468558" y="2216788"/>
                <a:ext cx="1196041" cy="526884"/>
              </a:xfrm>
              <a:prstGeom prst="rect">
                <a:avLst/>
              </a:prstGeom>
              <a:noFill/>
            </p:spPr>
            <p:txBody>
              <a:bodyPr wrap="square" lIns="0" tIns="45720" rIns="0" bIns="0" rtlCol="0">
                <a:noAutofit/>
              </a:bodyPr>
              <a:lstStyle/>
              <a:p>
                <a:pPr indent="-274320">
                  <a:spcAft>
                    <a:spcPts val="300"/>
                  </a:spcAft>
                </a:pPr>
                <a:r>
                  <a:rPr lang="en-US" sz="1500" b="1" dirty="0">
                    <a:latin typeface="Arial (Headings)"/>
                  </a:rPr>
                  <a:t>Check Online fees, type of modification</a:t>
                </a:r>
              </a:p>
            </p:txBody>
          </p:sp>
        </p:grpSp>
        <p:sp>
          <p:nvSpPr>
            <p:cNvPr id="24" name="Freeform 17">
              <a:extLst>
                <a:ext uri="{FF2B5EF4-FFF2-40B4-BE49-F238E27FC236}">
                  <a16:creationId xmlns:a16="http://schemas.microsoft.com/office/drawing/2014/main" id="{8CBF6EB3-363B-4BAF-A90D-202E3634C913}"/>
                </a:ext>
              </a:extLst>
            </p:cNvPr>
            <p:cNvSpPr>
              <a:spLocks/>
            </p:cNvSpPr>
            <p:nvPr/>
          </p:nvSpPr>
          <p:spPr bwMode="auto">
            <a:xfrm>
              <a:off x="2229814" y="2464726"/>
              <a:ext cx="1565478" cy="718715"/>
            </a:xfrm>
            <a:custGeom>
              <a:avLst/>
              <a:gdLst/>
              <a:ahLst/>
              <a:cxnLst>
                <a:cxn ang="0">
                  <a:pos x="669" y="0"/>
                </a:cxn>
                <a:cxn ang="0">
                  <a:pos x="0" y="0"/>
                </a:cxn>
                <a:cxn ang="0">
                  <a:pos x="0" y="25"/>
                </a:cxn>
                <a:cxn ang="0">
                  <a:pos x="590" y="25"/>
                </a:cxn>
                <a:cxn ang="0">
                  <a:pos x="721" y="186"/>
                </a:cxn>
                <a:cxn ang="0">
                  <a:pos x="571" y="373"/>
                </a:cxn>
                <a:cxn ang="0">
                  <a:pos x="669" y="373"/>
                </a:cxn>
                <a:cxn ang="0">
                  <a:pos x="826" y="186"/>
                </a:cxn>
                <a:cxn ang="0">
                  <a:pos x="669" y="0"/>
                </a:cxn>
              </a:cxnLst>
              <a:rect l="0" t="0" r="r" b="b"/>
              <a:pathLst>
                <a:path w="826" h="373">
                  <a:moveTo>
                    <a:pt x="669" y="0"/>
                  </a:moveTo>
                  <a:lnTo>
                    <a:pt x="0" y="0"/>
                  </a:lnTo>
                  <a:lnTo>
                    <a:pt x="0" y="25"/>
                  </a:lnTo>
                  <a:lnTo>
                    <a:pt x="590" y="25"/>
                  </a:lnTo>
                  <a:lnTo>
                    <a:pt x="721" y="186"/>
                  </a:lnTo>
                  <a:lnTo>
                    <a:pt x="571" y="373"/>
                  </a:lnTo>
                  <a:lnTo>
                    <a:pt x="669" y="373"/>
                  </a:lnTo>
                  <a:lnTo>
                    <a:pt x="826" y="186"/>
                  </a:lnTo>
                  <a:lnTo>
                    <a:pt x="669" y="0"/>
                  </a:lnTo>
                  <a:close/>
                </a:path>
              </a:pathLst>
            </a:custGeom>
            <a:solidFill>
              <a:srgbClr val="EB8C00"/>
            </a:solidFill>
            <a:ln w="9525">
              <a:noFill/>
              <a:round/>
              <a:headEnd/>
              <a:tailEnd/>
            </a:ln>
          </p:spPr>
          <p:txBody>
            <a:bodyPr vert="horz" wrap="square" lIns="91440" tIns="45720" rIns="91440" bIns="45720" numCol="1" anchor="t" anchorCtr="0" compatLnSpc="1">
              <a:prstTxWarp prst="textNoShape">
                <a:avLst/>
              </a:prstTxWarp>
            </a:bodyPr>
            <a:lstStyle/>
            <a:p>
              <a:endParaRPr lang="en-US" sz="1500" b="1" dirty="0">
                <a:latin typeface="Arial (Headings)"/>
              </a:endParaRPr>
            </a:p>
          </p:txBody>
        </p:sp>
        <p:sp>
          <p:nvSpPr>
            <p:cNvPr id="25" name="TextBox 24">
              <a:extLst>
                <a:ext uri="{FF2B5EF4-FFF2-40B4-BE49-F238E27FC236}">
                  <a16:creationId xmlns:a16="http://schemas.microsoft.com/office/drawing/2014/main" id="{6E79FE0E-E79C-4189-AE89-4674AF0E07BC}"/>
                </a:ext>
              </a:extLst>
            </p:cNvPr>
            <p:cNvSpPr txBox="1"/>
            <p:nvPr/>
          </p:nvSpPr>
          <p:spPr>
            <a:xfrm>
              <a:off x="2230762" y="2538093"/>
              <a:ext cx="1147465" cy="639512"/>
            </a:xfrm>
            <a:prstGeom prst="rect">
              <a:avLst/>
            </a:prstGeom>
            <a:noFill/>
          </p:spPr>
          <p:txBody>
            <a:bodyPr wrap="square" lIns="0" tIns="45720" rIns="0" bIns="0" rtlCol="0">
              <a:noAutofit/>
            </a:bodyPr>
            <a:lstStyle/>
            <a:p>
              <a:pPr indent="-274320">
                <a:spcAft>
                  <a:spcPts val="300"/>
                </a:spcAft>
              </a:pPr>
              <a:r>
                <a:rPr lang="en-US" sz="1500" b="1" dirty="0">
                  <a:latin typeface="Arial (Headings)"/>
                </a:rPr>
                <a:t>Generate License</a:t>
              </a:r>
            </a:p>
          </p:txBody>
        </p:sp>
        <p:sp>
          <p:nvSpPr>
            <p:cNvPr id="26" name="Freeform 12">
              <a:extLst>
                <a:ext uri="{FF2B5EF4-FFF2-40B4-BE49-F238E27FC236}">
                  <a16:creationId xmlns:a16="http://schemas.microsoft.com/office/drawing/2014/main" id="{D7DABE5D-4283-4461-9631-CC458A0B44AA}"/>
                </a:ext>
              </a:extLst>
            </p:cNvPr>
            <p:cNvSpPr>
              <a:spLocks/>
            </p:cNvSpPr>
            <p:nvPr/>
          </p:nvSpPr>
          <p:spPr bwMode="auto">
            <a:xfrm>
              <a:off x="626356" y="2464726"/>
              <a:ext cx="1565478" cy="718715"/>
            </a:xfrm>
            <a:custGeom>
              <a:avLst/>
              <a:gdLst/>
              <a:ahLst/>
              <a:cxnLst>
                <a:cxn ang="0">
                  <a:pos x="669" y="0"/>
                </a:cxn>
                <a:cxn ang="0">
                  <a:pos x="0" y="0"/>
                </a:cxn>
                <a:cxn ang="0">
                  <a:pos x="0" y="25"/>
                </a:cxn>
                <a:cxn ang="0">
                  <a:pos x="590" y="25"/>
                </a:cxn>
                <a:cxn ang="0">
                  <a:pos x="721" y="186"/>
                </a:cxn>
                <a:cxn ang="0">
                  <a:pos x="570" y="373"/>
                </a:cxn>
                <a:cxn ang="0">
                  <a:pos x="669" y="373"/>
                </a:cxn>
                <a:cxn ang="0">
                  <a:pos x="826" y="186"/>
                </a:cxn>
                <a:cxn ang="0">
                  <a:pos x="669" y="0"/>
                </a:cxn>
              </a:cxnLst>
              <a:rect l="0" t="0" r="r" b="b"/>
              <a:pathLst>
                <a:path w="826" h="373">
                  <a:moveTo>
                    <a:pt x="669" y="0"/>
                  </a:moveTo>
                  <a:lnTo>
                    <a:pt x="0" y="0"/>
                  </a:lnTo>
                  <a:lnTo>
                    <a:pt x="0" y="25"/>
                  </a:lnTo>
                  <a:lnTo>
                    <a:pt x="590" y="25"/>
                  </a:lnTo>
                  <a:lnTo>
                    <a:pt x="721" y="186"/>
                  </a:lnTo>
                  <a:lnTo>
                    <a:pt x="570" y="373"/>
                  </a:lnTo>
                  <a:lnTo>
                    <a:pt x="669" y="373"/>
                  </a:lnTo>
                  <a:lnTo>
                    <a:pt x="826" y="186"/>
                  </a:lnTo>
                  <a:lnTo>
                    <a:pt x="669"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sz="1500" b="1" dirty="0">
                <a:latin typeface="Arial (Headings)"/>
              </a:endParaRPr>
            </a:p>
          </p:txBody>
        </p:sp>
        <p:sp>
          <p:nvSpPr>
            <p:cNvPr id="27" name="TextBox 26">
              <a:extLst>
                <a:ext uri="{FF2B5EF4-FFF2-40B4-BE49-F238E27FC236}">
                  <a16:creationId xmlns:a16="http://schemas.microsoft.com/office/drawing/2014/main" id="{8906D203-EBAC-4FE1-AC7D-C023521830A9}"/>
                </a:ext>
              </a:extLst>
            </p:cNvPr>
            <p:cNvSpPr txBox="1"/>
            <p:nvPr/>
          </p:nvSpPr>
          <p:spPr>
            <a:xfrm>
              <a:off x="626356" y="2538093"/>
              <a:ext cx="1563582" cy="639512"/>
            </a:xfrm>
            <a:prstGeom prst="rect">
              <a:avLst/>
            </a:prstGeom>
            <a:noFill/>
          </p:spPr>
          <p:txBody>
            <a:bodyPr wrap="square" lIns="0" tIns="45720" rIns="0" bIns="0" rtlCol="0">
              <a:noAutofit/>
            </a:bodyPr>
            <a:lstStyle/>
            <a:p>
              <a:pPr indent="-274320">
                <a:spcAft>
                  <a:spcPts val="300"/>
                </a:spcAft>
              </a:pPr>
              <a:r>
                <a:rPr lang="en-US" sz="1500" b="1" dirty="0">
                  <a:latin typeface="Arial (Headings)"/>
                </a:rPr>
                <a:t>Forward for License generation</a:t>
              </a:r>
            </a:p>
          </p:txBody>
        </p:sp>
      </p:grpSp>
      <p:pic>
        <p:nvPicPr>
          <p:cNvPr id="31" name="Picture 30">
            <a:extLst>
              <a:ext uri="{FF2B5EF4-FFF2-40B4-BE49-F238E27FC236}">
                <a16:creationId xmlns:a16="http://schemas.microsoft.com/office/drawing/2014/main" id="{5892914F-4A26-4A91-88CD-E2F73F1E3970}"/>
              </a:ext>
            </a:extLst>
          </p:cNvPr>
          <p:cNvPicPr>
            <a:picLocks noChangeAspect="1"/>
          </p:cNvPicPr>
          <p:nvPr/>
        </p:nvPicPr>
        <p:blipFill>
          <a:blip r:embed="rId3"/>
          <a:stretch>
            <a:fillRect/>
          </a:stretch>
        </p:blipFill>
        <p:spPr>
          <a:xfrm>
            <a:off x="8677348" y="1108812"/>
            <a:ext cx="2751878" cy="3254787"/>
          </a:xfrm>
          <a:prstGeom prst="rect">
            <a:avLst/>
          </a:prstGeom>
        </p:spPr>
      </p:pic>
      <p:grpSp>
        <p:nvGrpSpPr>
          <p:cNvPr id="9" name="Group 8">
            <a:extLst>
              <a:ext uri="{FF2B5EF4-FFF2-40B4-BE49-F238E27FC236}">
                <a16:creationId xmlns:a16="http://schemas.microsoft.com/office/drawing/2014/main" id="{12182EA5-3290-4DCD-B0D1-7B8D5E4D48D8}"/>
              </a:ext>
            </a:extLst>
          </p:cNvPr>
          <p:cNvGrpSpPr/>
          <p:nvPr/>
        </p:nvGrpSpPr>
        <p:grpSpPr>
          <a:xfrm>
            <a:off x="5643125" y="1519141"/>
            <a:ext cx="6533646" cy="3418407"/>
            <a:chOff x="5382575" y="2863063"/>
            <a:chExt cx="6718748" cy="3462569"/>
          </a:xfrm>
        </p:grpSpPr>
        <p:pic>
          <p:nvPicPr>
            <p:cNvPr id="33" name="Picture 32">
              <a:extLst>
                <a:ext uri="{FF2B5EF4-FFF2-40B4-BE49-F238E27FC236}">
                  <a16:creationId xmlns:a16="http://schemas.microsoft.com/office/drawing/2014/main" id="{FD9242A1-642E-47EB-ACAF-8771BC077FCB}"/>
                </a:ext>
              </a:extLst>
            </p:cNvPr>
            <p:cNvPicPr>
              <a:picLocks noChangeAspect="1"/>
            </p:cNvPicPr>
            <p:nvPr/>
          </p:nvPicPr>
          <p:blipFill>
            <a:blip r:embed="rId4"/>
            <a:stretch>
              <a:fillRect/>
            </a:stretch>
          </p:blipFill>
          <p:spPr>
            <a:xfrm>
              <a:off x="5382575" y="2863063"/>
              <a:ext cx="6718748" cy="3462569"/>
            </a:xfrm>
            <a:prstGeom prst="rect">
              <a:avLst/>
            </a:prstGeom>
          </p:spPr>
        </p:pic>
        <p:cxnSp>
          <p:nvCxnSpPr>
            <p:cNvPr id="8" name="Straight Arrow Connector 7">
              <a:extLst>
                <a:ext uri="{FF2B5EF4-FFF2-40B4-BE49-F238E27FC236}">
                  <a16:creationId xmlns:a16="http://schemas.microsoft.com/office/drawing/2014/main" id="{6D727E18-04BB-4C7B-A980-A47514C3742C}"/>
                </a:ext>
              </a:extLst>
            </p:cNvPr>
            <p:cNvCxnSpPr/>
            <p:nvPr/>
          </p:nvCxnSpPr>
          <p:spPr>
            <a:xfrm flipV="1">
              <a:off x="11565644" y="5909889"/>
              <a:ext cx="191412" cy="2375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pic>
        <p:nvPicPr>
          <p:cNvPr id="39" name="Picture 38">
            <a:extLst>
              <a:ext uri="{FF2B5EF4-FFF2-40B4-BE49-F238E27FC236}">
                <a16:creationId xmlns:a16="http://schemas.microsoft.com/office/drawing/2014/main" id="{AF388EC7-D0D1-4EB3-B6C3-AE56952CF9C6}"/>
              </a:ext>
            </a:extLst>
          </p:cNvPr>
          <p:cNvPicPr>
            <a:picLocks noChangeAspect="1"/>
          </p:cNvPicPr>
          <p:nvPr/>
        </p:nvPicPr>
        <p:blipFill>
          <a:blip r:embed="rId5"/>
          <a:stretch>
            <a:fillRect/>
          </a:stretch>
        </p:blipFill>
        <p:spPr>
          <a:xfrm>
            <a:off x="5620563" y="2130042"/>
            <a:ext cx="6427992" cy="2664334"/>
          </a:xfrm>
          <a:prstGeom prst="rect">
            <a:avLst/>
          </a:prstGeom>
        </p:spPr>
      </p:pic>
      <p:pic>
        <p:nvPicPr>
          <p:cNvPr id="40" name="Picture 39">
            <a:extLst>
              <a:ext uri="{FF2B5EF4-FFF2-40B4-BE49-F238E27FC236}">
                <a16:creationId xmlns:a16="http://schemas.microsoft.com/office/drawing/2014/main" id="{C3B7B956-0548-4675-9CA4-8157652B0EC2}"/>
              </a:ext>
            </a:extLst>
          </p:cNvPr>
          <p:cNvPicPr>
            <a:picLocks noChangeAspect="1"/>
          </p:cNvPicPr>
          <p:nvPr/>
        </p:nvPicPr>
        <p:blipFill>
          <a:blip r:embed="rId6"/>
          <a:stretch>
            <a:fillRect/>
          </a:stretch>
        </p:blipFill>
        <p:spPr>
          <a:xfrm>
            <a:off x="5514821" y="3249197"/>
            <a:ext cx="6677179" cy="2082637"/>
          </a:xfrm>
          <a:prstGeom prst="rect">
            <a:avLst/>
          </a:prstGeom>
        </p:spPr>
      </p:pic>
      <p:grpSp>
        <p:nvGrpSpPr>
          <p:cNvPr id="10" name="Group 9">
            <a:extLst>
              <a:ext uri="{FF2B5EF4-FFF2-40B4-BE49-F238E27FC236}">
                <a16:creationId xmlns:a16="http://schemas.microsoft.com/office/drawing/2014/main" id="{3F705BC2-92A5-48DD-ABE6-D7E9E044E189}"/>
              </a:ext>
            </a:extLst>
          </p:cNvPr>
          <p:cNvGrpSpPr/>
          <p:nvPr/>
        </p:nvGrpSpPr>
        <p:grpSpPr>
          <a:xfrm>
            <a:off x="79487" y="3878855"/>
            <a:ext cx="5295882" cy="2743166"/>
            <a:chOff x="140677" y="3835790"/>
            <a:chExt cx="5295882" cy="2743166"/>
          </a:xfrm>
        </p:grpSpPr>
        <p:sp>
          <p:nvSpPr>
            <p:cNvPr id="28" name="TextBox 27">
              <a:extLst>
                <a:ext uri="{FF2B5EF4-FFF2-40B4-BE49-F238E27FC236}">
                  <a16:creationId xmlns:a16="http://schemas.microsoft.com/office/drawing/2014/main" id="{653E0FEB-2C11-47D7-AF2F-7F24A123858A}"/>
                </a:ext>
              </a:extLst>
            </p:cNvPr>
            <p:cNvSpPr txBox="1"/>
            <p:nvPr/>
          </p:nvSpPr>
          <p:spPr>
            <a:xfrm>
              <a:off x="465845" y="4105650"/>
              <a:ext cx="4970714" cy="247330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sz="1500" dirty="0"/>
                <a:t>Form-C modification process is similar to new license generation. Applications listed along with the applications of new license / renewals.</a:t>
              </a:r>
            </a:p>
            <a:p>
              <a:pPr marL="285750" indent="-285750">
                <a:lnSpc>
                  <a:spcPct val="150000"/>
                </a:lnSpc>
                <a:buFont typeface="Arial" panose="020B0604020202020204" pitchFamily="34" charset="0"/>
                <a:buChar char="•"/>
              </a:pPr>
              <a:r>
                <a:rPr lang="en-GB" sz="1500" dirty="0"/>
                <a:t>Non Form-C modification is similar to FLRS. Applications received will be available under ‘Scrutinize Non-Form ‘C’ applications tab.</a:t>
              </a:r>
            </a:p>
            <a:p>
              <a:pPr marL="285750" indent="-285750">
                <a:lnSpc>
                  <a:spcPct val="150000"/>
                </a:lnSpc>
                <a:buFont typeface="Arial" panose="020B0604020202020204" pitchFamily="34" charset="0"/>
                <a:buChar char="•"/>
              </a:pPr>
              <a:r>
                <a:rPr lang="en-GB" sz="1500" dirty="0"/>
                <a:t>For detailed process flow, </a:t>
              </a:r>
              <a:r>
                <a:rPr lang="en-GB" sz="1500" dirty="0">
                  <a:hlinkClick r:id="rId7" action="ppaction://hlinksldjump"/>
                </a:rPr>
                <a:t>click</a:t>
              </a:r>
              <a:endParaRPr lang="en-GB" sz="1500" dirty="0"/>
            </a:p>
          </p:txBody>
        </p:sp>
        <p:sp>
          <p:nvSpPr>
            <p:cNvPr id="44" name="TextBox 43">
              <a:extLst>
                <a:ext uri="{FF2B5EF4-FFF2-40B4-BE49-F238E27FC236}">
                  <a16:creationId xmlns:a16="http://schemas.microsoft.com/office/drawing/2014/main" id="{8D815BD4-3FFC-49CF-AA95-976FF8A0B6F1}"/>
                </a:ext>
              </a:extLst>
            </p:cNvPr>
            <p:cNvSpPr txBox="1"/>
            <p:nvPr/>
          </p:nvSpPr>
          <p:spPr>
            <a:xfrm>
              <a:off x="140677" y="3835790"/>
              <a:ext cx="1427905" cy="323165"/>
            </a:xfrm>
            <a:prstGeom prst="rect">
              <a:avLst/>
            </a:prstGeom>
            <a:noFill/>
          </p:spPr>
          <p:txBody>
            <a:bodyPr wrap="square" rtlCol="0">
              <a:spAutoFit/>
            </a:bodyPr>
            <a:lstStyle/>
            <a:p>
              <a:r>
                <a:rPr lang="en-GB" sz="1500" b="1" dirty="0"/>
                <a:t>Key Notes:</a:t>
              </a:r>
            </a:p>
          </p:txBody>
        </p:sp>
      </p:grpSp>
    </p:spTree>
    <p:extLst>
      <p:ext uri="{BB962C8B-B14F-4D97-AF65-F5344CB8AC3E}">
        <p14:creationId xmlns:p14="http://schemas.microsoft.com/office/powerpoint/2010/main" val="1191254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 calcmode="lin" valueType="num">
                                      <p:cBhvr additive="base">
                                        <p:cTn id="17" dur="500" fill="hold"/>
                                        <p:tgtEl>
                                          <p:spTgt spid="31"/>
                                        </p:tgtEl>
                                        <p:attrNameLst>
                                          <p:attrName>ppt_x</p:attrName>
                                        </p:attrNameLst>
                                      </p:cBhvr>
                                      <p:tavLst>
                                        <p:tav tm="0">
                                          <p:val>
                                            <p:strVal val="#ppt_x"/>
                                          </p:val>
                                        </p:tav>
                                        <p:tav tm="100000">
                                          <p:val>
                                            <p:strVal val="#ppt_x"/>
                                          </p:val>
                                        </p:tav>
                                      </p:tavLst>
                                    </p:anim>
                                    <p:anim calcmode="lin" valueType="num">
                                      <p:cBhvr additive="base">
                                        <p:cTn id="1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9"/>
                                        </p:tgtEl>
                                        <p:attrNameLst>
                                          <p:attrName>style.visibility</p:attrName>
                                        </p:attrNameLst>
                                      </p:cBhvr>
                                      <p:to>
                                        <p:strVal val="visible"/>
                                      </p:to>
                                    </p:set>
                                    <p:anim calcmode="lin" valueType="num">
                                      <p:cBhvr additive="base">
                                        <p:cTn id="29" dur="500" fill="hold"/>
                                        <p:tgtEl>
                                          <p:spTgt spid="39"/>
                                        </p:tgtEl>
                                        <p:attrNameLst>
                                          <p:attrName>ppt_x</p:attrName>
                                        </p:attrNameLst>
                                      </p:cBhvr>
                                      <p:tavLst>
                                        <p:tav tm="0">
                                          <p:val>
                                            <p:strVal val="#ppt_x"/>
                                          </p:val>
                                        </p:tav>
                                        <p:tav tm="100000">
                                          <p:val>
                                            <p:strVal val="#ppt_x"/>
                                          </p:val>
                                        </p:tav>
                                      </p:tavLst>
                                    </p:anim>
                                    <p:anim calcmode="lin" valueType="num">
                                      <p:cBhvr additive="base">
                                        <p:cTn id="30"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0"/>
                                        </p:tgtEl>
                                        <p:attrNameLst>
                                          <p:attrName>style.visibility</p:attrName>
                                        </p:attrNameLst>
                                      </p:cBhvr>
                                      <p:to>
                                        <p:strVal val="visible"/>
                                      </p:to>
                                    </p:set>
                                    <p:anim calcmode="lin" valueType="num">
                                      <p:cBhvr additive="base">
                                        <p:cTn id="35" dur="500" fill="hold"/>
                                        <p:tgtEl>
                                          <p:spTgt spid="40"/>
                                        </p:tgtEl>
                                        <p:attrNameLst>
                                          <p:attrName>ppt_x</p:attrName>
                                        </p:attrNameLst>
                                      </p:cBhvr>
                                      <p:tavLst>
                                        <p:tav tm="0">
                                          <p:val>
                                            <p:strVal val="#ppt_x"/>
                                          </p:val>
                                        </p:tav>
                                        <p:tav tm="100000">
                                          <p:val>
                                            <p:strVal val="#ppt_x"/>
                                          </p:val>
                                        </p:tav>
                                      </p:tavLst>
                                    </p:anim>
                                    <p:anim calcmode="lin" valueType="num">
                                      <p:cBhvr additive="base">
                                        <p:cTn id="36"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Search Console with export to excel feature</a:t>
            </a:r>
          </a:p>
        </p:txBody>
      </p:sp>
      <p:pic>
        <p:nvPicPr>
          <p:cNvPr id="4" name="Content Placeholder 3"/>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5794578" y="2446338"/>
            <a:ext cx="5849937" cy="2716212"/>
          </a:xfrm>
        </p:spPr>
      </p:pic>
      <p:pic>
        <p:nvPicPr>
          <p:cNvPr id="5" name="Picture 4">
            <a:extLst>
              <a:ext uri="{FF2B5EF4-FFF2-40B4-BE49-F238E27FC236}">
                <a16:creationId xmlns:a16="http://schemas.microsoft.com/office/drawing/2014/main" id="{638C7F7B-47C2-43DA-970A-586BD744C408}"/>
              </a:ext>
            </a:extLst>
          </p:cNvPr>
          <p:cNvPicPr>
            <a:picLocks noChangeAspect="1"/>
          </p:cNvPicPr>
          <p:nvPr/>
        </p:nvPicPr>
        <p:blipFill>
          <a:blip r:embed="rId3"/>
          <a:stretch>
            <a:fillRect/>
          </a:stretch>
        </p:blipFill>
        <p:spPr>
          <a:xfrm>
            <a:off x="9603418" y="1161988"/>
            <a:ext cx="2168240" cy="2209800"/>
          </a:xfrm>
          <a:prstGeom prst="rect">
            <a:avLst/>
          </a:prstGeom>
        </p:spPr>
      </p:pic>
      <p:sp>
        <p:nvSpPr>
          <p:cNvPr id="6" name="Rectangle: Rounded Corners 5">
            <a:extLst>
              <a:ext uri="{FF2B5EF4-FFF2-40B4-BE49-F238E27FC236}">
                <a16:creationId xmlns:a16="http://schemas.microsoft.com/office/drawing/2014/main" id="{73184546-60FA-45D9-BC52-4517B3C48CD7}"/>
              </a:ext>
            </a:extLst>
          </p:cNvPr>
          <p:cNvSpPr/>
          <p:nvPr/>
        </p:nvSpPr>
        <p:spPr>
          <a:xfrm>
            <a:off x="9603418" y="3084370"/>
            <a:ext cx="2218087" cy="344630"/>
          </a:xfrm>
          <a:prstGeom prst="round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9" name="Connector: Elbow 18">
            <a:extLst>
              <a:ext uri="{FF2B5EF4-FFF2-40B4-BE49-F238E27FC236}">
                <a16:creationId xmlns:a16="http://schemas.microsoft.com/office/drawing/2014/main" id="{E99AC2AF-73E6-486A-A863-F4D143FEA9A5}"/>
              </a:ext>
            </a:extLst>
          </p:cNvPr>
          <p:cNvCxnSpPr>
            <a:cxnSpLocks/>
          </p:cNvCxnSpPr>
          <p:nvPr/>
        </p:nvCxnSpPr>
        <p:spPr>
          <a:xfrm rot="10800000">
            <a:off x="7118252" y="2574389"/>
            <a:ext cx="2485166" cy="68229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3" name="Group 2">
            <a:extLst>
              <a:ext uri="{FF2B5EF4-FFF2-40B4-BE49-F238E27FC236}">
                <a16:creationId xmlns:a16="http://schemas.microsoft.com/office/drawing/2014/main" id="{8D43B41F-4E12-4CD6-9912-208B61D0C872}"/>
              </a:ext>
            </a:extLst>
          </p:cNvPr>
          <p:cNvGrpSpPr/>
          <p:nvPr/>
        </p:nvGrpSpPr>
        <p:grpSpPr>
          <a:xfrm>
            <a:off x="211931" y="1855211"/>
            <a:ext cx="5405657" cy="3033154"/>
            <a:chOff x="112542" y="1657521"/>
            <a:chExt cx="5405657" cy="3033154"/>
          </a:xfrm>
        </p:grpSpPr>
        <p:sp>
          <p:nvSpPr>
            <p:cNvPr id="10" name="TextBox 9">
              <a:extLst>
                <a:ext uri="{FF2B5EF4-FFF2-40B4-BE49-F238E27FC236}">
                  <a16:creationId xmlns:a16="http://schemas.microsoft.com/office/drawing/2014/main" id="{3B5F6188-0370-433B-922B-43CBBA11085F}"/>
                </a:ext>
              </a:extLst>
            </p:cNvPr>
            <p:cNvSpPr txBox="1"/>
            <p:nvPr/>
          </p:nvSpPr>
          <p:spPr>
            <a:xfrm>
              <a:off x="547485" y="1871121"/>
              <a:ext cx="4970714" cy="281955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sz="1500" dirty="0"/>
                <a:t>Search Console- Master Reports is the new feature of FoSCoS</a:t>
              </a:r>
            </a:p>
            <a:p>
              <a:pPr marL="285750" indent="-285750">
                <a:lnSpc>
                  <a:spcPct val="150000"/>
                </a:lnSpc>
                <a:buFont typeface="Arial" panose="020B0604020202020204" pitchFamily="34" charset="0"/>
                <a:buChar char="•"/>
              </a:pPr>
              <a:r>
                <a:rPr lang="en-GB" sz="1500" dirty="0"/>
                <a:t>Enables DO to view and download reports as per application status</a:t>
              </a:r>
            </a:p>
            <a:p>
              <a:pPr marL="285750" indent="-285750">
                <a:lnSpc>
                  <a:spcPct val="150000"/>
                </a:lnSpc>
                <a:buFont typeface="Arial" panose="020B0604020202020204" pitchFamily="34" charset="0"/>
                <a:buChar char="•"/>
              </a:pPr>
              <a:r>
                <a:rPr lang="en-GB" sz="1500" dirty="0"/>
                <a:t>Export to Excel feature is provided.</a:t>
              </a:r>
            </a:p>
            <a:p>
              <a:pPr marL="285750" indent="-285750">
                <a:lnSpc>
                  <a:spcPct val="150000"/>
                </a:lnSpc>
                <a:buFont typeface="Arial" panose="020B0604020202020204" pitchFamily="34" charset="0"/>
                <a:buChar char="•"/>
              </a:pPr>
              <a:r>
                <a:rPr lang="en-GB" sz="1500" dirty="0"/>
                <a:t>Feature to view/ download consolidated reports </a:t>
              </a:r>
              <a:r>
                <a:rPr lang="en-GB" sz="1500" dirty="0" err="1"/>
                <a:t>upto</a:t>
              </a:r>
              <a:r>
                <a:rPr lang="en-GB" sz="1500" dirty="0"/>
                <a:t> district level.</a:t>
              </a:r>
            </a:p>
            <a:p>
              <a:pPr marL="285750" indent="-285750">
                <a:lnSpc>
                  <a:spcPct val="150000"/>
                </a:lnSpc>
                <a:buFont typeface="Arial" panose="020B0604020202020204" pitchFamily="34" charset="0"/>
                <a:buChar char="•"/>
              </a:pPr>
              <a:r>
                <a:rPr lang="en-GB" sz="1500" dirty="0"/>
                <a:t>Custom date range option.</a:t>
              </a:r>
            </a:p>
          </p:txBody>
        </p:sp>
        <p:sp>
          <p:nvSpPr>
            <p:cNvPr id="8" name="TextBox 7">
              <a:extLst>
                <a:ext uri="{FF2B5EF4-FFF2-40B4-BE49-F238E27FC236}">
                  <a16:creationId xmlns:a16="http://schemas.microsoft.com/office/drawing/2014/main" id="{396D4F4C-CEB8-4FD8-B590-2BA5F99ECEB9}"/>
                </a:ext>
              </a:extLst>
            </p:cNvPr>
            <p:cNvSpPr txBox="1"/>
            <p:nvPr/>
          </p:nvSpPr>
          <p:spPr>
            <a:xfrm>
              <a:off x="112542" y="1657521"/>
              <a:ext cx="1427905" cy="323165"/>
            </a:xfrm>
            <a:prstGeom prst="rect">
              <a:avLst/>
            </a:prstGeom>
            <a:noFill/>
          </p:spPr>
          <p:txBody>
            <a:bodyPr wrap="square" rtlCol="0">
              <a:spAutoFit/>
            </a:bodyPr>
            <a:lstStyle/>
            <a:p>
              <a:r>
                <a:rPr lang="en-GB" sz="1500" b="1" dirty="0"/>
                <a:t>Key Notes:</a:t>
              </a:r>
            </a:p>
          </p:txBody>
        </p:sp>
      </p:grpSp>
      <p:sp>
        <p:nvSpPr>
          <p:cNvPr id="11" name="Slide Number Placeholder 5">
            <a:extLst>
              <a:ext uri="{FF2B5EF4-FFF2-40B4-BE49-F238E27FC236}">
                <a16:creationId xmlns:a16="http://schemas.microsoft.com/office/drawing/2014/main" id="{152938F6-1A36-4879-9F9B-97E748BE01EA}"/>
              </a:ext>
            </a:extLst>
          </p:cNvPr>
          <p:cNvSpPr>
            <a:spLocks noGrp="1"/>
          </p:cNvSpPr>
          <p:nvPr>
            <p:ph type="sldNum" idx="12"/>
          </p:nvPr>
        </p:nvSpPr>
        <p:spPr>
          <a:xfrm>
            <a:off x="9448800" y="6477000"/>
            <a:ext cx="2036064" cy="152400"/>
          </a:xfrm>
        </p:spPr>
        <p:txBody>
          <a:bodyPr/>
          <a:lstStyle/>
          <a:p>
            <a:pPr marL="0" lvl="0" indent="0" algn="r" rtl="0">
              <a:spcBef>
                <a:spcPts val="0"/>
              </a:spcBef>
              <a:spcAft>
                <a:spcPts val="0"/>
              </a:spcAft>
              <a:buNone/>
            </a:pPr>
            <a:fld id="{00000000-1234-1234-1234-123412341234}" type="slidenum">
              <a:rPr lang="en-US" smtClean="0"/>
              <a:t>22</a:t>
            </a:fld>
            <a:endParaRPr lang="en-US" dirty="0"/>
          </a:p>
        </p:txBody>
      </p:sp>
    </p:spTree>
    <p:extLst>
      <p:ext uri="{BB962C8B-B14F-4D97-AF65-F5344CB8AC3E}">
        <p14:creationId xmlns:p14="http://schemas.microsoft.com/office/powerpoint/2010/main" val="27432904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have we covered in this section..</a:t>
            </a:r>
          </a:p>
        </p:txBody>
      </p:sp>
      <p:sp>
        <p:nvSpPr>
          <p:cNvPr id="4" name="Rectangle 3">
            <a:extLst>
              <a:ext uri="{FF2B5EF4-FFF2-40B4-BE49-F238E27FC236}">
                <a16:creationId xmlns:a16="http://schemas.microsoft.com/office/drawing/2014/main" id="{4F9CB23D-A622-4689-897A-175A3ED95791}"/>
              </a:ext>
            </a:extLst>
          </p:cNvPr>
          <p:cNvSpPr/>
          <p:nvPr/>
        </p:nvSpPr>
        <p:spPr>
          <a:xfrm>
            <a:off x="253219" y="1026942"/>
            <a:ext cx="10514038" cy="4734651"/>
          </a:xfrm>
          <a:prstGeom prst="rect">
            <a:avLst/>
          </a:prstGeom>
          <a:noFill/>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500" b="0" i="0" u="none" strike="noStrike" kern="0" cap="none" spc="0" normalizeH="0" baseline="0" noProof="0">
              <a:ln>
                <a:noFill/>
              </a:ln>
              <a:solidFill>
                <a:sysClr val="windowText" lastClr="000000"/>
              </a:solidFill>
              <a:effectLst/>
              <a:uLnTx/>
              <a:uFillTx/>
            </a:endParaRPr>
          </a:p>
        </p:txBody>
      </p:sp>
      <p:sp>
        <p:nvSpPr>
          <p:cNvPr id="5" name="Rectangle 4">
            <a:extLst>
              <a:ext uri="{FF2B5EF4-FFF2-40B4-BE49-F238E27FC236}">
                <a16:creationId xmlns:a16="http://schemas.microsoft.com/office/drawing/2014/main" id="{5436854B-0579-4D58-A3B7-7D0DF857618F}"/>
              </a:ext>
            </a:extLst>
          </p:cNvPr>
          <p:cNvSpPr/>
          <p:nvPr/>
        </p:nvSpPr>
        <p:spPr>
          <a:xfrm>
            <a:off x="637536" y="1414153"/>
            <a:ext cx="10916930" cy="498463"/>
          </a:xfrm>
          <a:prstGeom prst="rect">
            <a:avLst/>
          </a:prstGeom>
          <a:solidFill>
            <a:srgbClr val="DEDEDE"/>
          </a:solidFill>
          <a:ln w="25400" cap="flat" cmpd="sng" algn="ctr">
            <a:noFill/>
            <a:prstDash val="solid"/>
          </a:ln>
          <a:effectLst/>
        </p:spPr>
        <p:txBody>
          <a:bodyPr spcFirstLastPara="0" vert="horz" wrap="square" lIns="457200" tIns="35560" rIns="35560" bIns="35560" numCol="1" spcCol="1270" anchor="ctr" anchorCtr="0">
            <a:noAutofit/>
          </a:bodyPr>
          <a:lstStyle/>
          <a:p>
            <a:pPr lvl="0" defTabSz="622300">
              <a:lnSpc>
                <a:spcPct val="90000"/>
              </a:lnSpc>
              <a:spcBef>
                <a:spcPct val="0"/>
              </a:spcBef>
              <a:spcAft>
                <a:spcPct val="35000"/>
              </a:spcAft>
              <a:buClrTx/>
              <a:defRPr/>
            </a:pPr>
            <a:r>
              <a:rPr lang="en-US" sz="1500" b="1" dirty="0"/>
              <a:t>Sequencing of applications for scrutinization has been set as First in First Out (FIFO). </a:t>
            </a:r>
            <a:r>
              <a:rPr lang="en-US" sz="1500" kern="1200" dirty="0">
                <a:ea typeface="+mn-ea"/>
                <a:cs typeface="+mn-cs"/>
              </a:rPr>
              <a:t>All </a:t>
            </a:r>
            <a:r>
              <a:rPr lang="en-US" sz="1500" b="1" kern="1200" dirty="0">
                <a:ea typeface="+mn-ea"/>
                <a:cs typeface="+mn-cs"/>
              </a:rPr>
              <a:t>pending</a:t>
            </a:r>
            <a:r>
              <a:rPr lang="en-US" sz="1500" kern="1200" dirty="0">
                <a:ea typeface="+mn-ea"/>
                <a:cs typeface="+mn-cs"/>
              </a:rPr>
              <a:t> state licenses/ registrations applications from FLRS shall be shifted to stage-1 in FoSCoS.</a:t>
            </a:r>
            <a:endParaRPr kumimoji="0" lang="en-US" sz="1500" i="0" u="none" strike="noStrike" kern="1200" cap="none" spc="0" normalizeH="0" baseline="0" noProof="0" dirty="0">
              <a:ln>
                <a:noFill/>
              </a:ln>
              <a:solidFill>
                <a:srgbClr val="000000"/>
              </a:solidFill>
              <a:effectLst/>
              <a:uLnTx/>
              <a:uFillTx/>
              <a:latin typeface="Arial"/>
              <a:ea typeface="+mn-ea"/>
              <a:cs typeface="+mn-cs"/>
            </a:endParaRPr>
          </a:p>
        </p:txBody>
      </p:sp>
      <p:sp>
        <p:nvSpPr>
          <p:cNvPr id="6" name="Oval 5">
            <a:extLst>
              <a:ext uri="{FF2B5EF4-FFF2-40B4-BE49-F238E27FC236}">
                <a16:creationId xmlns:a16="http://schemas.microsoft.com/office/drawing/2014/main" id="{79407D3D-0972-4DE4-B21E-E6E82822CBE1}"/>
              </a:ext>
            </a:extLst>
          </p:cNvPr>
          <p:cNvSpPr/>
          <p:nvPr/>
        </p:nvSpPr>
        <p:spPr>
          <a:xfrm>
            <a:off x="396980" y="1382405"/>
            <a:ext cx="549965" cy="556809"/>
          </a:xfrm>
          <a:prstGeom prst="ellipse">
            <a:avLst/>
          </a:prstGeom>
          <a:solidFill>
            <a:srgbClr val="A32020"/>
          </a:solidFill>
          <a:ln w="25400" cap="flat" cmpd="sng" algn="ctr">
            <a:noFill/>
            <a:prstDash val="solid"/>
          </a:ln>
          <a:effectLst/>
        </p:spPr>
        <p:txBody>
          <a:bodyPr lIns="45720" tIns="27432" rIns="45720" bIns="27432"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dirty="0">
                <a:ln>
                  <a:noFill/>
                </a:ln>
                <a:solidFill>
                  <a:srgbClr val="FFFFFF"/>
                </a:solidFill>
                <a:effectLst/>
                <a:uLnTx/>
                <a:uFillTx/>
                <a:latin typeface="Arial"/>
                <a:ea typeface="+mn-ea"/>
                <a:cs typeface="+mn-cs"/>
              </a:rPr>
              <a:t>1</a:t>
            </a:r>
          </a:p>
        </p:txBody>
      </p:sp>
      <p:sp>
        <p:nvSpPr>
          <p:cNvPr id="7" name="Rectangle 6">
            <a:extLst>
              <a:ext uri="{FF2B5EF4-FFF2-40B4-BE49-F238E27FC236}">
                <a16:creationId xmlns:a16="http://schemas.microsoft.com/office/drawing/2014/main" id="{1A5C3164-CF31-4CE7-81E9-67DE828CD63E}"/>
              </a:ext>
            </a:extLst>
          </p:cNvPr>
          <p:cNvSpPr/>
          <p:nvPr/>
        </p:nvSpPr>
        <p:spPr>
          <a:xfrm>
            <a:off x="1042474" y="2133301"/>
            <a:ext cx="10513840" cy="498463"/>
          </a:xfrm>
          <a:prstGeom prst="rect">
            <a:avLst/>
          </a:prstGeom>
          <a:solidFill>
            <a:srgbClr val="DEDEDE"/>
          </a:solidFill>
          <a:ln w="25400" cap="flat" cmpd="sng" algn="ctr">
            <a:noFill/>
            <a:prstDash val="solid"/>
          </a:ln>
          <a:effectLst/>
        </p:spPr>
        <p:txBody>
          <a:bodyPr spcFirstLastPara="0" vert="horz" wrap="square" lIns="389851" tIns="35560" rIns="35560" bIns="35560" numCol="1" spcCol="1270" anchor="ctr" anchorCtr="0">
            <a:noAutofit/>
          </a:bodyPr>
          <a:lstStyle/>
          <a:p>
            <a:pPr defTabSz="622300">
              <a:lnSpc>
                <a:spcPct val="90000"/>
              </a:lnSpc>
              <a:spcBef>
                <a:spcPct val="0"/>
              </a:spcBef>
              <a:spcAft>
                <a:spcPct val="35000"/>
              </a:spcAft>
              <a:buClrTx/>
              <a:defRPr/>
            </a:pPr>
            <a:r>
              <a:rPr kumimoji="0" lang="en-US" sz="1500" b="1" i="0" u="none" strike="noStrike" kern="1200" cap="none" spc="0" normalizeH="0" baseline="0" noProof="0" dirty="0">
                <a:ln>
                  <a:noFill/>
                </a:ln>
                <a:solidFill>
                  <a:srgbClr val="000000"/>
                </a:solidFill>
                <a:effectLst/>
                <a:uLnTx/>
                <a:uFillTx/>
                <a:latin typeface="Arial"/>
                <a:ea typeface="+mn-ea"/>
                <a:cs typeface="+mn-cs"/>
              </a:rPr>
              <a:t>All central licenses applications </a:t>
            </a:r>
            <a:r>
              <a:rPr lang="en-US" sz="1500" b="1" kern="1200" dirty="0">
                <a:ea typeface="+mn-ea"/>
                <a:cs typeface="+mn-cs"/>
              </a:rPr>
              <a:t>under processing</a:t>
            </a:r>
            <a:r>
              <a:rPr kumimoji="0" lang="en-US" sz="1500" b="1" i="0" u="none" strike="noStrike" kern="1200" cap="none" spc="0" normalizeH="0" baseline="0" noProof="0" dirty="0">
                <a:ln>
                  <a:noFill/>
                </a:ln>
                <a:solidFill>
                  <a:srgbClr val="000000"/>
                </a:solidFill>
                <a:effectLst/>
                <a:uLnTx/>
                <a:uFillTx/>
                <a:latin typeface="Arial"/>
                <a:ea typeface="+mn-ea"/>
                <a:cs typeface="+mn-cs"/>
              </a:rPr>
              <a:t> shall be migrated to stage-2 in FoSCoS.</a:t>
            </a:r>
            <a:r>
              <a:rPr lang="en-US" sz="1500" dirty="0"/>
              <a:t> In case of State License, under processing applications shall be shifted to Stage 1, thus requiring reprocessing from initial stage.</a:t>
            </a: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p:txBody>
      </p:sp>
      <p:sp>
        <p:nvSpPr>
          <p:cNvPr id="8" name="Oval 7">
            <a:extLst>
              <a:ext uri="{FF2B5EF4-FFF2-40B4-BE49-F238E27FC236}">
                <a16:creationId xmlns:a16="http://schemas.microsoft.com/office/drawing/2014/main" id="{9B710887-AA3F-4447-8BF3-58BE671AB73C}"/>
              </a:ext>
            </a:extLst>
          </p:cNvPr>
          <p:cNvSpPr/>
          <p:nvPr/>
        </p:nvSpPr>
        <p:spPr>
          <a:xfrm>
            <a:off x="759661" y="2103700"/>
            <a:ext cx="549965" cy="556809"/>
          </a:xfrm>
          <a:prstGeom prst="ellipse">
            <a:avLst/>
          </a:prstGeom>
          <a:solidFill>
            <a:srgbClr val="A32020"/>
          </a:solidFill>
          <a:ln w="25400" cap="flat" cmpd="sng" algn="ctr">
            <a:noFill/>
            <a:prstDash val="solid"/>
          </a:ln>
          <a:effectLst/>
        </p:spPr>
        <p:txBody>
          <a:bodyPr lIns="45720" tIns="27432" rIns="45720" bIns="27432"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dirty="0">
                <a:ln>
                  <a:noFill/>
                </a:ln>
                <a:solidFill>
                  <a:srgbClr val="FFFFFF"/>
                </a:solidFill>
                <a:effectLst/>
                <a:uLnTx/>
                <a:uFillTx/>
                <a:latin typeface="Arial"/>
                <a:ea typeface="+mn-ea"/>
                <a:cs typeface="+mn-cs"/>
              </a:rPr>
              <a:t>2</a:t>
            </a:r>
          </a:p>
        </p:txBody>
      </p:sp>
      <p:sp>
        <p:nvSpPr>
          <p:cNvPr id="9" name="Rectangle 8">
            <a:extLst>
              <a:ext uri="{FF2B5EF4-FFF2-40B4-BE49-F238E27FC236}">
                <a16:creationId xmlns:a16="http://schemas.microsoft.com/office/drawing/2014/main" id="{DCEA743E-871E-48F1-8826-F3C2241A6118}"/>
              </a:ext>
            </a:extLst>
          </p:cNvPr>
          <p:cNvSpPr/>
          <p:nvPr/>
        </p:nvSpPr>
        <p:spPr>
          <a:xfrm>
            <a:off x="1227706" y="2883341"/>
            <a:ext cx="10329453" cy="498463"/>
          </a:xfrm>
          <a:prstGeom prst="rect">
            <a:avLst/>
          </a:prstGeom>
          <a:solidFill>
            <a:srgbClr val="DEDEDE"/>
          </a:solidFill>
          <a:ln w="25400" cap="flat" cmpd="sng" algn="ctr">
            <a:noFill/>
            <a:prstDash val="solid"/>
          </a:ln>
          <a:effectLst/>
        </p:spPr>
        <p:txBody>
          <a:bodyPr spcFirstLastPara="0" vert="horz" wrap="square" lIns="389851" tIns="35560" rIns="35560" bIns="35560" numCol="1" spcCol="1270" anchor="ctr" anchorCtr="0">
            <a:noAutofit/>
          </a:bodyPr>
          <a:lstStyle/>
          <a:p>
            <a:pPr marL="0" marR="0" lvl="0" indent="0" defTabSz="622300" eaLnBrk="1" fontAlgn="auto" latinLnBrk="0" hangingPunct="1">
              <a:lnSpc>
                <a:spcPct val="90000"/>
              </a:lnSpc>
              <a:spcBef>
                <a:spcPct val="0"/>
              </a:spcBef>
              <a:spcAft>
                <a:spcPct val="35000"/>
              </a:spcAft>
              <a:buClrTx/>
              <a:buSzTx/>
              <a:buFontTx/>
              <a:buNone/>
              <a:tabLst/>
              <a:defRPr/>
            </a:pPr>
            <a:r>
              <a:rPr kumimoji="0" lang="en-US" sz="1500" b="1" i="0" u="none" strike="noStrike" kern="1200" cap="none" spc="0" normalizeH="0" baseline="0" noProof="0" dirty="0">
                <a:ln>
                  <a:noFill/>
                </a:ln>
                <a:solidFill>
                  <a:srgbClr val="000000"/>
                </a:solidFill>
                <a:effectLst/>
                <a:uLnTx/>
                <a:uFillTx/>
                <a:latin typeface="Arial"/>
                <a:ea typeface="+mn-ea"/>
                <a:cs typeface="+mn-cs"/>
              </a:rPr>
              <a:t>Application pending with FBOs  for more than 30 days are being rejected automatically by System.</a:t>
            </a: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p:txBody>
      </p:sp>
      <p:sp>
        <p:nvSpPr>
          <p:cNvPr id="10" name="Oval 9">
            <a:extLst>
              <a:ext uri="{FF2B5EF4-FFF2-40B4-BE49-F238E27FC236}">
                <a16:creationId xmlns:a16="http://schemas.microsoft.com/office/drawing/2014/main" id="{A414B120-5ABB-4F92-A19B-59C8DBD4AD92}"/>
              </a:ext>
            </a:extLst>
          </p:cNvPr>
          <p:cNvSpPr/>
          <p:nvPr/>
        </p:nvSpPr>
        <p:spPr>
          <a:xfrm>
            <a:off x="944402" y="2853740"/>
            <a:ext cx="549965" cy="556809"/>
          </a:xfrm>
          <a:prstGeom prst="ellipse">
            <a:avLst/>
          </a:prstGeom>
          <a:solidFill>
            <a:srgbClr val="A32020"/>
          </a:solidFill>
          <a:ln w="25400" cap="flat" cmpd="sng" algn="ctr">
            <a:noFill/>
            <a:prstDash val="solid"/>
          </a:ln>
          <a:effectLst/>
        </p:spPr>
        <p:txBody>
          <a:bodyPr lIns="45720" tIns="27432" rIns="45720" bIns="27432"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dirty="0">
                <a:ln>
                  <a:noFill/>
                </a:ln>
                <a:solidFill>
                  <a:srgbClr val="FFFFFF"/>
                </a:solidFill>
                <a:effectLst/>
                <a:uLnTx/>
                <a:uFillTx/>
                <a:latin typeface="Arial"/>
                <a:ea typeface="+mn-ea"/>
                <a:cs typeface="+mn-cs"/>
              </a:rPr>
              <a:t>3</a:t>
            </a:r>
          </a:p>
        </p:txBody>
      </p:sp>
      <p:sp>
        <p:nvSpPr>
          <p:cNvPr id="18" name="Rectangle 17">
            <a:extLst>
              <a:ext uri="{FF2B5EF4-FFF2-40B4-BE49-F238E27FC236}">
                <a16:creationId xmlns:a16="http://schemas.microsoft.com/office/drawing/2014/main" id="{63BF2DA6-20AF-4DE7-B097-A84A8813D630}"/>
              </a:ext>
            </a:extLst>
          </p:cNvPr>
          <p:cNvSpPr/>
          <p:nvPr/>
        </p:nvSpPr>
        <p:spPr>
          <a:xfrm>
            <a:off x="1227704" y="3603780"/>
            <a:ext cx="10329453" cy="498463"/>
          </a:xfrm>
          <a:prstGeom prst="rect">
            <a:avLst/>
          </a:prstGeom>
          <a:solidFill>
            <a:srgbClr val="DEDEDE"/>
          </a:solidFill>
          <a:ln w="25400" cap="flat" cmpd="sng" algn="ctr">
            <a:noFill/>
            <a:prstDash val="solid"/>
          </a:ln>
          <a:effectLst/>
        </p:spPr>
        <p:txBody>
          <a:bodyPr spcFirstLastPara="0" vert="horz" wrap="square" lIns="389851" tIns="35560" rIns="35560" bIns="35560" numCol="1" spcCol="1270" anchor="ctr" anchorCtr="0">
            <a:noAutofit/>
          </a:bodyPr>
          <a:lstStyle/>
          <a:p>
            <a:r>
              <a:rPr lang="en-US" sz="1500" b="1" dirty="0"/>
              <a:t>Authorities shall avoid re-inspections of FBOs</a:t>
            </a:r>
            <a:r>
              <a:rPr lang="en-US" sz="1500" dirty="0"/>
              <a:t>’ units whose application has been migrated to Stage-1.</a:t>
            </a:r>
          </a:p>
        </p:txBody>
      </p:sp>
      <p:sp>
        <p:nvSpPr>
          <p:cNvPr id="19" name="Oval 18">
            <a:extLst>
              <a:ext uri="{FF2B5EF4-FFF2-40B4-BE49-F238E27FC236}">
                <a16:creationId xmlns:a16="http://schemas.microsoft.com/office/drawing/2014/main" id="{64BB30F5-BF26-43CD-B4A1-5ABAFAE25AE9}"/>
              </a:ext>
            </a:extLst>
          </p:cNvPr>
          <p:cNvSpPr/>
          <p:nvPr/>
        </p:nvSpPr>
        <p:spPr>
          <a:xfrm>
            <a:off x="944402" y="3574179"/>
            <a:ext cx="549965" cy="556809"/>
          </a:xfrm>
          <a:prstGeom prst="ellipse">
            <a:avLst/>
          </a:prstGeom>
          <a:solidFill>
            <a:srgbClr val="A32020"/>
          </a:solidFill>
          <a:ln w="25400" cap="flat" cmpd="sng" algn="ctr">
            <a:noFill/>
            <a:prstDash val="solid"/>
          </a:ln>
          <a:effectLst/>
        </p:spPr>
        <p:txBody>
          <a:bodyPr lIns="45720" tIns="27432" rIns="45720" bIns="27432"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500" b="1" dirty="0">
                <a:solidFill>
                  <a:srgbClr val="FFFFFF"/>
                </a:solidFill>
                <a:ea typeface="+mn-ea"/>
                <a:cs typeface="+mn-cs"/>
              </a:rPr>
              <a:t>4</a:t>
            </a:r>
            <a:endParaRPr kumimoji="0" lang="en-GB" sz="1500" b="1" i="0" u="none" strike="noStrike" kern="0" cap="none" spc="0" normalizeH="0" baseline="0" noProof="0" dirty="0">
              <a:ln>
                <a:noFill/>
              </a:ln>
              <a:solidFill>
                <a:srgbClr val="FFFFFF"/>
              </a:solidFill>
              <a:effectLst/>
              <a:uLnTx/>
              <a:uFillTx/>
              <a:latin typeface="Arial"/>
              <a:ea typeface="+mn-ea"/>
              <a:cs typeface="+mn-cs"/>
            </a:endParaRPr>
          </a:p>
        </p:txBody>
      </p:sp>
      <p:sp>
        <p:nvSpPr>
          <p:cNvPr id="20" name="Rectangle 19">
            <a:extLst>
              <a:ext uri="{FF2B5EF4-FFF2-40B4-BE49-F238E27FC236}">
                <a16:creationId xmlns:a16="http://schemas.microsoft.com/office/drawing/2014/main" id="{20DB8D6D-2BE0-4598-AF90-1F5171E74874}"/>
              </a:ext>
            </a:extLst>
          </p:cNvPr>
          <p:cNvSpPr/>
          <p:nvPr/>
        </p:nvSpPr>
        <p:spPr>
          <a:xfrm>
            <a:off x="1042474" y="4324597"/>
            <a:ext cx="10513838" cy="498463"/>
          </a:xfrm>
          <a:prstGeom prst="rect">
            <a:avLst/>
          </a:prstGeom>
          <a:solidFill>
            <a:srgbClr val="DEDEDE"/>
          </a:solidFill>
          <a:ln w="25400" cap="flat" cmpd="sng" algn="ctr">
            <a:noFill/>
            <a:prstDash val="solid"/>
          </a:ln>
          <a:effectLst/>
        </p:spPr>
        <p:txBody>
          <a:bodyPr spcFirstLastPara="0" vert="horz" wrap="square" lIns="389851" tIns="35560" rIns="35560" bIns="35560" numCol="1" spcCol="1270" anchor="ctr" anchorCtr="0">
            <a:noAutofit/>
          </a:bodyPr>
          <a:lstStyle/>
          <a:p>
            <a:pPr algn="just"/>
            <a:r>
              <a:rPr lang="en-US" sz="1500" dirty="0"/>
              <a:t>Inspections carried out on </a:t>
            </a:r>
            <a:r>
              <a:rPr lang="en-US" sz="1500" dirty="0" err="1"/>
              <a:t>FoSCoRIS</a:t>
            </a:r>
            <a:r>
              <a:rPr lang="en-US" sz="1500" dirty="0"/>
              <a:t> shall be updated automatically on FoSCoS.</a:t>
            </a:r>
          </a:p>
        </p:txBody>
      </p:sp>
      <p:sp>
        <p:nvSpPr>
          <p:cNvPr id="21" name="Oval 20">
            <a:extLst>
              <a:ext uri="{FF2B5EF4-FFF2-40B4-BE49-F238E27FC236}">
                <a16:creationId xmlns:a16="http://schemas.microsoft.com/office/drawing/2014/main" id="{F9D98FA9-98E2-4F63-AADA-736141255263}"/>
              </a:ext>
            </a:extLst>
          </p:cNvPr>
          <p:cNvSpPr/>
          <p:nvPr/>
        </p:nvSpPr>
        <p:spPr>
          <a:xfrm>
            <a:off x="759661" y="4294996"/>
            <a:ext cx="549965" cy="556809"/>
          </a:xfrm>
          <a:prstGeom prst="ellipse">
            <a:avLst/>
          </a:prstGeom>
          <a:solidFill>
            <a:srgbClr val="A32020"/>
          </a:solidFill>
          <a:ln w="25400" cap="flat" cmpd="sng" algn="ctr">
            <a:noFill/>
            <a:prstDash val="solid"/>
          </a:ln>
          <a:effectLst/>
        </p:spPr>
        <p:txBody>
          <a:bodyPr lIns="45720" tIns="27432" rIns="45720" bIns="27432"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500" b="1" dirty="0">
                <a:solidFill>
                  <a:srgbClr val="FFFFFF"/>
                </a:solidFill>
                <a:ea typeface="+mn-ea"/>
                <a:cs typeface="+mn-cs"/>
              </a:rPr>
              <a:t>5</a:t>
            </a:r>
            <a:endParaRPr kumimoji="0" lang="en-GB" sz="1500" b="1" i="0" u="none" strike="noStrike" kern="0" cap="none" spc="0" normalizeH="0" baseline="0" noProof="0" dirty="0">
              <a:ln>
                <a:noFill/>
              </a:ln>
              <a:solidFill>
                <a:srgbClr val="FFFFFF"/>
              </a:solidFill>
              <a:effectLst/>
              <a:uLnTx/>
              <a:uFillTx/>
              <a:latin typeface="Arial"/>
              <a:ea typeface="+mn-ea"/>
              <a:cs typeface="+mn-cs"/>
            </a:endParaRPr>
          </a:p>
        </p:txBody>
      </p:sp>
      <p:sp>
        <p:nvSpPr>
          <p:cNvPr id="22" name="Rectangle 21">
            <a:extLst>
              <a:ext uri="{FF2B5EF4-FFF2-40B4-BE49-F238E27FC236}">
                <a16:creationId xmlns:a16="http://schemas.microsoft.com/office/drawing/2014/main" id="{FE561A0D-CF99-4162-AE21-B208CC8D88FE}"/>
              </a:ext>
            </a:extLst>
          </p:cNvPr>
          <p:cNvSpPr/>
          <p:nvPr/>
        </p:nvSpPr>
        <p:spPr>
          <a:xfrm>
            <a:off x="637536" y="5021608"/>
            <a:ext cx="10916928" cy="498463"/>
          </a:xfrm>
          <a:prstGeom prst="rect">
            <a:avLst/>
          </a:prstGeom>
          <a:solidFill>
            <a:srgbClr val="DEDEDE"/>
          </a:solidFill>
          <a:ln w="25400" cap="flat" cmpd="sng" algn="ctr">
            <a:noFill/>
            <a:prstDash val="solid"/>
          </a:ln>
          <a:effectLst/>
        </p:spPr>
        <p:txBody>
          <a:bodyPr spcFirstLastPara="0" vert="horz" wrap="square" lIns="457200" tIns="35560" rIns="35560" bIns="35560" numCol="1" spcCol="1270" anchor="ctr" anchorCtr="0">
            <a:noAutofit/>
          </a:bodyPr>
          <a:lstStyle/>
          <a:p>
            <a:pPr marL="0" marR="0" lvl="0" indent="0" defTabSz="622300" eaLnBrk="1" fontAlgn="auto" latinLnBrk="0" hangingPunct="1">
              <a:lnSpc>
                <a:spcPct val="90000"/>
              </a:lnSpc>
              <a:spcBef>
                <a:spcPct val="0"/>
              </a:spcBef>
              <a:spcAft>
                <a:spcPct val="35000"/>
              </a:spcAft>
              <a:buClrTx/>
              <a:buSzTx/>
              <a:buFontTx/>
              <a:buNone/>
              <a:tabLst/>
              <a:defRPr/>
            </a:pPr>
            <a:r>
              <a:rPr kumimoji="0" lang="en-US" sz="1500" b="1" i="0" u="none" strike="noStrike" kern="1200" cap="none" spc="0" normalizeH="0" baseline="0" noProof="0" dirty="0">
                <a:ln>
                  <a:noFill/>
                </a:ln>
                <a:solidFill>
                  <a:srgbClr val="000000"/>
                </a:solidFill>
                <a:effectLst/>
                <a:uLnTx/>
                <a:uFillTx/>
                <a:latin typeface="Arial"/>
                <a:ea typeface="+mn-ea"/>
                <a:cs typeface="+mn-cs"/>
              </a:rPr>
              <a:t>Search Console for master reports </a:t>
            </a:r>
            <a:r>
              <a:rPr kumimoji="0" lang="en-US" sz="1500" i="0" u="none" strike="noStrike" kern="1200" cap="none" spc="0" normalizeH="0" baseline="0" noProof="0" dirty="0">
                <a:ln>
                  <a:noFill/>
                </a:ln>
                <a:solidFill>
                  <a:srgbClr val="000000"/>
                </a:solidFill>
                <a:effectLst/>
                <a:uLnTx/>
                <a:uFillTx/>
                <a:latin typeface="Arial"/>
                <a:ea typeface="+mn-ea"/>
                <a:cs typeface="+mn-cs"/>
              </a:rPr>
              <a:t>is the new feature added to provide ease to download reports based on application status.</a:t>
            </a:r>
          </a:p>
        </p:txBody>
      </p:sp>
      <p:sp>
        <p:nvSpPr>
          <p:cNvPr id="23" name="Oval 22">
            <a:extLst>
              <a:ext uri="{FF2B5EF4-FFF2-40B4-BE49-F238E27FC236}">
                <a16:creationId xmlns:a16="http://schemas.microsoft.com/office/drawing/2014/main" id="{B7C408A7-04B8-4F52-813B-3E682557B567}"/>
              </a:ext>
            </a:extLst>
          </p:cNvPr>
          <p:cNvSpPr/>
          <p:nvPr/>
        </p:nvSpPr>
        <p:spPr>
          <a:xfrm>
            <a:off x="396980" y="4989860"/>
            <a:ext cx="549965" cy="556809"/>
          </a:xfrm>
          <a:prstGeom prst="ellipse">
            <a:avLst/>
          </a:prstGeom>
          <a:solidFill>
            <a:srgbClr val="A32020"/>
          </a:solidFill>
          <a:ln w="25400" cap="flat" cmpd="sng" algn="ctr">
            <a:noFill/>
            <a:prstDash val="solid"/>
          </a:ln>
          <a:effectLst/>
        </p:spPr>
        <p:txBody>
          <a:bodyPr lIns="45720" tIns="27432" rIns="45720" bIns="27432"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500" b="1" dirty="0">
                <a:solidFill>
                  <a:srgbClr val="FFFFFF"/>
                </a:solidFill>
                <a:ea typeface="+mn-ea"/>
                <a:cs typeface="+mn-cs"/>
              </a:rPr>
              <a:t>6</a:t>
            </a:r>
            <a:endParaRPr kumimoji="0" lang="en-GB" sz="1500" b="1" i="0" u="none" strike="noStrike" kern="0" cap="none" spc="0" normalizeH="0" baseline="0" noProof="0" dirty="0">
              <a:ln>
                <a:noFill/>
              </a:ln>
              <a:solidFill>
                <a:srgbClr val="FFFFFF"/>
              </a:solidFill>
              <a:effectLst/>
              <a:uLnTx/>
              <a:uFillTx/>
              <a:latin typeface="Arial"/>
              <a:ea typeface="+mn-ea"/>
              <a:cs typeface="+mn-cs"/>
            </a:endParaRPr>
          </a:p>
        </p:txBody>
      </p:sp>
      <p:sp>
        <p:nvSpPr>
          <p:cNvPr id="16" name="Slide Number Placeholder 5">
            <a:extLst>
              <a:ext uri="{FF2B5EF4-FFF2-40B4-BE49-F238E27FC236}">
                <a16:creationId xmlns:a16="http://schemas.microsoft.com/office/drawing/2014/main" id="{02760E91-8BA9-4A13-B1BB-78BD695D5B99}"/>
              </a:ext>
            </a:extLst>
          </p:cNvPr>
          <p:cNvSpPr>
            <a:spLocks noGrp="1"/>
          </p:cNvSpPr>
          <p:nvPr>
            <p:ph type="sldNum" idx="12"/>
          </p:nvPr>
        </p:nvSpPr>
        <p:spPr>
          <a:xfrm>
            <a:off x="9448800" y="6477000"/>
            <a:ext cx="2036064" cy="152400"/>
          </a:xfrm>
        </p:spPr>
        <p:txBody>
          <a:bodyPr/>
          <a:lstStyle/>
          <a:p>
            <a:pPr marL="0" lvl="0" indent="0" algn="r" rtl="0">
              <a:spcBef>
                <a:spcPts val="0"/>
              </a:spcBef>
              <a:spcAft>
                <a:spcPts val="0"/>
              </a:spcAft>
              <a:buNone/>
            </a:pPr>
            <a:fld id="{00000000-1234-1234-1234-123412341234}" type="slidenum">
              <a:rPr lang="en-US" smtClean="0"/>
              <a:t>23</a:t>
            </a:fld>
            <a:endParaRPr lang="en-US" dirty="0"/>
          </a:p>
        </p:txBody>
      </p:sp>
    </p:spTree>
    <p:extLst>
      <p:ext uri="{BB962C8B-B14F-4D97-AF65-F5344CB8AC3E}">
        <p14:creationId xmlns:p14="http://schemas.microsoft.com/office/powerpoint/2010/main" val="8663175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pic>
        <p:nvPicPr>
          <p:cNvPr id="445" name="Google Shape;445;p51"/>
          <p:cNvPicPr preferRelativeResize="0"/>
          <p:nvPr/>
        </p:nvPicPr>
        <p:blipFill rotWithShape="1">
          <a:blip r:embed="rId3">
            <a:alphaModFix/>
          </a:blip>
          <a:srcRect t="9181" b="6430"/>
          <a:stretch/>
        </p:blipFill>
        <p:spPr>
          <a:xfrm>
            <a:off x="0" y="0"/>
            <a:ext cx="12191997" cy="6858003"/>
          </a:xfrm>
          <a:prstGeom prst="rect">
            <a:avLst/>
          </a:prstGeom>
          <a:noFill/>
          <a:ln>
            <a:noFill/>
          </a:ln>
        </p:spPr>
      </p:pic>
      <p:sp>
        <p:nvSpPr>
          <p:cNvPr id="446" name="Google Shape;446;p51"/>
          <p:cNvSpPr/>
          <p:nvPr/>
        </p:nvSpPr>
        <p:spPr>
          <a:xfrm rot="-5400000" flipH="1">
            <a:off x="7933537" y="1422400"/>
            <a:ext cx="1524000" cy="7010400"/>
          </a:xfrm>
          <a:prstGeom prst="round2SameRect">
            <a:avLst>
              <a:gd name="adj1" fmla="val 7727"/>
              <a:gd name="adj2" fmla="val 0"/>
            </a:avLst>
          </a:prstGeom>
          <a:solidFill>
            <a:srgbClr val="DB536A">
              <a:alpha val="73460"/>
            </a:srgbClr>
          </a:solidFill>
          <a:ln>
            <a:noFill/>
          </a:ln>
        </p:spPr>
        <p:txBody>
          <a:bodyPr spcFirstLastPara="1" wrap="square" lIns="240000" tIns="60933" rIns="240000" bIns="60933" anchor="ctr" anchorCtr="0">
            <a:noAutofit/>
          </a:bodyPr>
          <a:lstStyle/>
          <a:p>
            <a:pPr algn="r">
              <a:buSzPts val="1600"/>
            </a:pPr>
            <a:endParaRPr sz="2133" b="1" i="1">
              <a:solidFill>
                <a:srgbClr val="FFFFFF"/>
              </a:solidFill>
              <a:latin typeface="Georgia"/>
              <a:ea typeface="Georgia"/>
              <a:cs typeface="Georgia"/>
              <a:sym typeface="Georgia"/>
            </a:endParaRPr>
          </a:p>
        </p:txBody>
      </p:sp>
      <p:sp>
        <p:nvSpPr>
          <p:cNvPr id="447" name="Google Shape;447;p51"/>
          <p:cNvSpPr txBox="1"/>
          <p:nvPr/>
        </p:nvSpPr>
        <p:spPr>
          <a:xfrm>
            <a:off x="5900739" y="4579851"/>
            <a:ext cx="5792000" cy="574400"/>
          </a:xfrm>
          <a:prstGeom prst="rect">
            <a:avLst/>
          </a:prstGeom>
          <a:noFill/>
          <a:ln>
            <a:noFill/>
          </a:ln>
        </p:spPr>
        <p:txBody>
          <a:bodyPr spcFirstLastPara="1" wrap="square" lIns="0" tIns="0" rIns="0" bIns="0" anchor="t" anchorCtr="0">
            <a:noAutofit/>
          </a:bodyPr>
          <a:lstStyle/>
          <a:p>
            <a:pPr>
              <a:buClr>
                <a:srgbClr val="FFFFFF"/>
              </a:buClr>
              <a:buSzPts val="2800"/>
            </a:pPr>
            <a:r>
              <a:rPr lang="en-US" sz="3200" b="1" i="1" dirty="0">
                <a:solidFill>
                  <a:srgbClr val="FFFFFF"/>
                </a:solidFill>
                <a:latin typeface="Georgia"/>
                <a:ea typeface="Georgia"/>
                <a:cs typeface="Georgia"/>
                <a:sym typeface="Georgia"/>
              </a:rPr>
              <a:t>FoSCoS for Food Safety Officers (FSO)</a:t>
            </a:r>
            <a:endParaRPr sz="3200" b="1" i="1" dirty="0">
              <a:solidFill>
                <a:srgbClr val="FFFFFF"/>
              </a:solidFill>
              <a:latin typeface="Georgia"/>
              <a:ea typeface="Georgia"/>
              <a:cs typeface="Georgia"/>
              <a:sym typeface="Georgia"/>
            </a:endParaRPr>
          </a:p>
        </p:txBody>
      </p:sp>
      <p:sp>
        <p:nvSpPr>
          <p:cNvPr id="448" name="Google Shape;448;p51"/>
          <p:cNvSpPr/>
          <p:nvPr/>
        </p:nvSpPr>
        <p:spPr>
          <a:xfrm>
            <a:off x="5682493" y="4479579"/>
            <a:ext cx="6010400" cy="178800"/>
          </a:xfrm>
          <a:custGeom>
            <a:avLst/>
            <a:gdLst/>
            <a:ahLst/>
            <a:cxnLst/>
            <a:rect l="l" t="t" r="r" b="b"/>
            <a:pathLst>
              <a:path w="120000" h="120000" extrusionOk="0">
                <a:moveTo>
                  <a:pt x="0" y="119999"/>
                </a:moveTo>
                <a:lnTo>
                  <a:pt x="0" y="0"/>
                </a:lnTo>
                <a:lnTo>
                  <a:pt x="120000" y="0"/>
                </a:lnTo>
              </a:path>
            </a:pathLst>
          </a:custGeom>
          <a:noFill/>
          <a:ln w="9525" cap="flat" cmpd="sng">
            <a:solidFill>
              <a:srgbClr val="FFFFFF"/>
            </a:solidFill>
            <a:prstDash val="solid"/>
            <a:round/>
            <a:headEnd type="none" w="sm" len="sm"/>
            <a:tailEnd type="none" w="sm" len="sm"/>
          </a:ln>
        </p:spPr>
        <p:txBody>
          <a:bodyPr spcFirstLastPara="1" wrap="square" lIns="121900" tIns="60933" rIns="121900" bIns="60933" anchor="ctr" anchorCtr="0">
            <a:noAutofit/>
          </a:bodyPr>
          <a:lstStyle/>
          <a:p>
            <a:pPr algn="ctr">
              <a:buSzPts val="1400"/>
            </a:pPr>
            <a:endParaRPr sz="1867">
              <a:solidFill>
                <a:srgbClr val="FFFFFF"/>
              </a:solidFill>
            </a:endParaRPr>
          </a:p>
        </p:txBody>
      </p:sp>
    </p:spTree>
    <p:extLst>
      <p:ext uri="{BB962C8B-B14F-4D97-AF65-F5344CB8AC3E}">
        <p14:creationId xmlns:p14="http://schemas.microsoft.com/office/powerpoint/2010/main" val="1441753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3A301D2-6C74-401A-A75F-10D219022272}"/>
              </a:ext>
            </a:extLst>
          </p:cNvPr>
          <p:cNvSpPr>
            <a:spLocks noGrp="1"/>
          </p:cNvSpPr>
          <p:nvPr>
            <p:ph type="title"/>
          </p:nvPr>
        </p:nvSpPr>
        <p:spPr/>
        <p:txBody>
          <a:bodyPr/>
          <a:lstStyle/>
          <a:p>
            <a:r>
              <a:rPr lang="en-US" dirty="0"/>
              <a:t>Inspection module</a:t>
            </a:r>
          </a:p>
        </p:txBody>
      </p:sp>
      <p:sp>
        <p:nvSpPr>
          <p:cNvPr id="4" name="Slide Number Placeholder 3">
            <a:extLst>
              <a:ext uri="{FF2B5EF4-FFF2-40B4-BE49-F238E27FC236}">
                <a16:creationId xmlns:a16="http://schemas.microsoft.com/office/drawing/2014/main" id="{81C0953C-AF4B-4470-B861-659C2B57853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dirty="0"/>
          </a:p>
        </p:txBody>
      </p:sp>
      <p:grpSp>
        <p:nvGrpSpPr>
          <p:cNvPr id="23" name="Group 22">
            <a:extLst>
              <a:ext uri="{FF2B5EF4-FFF2-40B4-BE49-F238E27FC236}">
                <a16:creationId xmlns:a16="http://schemas.microsoft.com/office/drawing/2014/main" id="{DCAF9FEC-8390-477F-994B-212C0E0C1C83}"/>
              </a:ext>
            </a:extLst>
          </p:cNvPr>
          <p:cNvGrpSpPr/>
          <p:nvPr/>
        </p:nvGrpSpPr>
        <p:grpSpPr>
          <a:xfrm>
            <a:off x="382855" y="1247668"/>
            <a:ext cx="5133661" cy="1959608"/>
            <a:chOff x="382855" y="1247668"/>
            <a:chExt cx="5133661" cy="1959608"/>
          </a:xfrm>
        </p:grpSpPr>
        <p:grpSp>
          <p:nvGrpSpPr>
            <p:cNvPr id="8" name="Group 7">
              <a:extLst>
                <a:ext uri="{FF2B5EF4-FFF2-40B4-BE49-F238E27FC236}">
                  <a16:creationId xmlns:a16="http://schemas.microsoft.com/office/drawing/2014/main" id="{02F64329-3633-4A61-8DE8-DD077E3069CF}"/>
                </a:ext>
              </a:extLst>
            </p:cNvPr>
            <p:cNvGrpSpPr/>
            <p:nvPr/>
          </p:nvGrpSpPr>
          <p:grpSpPr>
            <a:xfrm>
              <a:off x="499747" y="1247668"/>
              <a:ext cx="5016769" cy="718715"/>
              <a:chOff x="519313" y="2151534"/>
              <a:chExt cx="4202143" cy="592138"/>
            </a:xfrm>
          </p:grpSpPr>
          <p:sp>
            <p:nvSpPr>
              <p:cNvPr id="9" name="Freeform 14">
                <a:extLst>
                  <a:ext uri="{FF2B5EF4-FFF2-40B4-BE49-F238E27FC236}">
                    <a16:creationId xmlns:a16="http://schemas.microsoft.com/office/drawing/2014/main" id="{EFE858A8-E1E2-4CCA-901C-AC19481CA870}"/>
                  </a:ext>
                </a:extLst>
              </p:cNvPr>
              <p:cNvSpPr>
                <a:spLocks/>
              </p:cNvSpPr>
              <p:nvPr/>
            </p:nvSpPr>
            <p:spPr bwMode="auto">
              <a:xfrm>
                <a:off x="3411768" y="2151534"/>
                <a:ext cx="1309688" cy="592138"/>
              </a:xfrm>
              <a:custGeom>
                <a:avLst/>
                <a:gdLst/>
                <a:ahLst/>
                <a:cxnLst>
                  <a:cxn ang="0">
                    <a:pos x="667" y="0"/>
                  </a:cxn>
                  <a:cxn ang="0">
                    <a:pos x="0" y="0"/>
                  </a:cxn>
                  <a:cxn ang="0">
                    <a:pos x="0" y="25"/>
                  </a:cxn>
                  <a:cxn ang="0">
                    <a:pos x="589" y="25"/>
                  </a:cxn>
                  <a:cxn ang="0">
                    <a:pos x="721" y="186"/>
                  </a:cxn>
                  <a:cxn ang="0">
                    <a:pos x="569" y="373"/>
                  </a:cxn>
                  <a:cxn ang="0">
                    <a:pos x="667" y="373"/>
                  </a:cxn>
                  <a:cxn ang="0">
                    <a:pos x="825" y="186"/>
                  </a:cxn>
                  <a:cxn ang="0">
                    <a:pos x="667" y="0"/>
                  </a:cxn>
                </a:cxnLst>
                <a:rect l="0" t="0" r="r" b="b"/>
                <a:pathLst>
                  <a:path w="825" h="373">
                    <a:moveTo>
                      <a:pt x="667" y="0"/>
                    </a:moveTo>
                    <a:lnTo>
                      <a:pt x="0" y="0"/>
                    </a:lnTo>
                    <a:lnTo>
                      <a:pt x="0" y="25"/>
                    </a:lnTo>
                    <a:lnTo>
                      <a:pt x="589" y="25"/>
                    </a:lnTo>
                    <a:lnTo>
                      <a:pt x="721" y="186"/>
                    </a:lnTo>
                    <a:lnTo>
                      <a:pt x="569" y="373"/>
                    </a:lnTo>
                    <a:lnTo>
                      <a:pt x="667" y="373"/>
                    </a:lnTo>
                    <a:lnTo>
                      <a:pt x="825" y="186"/>
                    </a:lnTo>
                    <a:lnTo>
                      <a:pt x="667" y="0"/>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US" sz="1500" b="1" dirty="0">
                  <a:latin typeface="Arial (Headings)"/>
                </a:endParaRPr>
              </a:p>
            </p:txBody>
          </p:sp>
          <p:sp>
            <p:nvSpPr>
              <p:cNvPr id="10" name="TextBox 9">
                <a:extLst>
                  <a:ext uri="{FF2B5EF4-FFF2-40B4-BE49-F238E27FC236}">
                    <a16:creationId xmlns:a16="http://schemas.microsoft.com/office/drawing/2014/main" id="{A4E0F1D0-72E4-4072-BFE4-13987FDA883B}"/>
                  </a:ext>
                </a:extLst>
              </p:cNvPr>
              <p:cNvSpPr txBox="1"/>
              <p:nvPr/>
            </p:nvSpPr>
            <p:spPr>
              <a:xfrm>
                <a:off x="3324654" y="2205118"/>
                <a:ext cx="1158529" cy="526884"/>
              </a:xfrm>
              <a:prstGeom prst="rect">
                <a:avLst/>
              </a:prstGeom>
              <a:noFill/>
            </p:spPr>
            <p:txBody>
              <a:bodyPr wrap="square" lIns="0" tIns="45720" rIns="0" bIns="0" rtlCol="0">
                <a:noAutofit/>
              </a:bodyPr>
              <a:lstStyle/>
              <a:p>
                <a:pPr indent="-274320">
                  <a:spcAft>
                    <a:spcPts val="300"/>
                  </a:spcAft>
                </a:pPr>
                <a:r>
                  <a:rPr lang="en-US" sz="1500" b="1" dirty="0">
                    <a:latin typeface="Arial (Headings)"/>
                  </a:rPr>
                  <a:t>Use </a:t>
                </a:r>
                <a:r>
                  <a:rPr lang="en-US" sz="1500" b="1" dirty="0" err="1">
                    <a:latin typeface="Arial (Headings)"/>
                  </a:rPr>
                  <a:t>FoSCoRIS</a:t>
                </a:r>
                <a:r>
                  <a:rPr lang="en-US" sz="1500" b="1" dirty="0">
                    <a:latin typeface="Arial (Headings)"/>
                  </a:rPr>
                  <a:t> or physical checklist</a:t>
                </a:r>
              </a:p>
            </p:txBody>
          </p:sp>
          <p:sp>
            <p:nvSpPr>
              <p:cNvPr id="11" name="Freeform 15">
                <a:extLst>
                  <a:ext uri="{FF2B5EF4-FFF2-40B4-BE49-F238E27FC236}">
                    <a16:creationId xmlns:a16="http://schemas.microsoft.com/office/drawing/2014/main" id="{1FB0F301-0585-44DD-AD7B-38E1FA9B657A}"/>
                  </a:ext>
                </a:extLst>
              </p:cNvPr>
              <p:cNvSpPr>
                <a:spLocks/>
              </p:cNvSpPr>
              <p:nvPr/>
            </p:nvSpPr>
            <p:spPr bwMode="auto">
              <a:xfrm>
                <a:off x="1985622" y="2151534"/>
                <a:ext cx="1311275" cy="592138"/>
              </a:xfrm>
              <a:custGeom>
                <a:avLst/>
                <a:gdLst/>
                <a:ahLst/>
                <a:cxnLst>
                  <a:cxn ang="0">
                    <a:pos x="669" y="0"/>
                  </a:cxn>
                  <a:cxn ang="0">
                    <a:pos x="0" y="0"/>
                  </a:cxn>
                  <a:cxn ang="0">
                    <a:pos x="0" y="25"/>
                  </a:cxn>
                  <a:cxn ang="0">
                    <a:pos x="590" y="25"/>
                  </a:cxn>
                  <a:cxn ang="0">
                    <a:pos x="721" y="186"/>
                  </a:cxn>
                  <a:cxn ang="0">
                    <a:pos x="569" y="373"/>
                  </a:cxn>
                  <a:cxn ang="0">
                    <a:pos x="669" y="373"/>
                  </a:cxn>
                  <a:cxn ang="0">
                    <a:pos x="826" y="186"/>
                  </a:cxn>
                  <a:cxn ang="0">
                    <a:pos x="669" y="0"/>
                  </a:cxn>
                </a:cxnLst>
                <a:rect l="0" t="0" r="r" b="b"/>
                <a:pathLst>
                  <a:path w="826" h="373">
                    <a:moveTo>
                      <a:pt x="669" y="0"/>
                    </a:moveTo>
                    <a:lnTo>
                      <a:pt x="0" y="0"/>
                    </a:lnTo>
                    <a:lnTo>
                      <a:pt x="0" y="25"/>
                    </a:lnTo>
                    <a:lnTo>
                      <a:pt x="590" y="25"/>
                    </a:lnTo>
                    <a:lnTo>
                      <a:pt x="721" y="186"/>
                    </a:lnTo>
                    <a:lnTo>
                      <a:pt x="569" y="373"/>
                    </a:lnTo>
                    <a:lnTo>
                      <a:pt x="669" y="373"/>
                    </a:lnTo>
                    <a:lnTo>
                      <a:pt x="826" y="186"/>
                    </a:lnTo>
                    <a:lnTo>
                      <a:pt x="669" y="0"/>
                    </a:lnTo>
                    <a:close/>
                  </a:path>
                </a:pathLst>
              </a:custGeom>
              <a:solidFill>
                <a:schemeClr val="accent5"/>
              </a:solidFill>
              <a:ln w="9525">
                <a:noFill/>
                <a:round/>
                <a:headEnd/>
                <a:tailEnd/>
              </a:ln>
            </p:spPr>
            <p:txBody>
              <a:bodyPr vert="horz" wrap="square" lIns="91440" tIns="45720" rIns="91440" bIns="45720" numCol="1" anchor="t" anchorCtr="0" compatLnSpc="1">
                <a:prstTxWarp prst="textNoShape">
                  <a:avLst/>
                </a:prstTxWarp>
              </a:bodyPr>
              <a:lstStyle/>
              <a:p>
                <a:endParaRPr lang="en-US" sz="1500" b="1" dirty="0">
                  <a:latin typeface="Arial (Headings)"/>
                </a:endParaRPr>
              </a:p>
            </p:txBody>
          </p:sp>
          <p:sp>
            <p:nvSpPr>
              <p:cNvPr id="12" name="TextBox 11">
                <a:extLst>
                  <a:ext uri="{FF2B5EF4-FFF2-40B4-BE49-F238E27FC236}">
                    <a16:creationId xmlns:a16="http://schemas.microsoft.com/office/drawing/2014/main" id="{44010912-3307-47E4-9369-D6386A668D04}"/>
                  </a:ext>
                </a:extLst>
              </p:cNvPr>
              <p:cNvSpPr txBox="1"/>
              <p:nvPr/>
            </p:nvSpPr>
            <p:spPr>
              <a:xfrm>
                <a:off x="1937397" y="2216788"/>
                <a:ext cx="1038477" cy="526884"/>
              </a:xfrm>
              <a:prstGeom prst="rect">
                <a:avLst/>
              </a:prstGeom>
              <a:noFill/>
            </p:spPr>
            <p:txBody>
              <a:bodyPr wrap="square" lIns="0" tIns="45720" rIns="0" bIns="0" rtlCol="0">
                <a:noAutofit/>
              </a:bodyPr>
              <a:lstStyle/>
              <a:p>
                <a:pPr indent="-274320">
                  <a:spcAft>
                    <a:spcPts val="300"/>
                  </a:spcAft>
                </a:pPr>
                <a:r>
                  <a:rPr lang="en-US" sz="1500" b="1" dirty="0">
                    <a:latin typeface="Arial (Headings)"/>
                  </a:rPr>
                  <a:t>Accept Inspection</a:t>
                </a:r>
              </a:p>
              <a:p>
                <a:pPr indent="-274320">
                  <a:spcAft>
                    <a:spcPts val="300"/>
                  </a:spcAft>
                </a:pPr>
                <a:endParaRPr lang="en-US" sz="1500" b="1" dirty="0">
                  <a:latin typeface="Arial (Headings)"/>
                </a:endParaRPr>
              </a:p>
            </p:txBody>
          </p:sp>
          <p:sp>
            <p:nvSpPr>
              <p:cNvPr id="13" name="Freeform 16">
                <a:extLst>
                  <a:ext uri="{FF2B5EF4-FFF2-40B4-BE49-F238E27FC236}">
                    <a16:creationId xmlns:a16="http://schemas.microsoft.com/office/drawing/2014/main" id="{8F9912AE-1977-411D-8FB1-A4AD8A564F42}"/>
                  </a:ext>
                </a:extLst>
              </p:cNvPr>
              <p:cNvSpPr>
                <a:spLocks/>
              </p:cNvSpPr>
              <p:nvPr/>
            </p:nvSpPr>
            <p:spPr bwMode="auto">
              <a:xfrm>
                <a:off x="557889" y="2151534"/>
                <a:ext cx="1312863" cy="592138"/>
              </a:xfrm>
              <a:custGeom>
                <a:avLst/>
                <a:gdLst/>
                <a:ahLst/>
                <a:cxnLst>
                  <a:cxn ang="0">
                    <a:pos x="669" y="0"/>
                  </a:cxn>
                  <a:cxn ang="0">
                    <a:pos x="0" y="0"/>
                  </a:cxn>
                  <a:cxn ang="0">
                    <a:pos x="0" y="25"/>
                  </a:cxn>
                  <a:cxn ang="0">
                    <a:pos x="591" y="25"/>
                  </a:cxn>
                  <a:cxn ang="0">
                    <a:pos x="721" y="186"/>
                  </a:cxn>
                  <a:cxn ang="0">
                    <a:pos x="569" y="373"/>
                  </a:cxn>
                  <a:cxn ang="0">
                    <a:pos x="669" y="373"/>
                  </a:cxn>
                  <a:cxn ang="0">
                    <a:pos x="827" y="186"/>
                  </a:cxn>
                  <a:cxn ang="0">
                    <a:pos x="669" y="0"/>
                  </a:cxn>
                </a:cxnLst>
                <a:rect l="0" t="0" r="r" b="b"/>
                <a:pathLst>
                  <a:path w="827" h="373">
                    <a:moveTo>
                      <a:pt x="669" y="0"/>
                    </a:moveTo>
                    <a:lnTo>
                      <a:pt x="0" y="0"/>
                    </a:lnTo>
                    <a:lnTo>
                      <a:pt x="0" y="25"/>
                    </a:lnTo>
                    <a:lnTo>
                      <a:pt x="591" y="25"/>
                    </a:lnTo>
                    <a:lnTo>
                      <a:pt x="721" y="186"/>
                    </a:lnTo>
                    <a:lnTo>
                      <a:pt x="569" y="373"/>
                    </a:lnTo>
                    <a:lnTo>
                      <a:pt x="669" y="373"/>
                    </a:lnTo>
                    <a:lnTo>
                      <a:pt x="827" y="186"/>
                    </a:lnTo>
                    <a:lnTo>
                      <a:pt x="669" y="0"/>
                    </a:ln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endParaRPr lang="en-US" sz="1500" b="1" dirty="0">
                  <a:latin typeface="Arial (Headings)"/>
                </a:endParaRPr>
              </a:p>
            </p:txBody>
          </p:sp>
          <p:sp>
            <p:nvSpPr>
              <p:cNvPr id="14" name="TextBox 13">
                <a:extLst>
                  <a:ext uri="{FF2B5EF4-FFF2-40B4-BE49-F238E27FC236}">
                    <a16:creationId xmlns:a16="http://schemas.microsoft.com/office/drawing/2014/main" id="{97190709-F532-43C2-994D-E0F4343C9C45}"/>
                  </a:ext>
                </a:extLst>
              </p:cNvPr>
              <p:cNvSpPr txBox="1"/>
              <p:nvPr/>
            </p:nvSpPr>
            <p:spPr>
              <a:xfrm>
                <a:off x="519313" y="2172669"/>
                <a:ext cx="1196041" cy="526884"/>
              </a:xfrm>
              <a:prstGeom prst="rect">
                <a:avLst/>
              </a:prstGeom>
              <a:noFill/>
            </p:spPr>
            <p:txBody>
              <a:bodyPr wrap="square" lIns="0" tIns="45720" rIns="0" bIns="0" rtlCol="0">
                <a:noAutofit/>
              </a:bodyPr>
              <a:lstStyle/>
              <a:p>
                <a:pPr indent="-274320">
                  <a:spcAft>
                    <a:spcPts val="300"/>
                  </a:spcAft>
                </a:pPr>
                <a:r>
                  <a:rPr lang="en-US" sz="1500" b="1" dirty="0">
                    <a:latin typeface="Arial (Headings)"/>
                  </a:rPr>
                  <a:t>Check allocated inspections</a:t>
                </a:r>
              </a:p>
            </p:txBody>
          </p:sp>
        </p:grpSp>
        <p:sp>
          <p:nvSpPr>
            <p:cNvPr id="15" name="Freeform 17">
              <a:extLst>
                <a:ext uri="{FF2B5EF4-FFF2-40B4-BE49-F238E27FC236}">
                  <a16:creationId xmlns:a16="http://schemas.microsoft.com/office/drawing/2014/main" id="{BFE465CE-265B-4161-8A9C-7528C1FDCF31}"/>
                </a:ext>
              </a:extLst>
            </p:cNvPr>
            <p:cNvSpPr>
              <a:spLocks/>
            </p:cNvSpPr>
            <p:nvPr/>
          </p:nvSpPr>
          <p:spPr bwMode="auto">
            <a:xfrm>
              <a:off x="2103205" y="2464726"/>
              <a:ext cx="1565478" cy="718715"/>
            </a:xfrm>
            <a:custGeom>
              <a:avLst/>
              <a:gdLst/>
              <a:ahLst/>
              <a:cxnLst>
                <a:cxn ang="0">
                  <a:pos x="669" y="0"/>
                </a:cxn>
                <a:cxn ang="0">
                  <a:pos x="0" y="0"/>
                </a:cxn>
                <a:cxn ang="0">
                  <a:pos x="0" y="25"/>
                </a:cxn>
                <a:cxn ang="0">
                  <a:pos x="590" y="25"/>
                </a:cxn>
                <a:cxn ang="0">
                  <a:pos x="721" y="186"/>
                </a:cxn>
                <a:cxn ang="0">
                  <a:pos x="571" y="373"/>
                </a:cxn>
                <a:cxn ang="0">
                  <a:pos x="669" y="373"/>
                </a:cxn>
                <a:cxn ang="0">
                  <a:pos x="826" y="186"/>
                </a:cxn>
                <a:cxn ang="0">
                  <a:pos x="669" y="0"/>
                </a:cxn>
              </a:cxnLst>
              <a:rect l="0" t="0" r="r" b="b"/>
              <a:pathLst>
                <a:path w="826" h="373">
                  <a:moveTo>
                    <a:pt x="669" y="0"/>
                  </a:moveTo>
                  <a:lnTo>
                    <a:pt x="0" y="0"/>
                  </a:lnTo>
                  <a:lnTo>
                    <a:pt x="0" y="25"/>
                  </a:lnTo>
                  <a:lnTo>
                    <a:pt x="590" y="25"/>
                  </a:lnTo>
                  <a:lnTo>
                    <a:pt x="721" y="186"/>
                  </a:lnTo>
                  <a:lnTo>
                    <a:pt x="571" y="373"/>
                  </a:lnTo>
                  <a:lnTo>
                    <a:pt x="669" y="373"/>
                  </a:lnTo>
                  <a:lnTo>
                    <a:pt x="826" y="186"/>
                  </a:lnTo>
                  <a:lnTo>
                    <a:pt x="669" y="0"/>
                  </a:lnTo>
                  <a:close/>
                </a:path>
              </a:pathLst>
            </a:custGeom>
            <a:solidFill>
              <a:srgbClr val="EB8C00"/>
            </a:solidFill>
            <a:ln w="9525">
              <a:noFill/>
              <a:round/>
              <a:headEnd/>
              <a:tailEnd/>
            </a:ln>
          </p:spPr>
          <p:txBody>
            <a:bodyPr vert="horz" wrap="square" lIns="91440" tIns="45720" rIns="91440" bIns="45720" numCol="1" anchor="t" anchorCtr="0" compatLnSpc="1">
              <a:prstTxWarp prst="textNoShape">
                <a:avLst/>
              </a:prstTxWarp>
            </a:bodyPr>
            <a:lstStyle/>
            <a:p>
              <a:endParaRPr lang="en-US" sz="1500" b="1" dirty="0">
                <a:latin typeface="Arial (Headings)"/>
              </a:endParaRPr>
            </a:p>
          </p:txBody>
        </p:sp>
        <p:sp>
          <p:nvSpPr>
            <p:cNvPr id="16" name="TextBox 15">
              <a:extLst>
                <a:ext uri="{FF2B5EF4-FFF2-40B4-BE49-F238E27FC236}">
                  <a16:creationId xmlns:a16="http://schemas.microsoft.com/office/drawing/2014/main" id="{22324449-C13B-4911-9CE5-0B3AA8AC53D7}"/>
                </a:ext>
              </a:extLst>
            </p:cNvPr>
            <p:cNvSpPr txBox="1"/>
            <p:nvPr/>
          </p:nvSpPr>
          <p:spPr>
            <a:xfrm>
              <a:off x="2104153" y="2538093"/>
              <a:ext cx="1147465" cy="639512"/>
            </a:xfrm>
            <a:prstGeom prst="rect">
              <a:avLst/>
            </a:prstGeom>
            <a:noFill/>
          </p:spPr>
          <p:txBody>
            <a:bodyPr wrap="square" lIns="0" tIns="45720" rIns="0" bIns="0" rtlCol="0">
              <a:noAutofit/>
            </a:bodyPr>
            <a:lstStyle/>
            <a:p>
              <a:pPr indent="-274320">
                <a:spcAft>
                  <a:spcPts val="300"/>
                </a:spcAft>
              </a:pPr>
              <a:r>
                <a:rPr lang="en-US" sz="1500" b="1" dirty="0">
                  <a:latin typeface="Arial (Headings)"/>
                </a:rPr>
                <a:t>Forward the application to DO</a:t>
              </a:r>
            </a:p>
          </p:txBody>
        </p:sp>
        <p:sp>
          <p:nvSpPr>
            <p:cNvPr id="17" name="Freeform 12">
              <a:extLst>
                <a:ext uri="{FF2B5EF4-FFF2-40B4-BE49-F238E27FC236}">
                  <a16:creationId xmlns:a16="http://schemas.microsoft.com/office/drawing/2014/main" id="{B3276E9C-D515-4894-A540-B10D69325FBA}"/>
                </a:ext>
              </a:extLst>
            </p:cNvPr>
            <p:cNvSpPr>
              <a:spLocks/>
            </p:cNvSpPr>
            <p:nvPr/>
          </p:nvSpPr>
          <p:spPr bwMode="auto">
            <a:xfrm>
              <a:off x="499747" y="2464726"/>
              <a:ext cx="1565478" cy="718715"/>
            </a:xfrm>
            <a:custGeom>
              <a:avLst/>
              <a:gdLst/>
              <a:ahLst/>
              <a:cxnLst>
                <a:cxn ang="0">
                  <a:pos x="669" y="0"/>
                </a:cxn>
                <a:cxn ang="0">
                  <a:pos x="0" y="0"/>
                </a:cxn>
                <a:cxn ang="0">
                  <a:pos x="0" y="25"/>
                </a:cxn>
                <a:cxn ang="0">
                  <a:pos x="590" y="25"/>
                </a:cxn>
                <a:cxn ang="0">
                  <a:pos x="721" y="186"/>
                </a:cxn>
                <a:cxn ang="0">
                  <a:pos x="570" y="373"/>
                </a:cxn>
                <a:cxn ang="0">
                  <a:pos x="669" y="373"/>
                </a:cxn>
                <a:cxn ang="0">
                  <a:pos x="826" y="186"/>
                </a:cxn>
                <a:cxn ang="0">
                  <a:pos x="669" y="0"/>
                </a:cxn>
              </a:cxnLst>
              <a:rect l="0" t="0" r="r" b="b"/>
              <a:pathLst>
                <a:path w="826" h="373">
                  <a:moveTo>
                    <a:pt x="669" y="0"/>
                  </a:moveTo>
                  <a:lnTo>
                    <a:pt x="0" y="0"/>
                  </a:lnTo>
                  <a:lnTo>
                    <a:pt x="0" y="25"/>
                  </a:lnTo>
                  <a:lnTo>
                    <a:pt x="590" y="25"/>
                  </a:lnTo>
                  <a:lnTo>
                    <a:pt x="721" y="186"/>
                  </a:lnTo>
                  <a:lnTo>
                    <a:pt x="570" y="373"/>
                  </a:lnTo>
                  <a:lnTo>
                    <a:pt x="669" y="373"/>
                  </a:lnTo>
                  <a:lnTo>
                    <a:pt x="826" y="186"/>
                  </a:lnTo>
                  <a:lnTo>
                    <a:pt x="669"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sz="1500" b="1" dirty="0">
                <a:latin typeface="Arial (Headings)"/>
              </a:endParaRPr>
            </a:p>
          </p:txBody>
        </p:sp>
        <p:sp>
          <p:nvSpPr>
            <p:cNvPr id="18" name="TextBox 17">
              <a:extLst>
                <a:ext uri="{FF2B5EF4-FFF2-40B4-BE49-F238E27FC236}">
                  <a16:creationId xmlns:a16="http://schemas.microsoft.com/office/drawing/2014/main" id="{467550F0-3B40-4EDF-962C-2C5412E8E43A}"/>
                </a:ext>
              </a:extLst>
            </p:cNvPr>
            <p:cNvSpPr txBox="1"/>
            <p:nvPr/>
          </p:nvSpPr>
          <p:spPr>
            <a:xfrm>
              <a:off x="382855" y="2567764"/>
              <a:ext cx="1563582" cy="639512"/>
            </a:xfrm>
            <a:prstGeom prst="rect">
              <a:avLst/>
            </a:prstGeom>
            <a:noFill/>
          </p:spPr>
          <p:txBody>
            <a:bodyPr wrap="square" lIns="0" tIns="45720" rIns="0" bIns="0" rtlCol="0">
              <a:noAutofit/>
            </a:bodyPr>
            <a:lstStyle/>
            <a:p>
              <a:pPr indent="-274320">
                <a:spcAft>
                  <a:spcPts val="300"/>
                </a:spcAft>
              </a:pPr>
              <a:r>
                <a:rPr lang="en-US" sz="1500" b="1" dirty="0">
                  <a:latin typeface="Arial (Headings)"/>
                </a:rPr>
                <a:t>Check Form-B details</a:t>
              </a:r>
            </a:p>
          </p:txBody>
        </p:sp>
      </p:grpSp>
      <p:grpSp>
        <p:nvGrpSpPr>
          <p:cNvPr id="24" name="Group 23">
            <a:extLst>
              <a:ext uri="{FF2B5EF4-FFF2-40B4-BE49-F238E27FC236}">
                <a16:creationId xmlns:a16="http://schemas.microsoft.com/office/drawing/2014/main" id="{4C7602D6-4DCA-46B3-BB0B-7155CF3B6BE1}"/>
              </a:ext>
            </a:extLst>
          </p:cNvPr>
          <p:cNvGrpSpPr/>
          <p:nvPr/>
        </p:nvGrpSpPr>
        <p:grpSpPr>
          <a:xfrm>
            <a:off x="6094104" y="1454382"/>
            <a:ext cx="3063431" cy="2602378"/>
            <a:chOff x="6094104" y="1454382"/>
            <a:chExt cx="3063431" cy="2602378"/>
          </a:xfrm>
        </p:grpSpPr>
        <p:pic>
          <p:nvPicPr>
            <p:cNvPr id="2" name="Picture 1">
              <a:extLst>
                <a:ext uri="{FF2B5EF4-FFF2-40B4-BE49-F238E27FC236}">
                  <a16:creationId xmlns:a16="http://schemas.microsoft.com/office/drawing/2014/main" id="{E8CEA33D-9779-4891-B195-B2B52771E36F}"/>
                </a:ext>
              </a:extLst>
            </p:cNvPr>
            <p:cNvPicPr>
              <a:picLocks noChangeAspect="1"/>
            </p:cNvPicPr>
            <p:nvPr/>
          </p:nvPicPr>
          <p:blipFill>
            <a:blip r:embed="rId2"/>
            <a:stretch>
              <a:fillRect/>
            </a:stretch>
          </p:blipFill>
          <p:spPr>
            <a:xfrm>
              <a:off x="6096000" y="1454382"/>
              <a:ext cx="2240392" cy="2602378"/>
            </a:xfrm>
            <a:prstGeom prst="rect">
              <a:avLst/>
            </a:prstGeom>
            <a:solidFill>
              <a:schemeClr val="tx1"/>
            </a:solidFill>
            <a:ln>
              <a:solidFill>
                <a:schemeClr val="tx1"/>
              </a:solidFill>
            </a:ln>
          </p:spPr>
        </p:pic>
        <p:sp>
          <p:nvSpPr>
            <p:cNvPr id="22" name="Rectangle: Rounded Corners 21">
              <a:extLst>
                <a:ext uri="{FF2B5EF4-FFF2-40B4-BE49-F238E27FC236}">
                  <a16:creationId xmlns:a16="http://schemas.microsoft.com/office/drawing/2014/main" id="{3EA9F3D2-1730-462B-A1C7-DDAD685274C3}"/>
                </a:ext>
              </a:extLst>
            </p:cNvPr>
            <p:cNvSpPr/>
            <p:nvPr/>
          </p:nvSpPr>
          <p:spPr>
            <a:xfrm>
              <a:off x="6094104" y="1811306"/>
              <a:ext cx="2218087" cy="276481"/>
            </a:xfrm>
            <a:prstGeom prst="round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1" name="Connector: Elbow 30">
              <a:extLst>
                <a:ext uri="{FF2B5EF4-FFF2-40B4-BE49-F238E27FC236}">
                  <a16:creationId xmlns:a16="http://schemas.microsoft.com/office/drawing/2014/main" id="{B563B4CB-CB31-4B26-8E36-598F6CB494F5}"/>
                </a:ext>
              </a:extLst>
            </p:cNvPr>
            <p:cNvCxnSpPr>
              <a:cxnSpLocks/>
            </p:cNvCxnSpPr>
            <p:nvPr/>
          </p:nvCxnSpPr>
          <p:spPr>
            <a:xfrm rot="16200000" flipH="1">
              <a:off x="8420713" y="2038833"/>
              <a:ext cx="809270" cy="664375"/>
            </a:xfrm>
            <a:prstGeom prst="bentConnector3">
              <a:avLst>
                <a:gd name="adj1" fmla="val -41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1853B145-E312-4E49-8C35-B6017D222265}"/>
              </a:ext>
            </a:extLst>
          </p:cNvPr>
          <p:cNvGrpSpPr/>
          <p:nvPr/>
        </p:nvGrpSpPr>
        <p:grpSpPr>
          <a:xfrm>
            <a:off x="140677" y="3739687"/>
            <a:ext cx="5556530" cy="2694276"/>
            <a:chOff x="140677" y="3835790"/>
            <a:chExt cx="5269190" cy="2694276"/>
          </a:xfrm>
        </p:grpSpPr>
        <p:sp>
          <p:nvSpPr>
            <p:cNvPr id="19" name="TextBox 18">
              <a:extLst>
                <a:ext uri="{FF2B5EF4-FFF2-40B4-BE49-F238E27FC236}">
                  <a16:creationId xmlns:a16="http://schemas.microsoft.com/office/drawing/2014/main" id="{344423A3-55EC-4656-B5CB-79A82E9FA4C3}"/>
                </a:ext>
              </a:extLst>
            </p:cNvPr>
            <p:cNvSpPr txBox="1"/>
            <p:nvPr/>
          </p:nvSpPr>
          <p:spPr>
            <a:xfrm>
              <a:off x="439153" y="4056760"/>
              <a:ext cx="4970714" cy="247330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sz="1500" b="1" dirty="0" err="1"/>
                <a:t>FoSCoRIS</a:t>
              </a:r>
              <a:r>
                <a:rPr lang="en-GB" sz="1500" b="1" dirty="0"/>
                <a:t> is now integrated with FoSCoS</a:t>
              </a:r>
            </a:p>
            <a:p>
              <a:pPr marL="285750" lvl="0" indent="-285750">
                <a:lnSpc>
                  <a:spcPct val="150000"/>
                </a:lnSpc>
                <a:buFont typeface="Arial" panose="020B0604020202020204" pitchFamily="34" charset="0"/>
                <a:buChar char="•"/>
              </a:pPr>
              <a:r>
                <a:rPr lang="en-US" sz="1500" dirty="0" err="1"/>
                <a:t>FoSCoRIS</a:t>
              </a:r>
              <a:r>
                <a:rPr lang="en-US" sz="1500" dirty="0"/>
                <a:t> (Inspection System) integrated with FoSCoS to enable allocation of inspections, viewing of inspection report within the licensing system.</a:t>
              </a:r>
            </a:p>
            <a:p>
              <a:pPr marL="285750" indent="-285750">
                <a:lnSpc>
                  <a:spcPct val="150000"/>
                </a:lnSpc>
                <a:buFont typeface="Arial" panose="020B0604020202020204" pitchFamily="34" charset="0"/>
                <a:buChar char="•"/>
              </a:pPr>
              <a:r>
                <a:rPr lang="en-GB" sz="1500" dirty="0"/>
                <a:t>OTP based Verification of Inspection Reports </a:t>
              </a:r>
            </a:p>
            <a:p>
              <a:pPr marL="285750" indent="-285750">
                <a:lnSpc>
                  <a:spcPct val="150000"/>
                </a:lnSpc>
                <a:buFont typeface="Arial" panose="020B0604020202020204" pitchFamily="34" charset="0"/>
                <a:buChar char="•"/>
              </a:pPr>
              <a:r>
                <a:rPr lang="en-GB" sz="1500" dirty="0"/>
                <a:t>Instant availability of Inspection reports to FBOs.</a:t>
              </a:r>
            </a:p>
            <a:p>
              <a:pPr marL="285750" indent="-285750">
                <a:lnSpc>
                  <a:spcPct val="150000"/>
                </a:lnSpc>
                <a:buFont typeface="Arial" panose="020B0604020202020204" pitchFamily="34" charset="0"/>
                <a:buChar char="•"/>
              </a:pPr>
              <a:r>
                <a:rPr lang="en-GB" sz="1500" dirty="0"/>
                <a:t>For detailed process flow, </a:t>
              </a:r>
              <a:r>
                <a:rPr lang="en-GB" sz="1500" dirty="0">
                  <a:hlinkClick r:id="rId3" action="ppaction://hlinksldjump"/>
                </a:rPr>
                <a:t>click</a:t>
              </a:r>
              <a:endParaRPr lang="en-GB" sz="1500" dirty="0"/>
            </a:p>
          </p:txBody>
        </p:sp>
        <p:sp>
          <p:nvSpPr>
            <p:cNvPr id="37" name="TextBox 36">
              <a:extLst>
                <a:ext uri="{FF2B5EF4-FFF2-40B4-BE49-F238E27FC236}">
                  <a16:creationId xmlns:a16="http://schemas.microsoft.com/office/drawing/2014/main" id="{A98194B7-938B-40FE-914E-869BC8B07E3D}"/>
                </a:ext>
              </a:extLst>
            </p:cNvPr>
            <p:cNvSpPr txBox="1"/>
            <p:nvPr/>
          </p:nvSpPr>
          <p:spPr>
            <a:xfrm>
              <a:off x="140677" y="3835790"/>
              <a:ext cx="1427905" cy="323165"/>
            </a:xfrm>
            <a:prstGeom prst="rect">
              <a:avLst/>
            </a:prstGeom>
            <a:noFill/>
          </p:spPr>
          <p:txBody>
            <a:bodyPr wrap="square" rtlCol="0">
              <a:spAutoFit/>
            </a:bodyPr>
            <a:lstStyle/>
            <a:p>
              <a:r>
                <a:rPr lang="en-GB" sz="1500" b="1" dirty="0"/>
                <a:t>Key Notes:</a:t>
              </a:r>
            </a:p>
          </p:txBody>
        </p:sp>
      </p:grpSp>
      <p:pic>
        <p:nvPicPr>
          <p:cNvPr id="29" name="Picture 28">
            <a:extLst>
              <a:ext uri="{FF2B5EF4-FFF2-40B4-BE49-F238E27FC236}">
                <a16:creationId xmlns:a16="http://schemas.microsoft.com/office/drawing/2014/main" id="{CCC34C87-8A87-4BD5-BBFB-52185BEF05A2}"/>
              </a:ext>
            </a:extLst>
          </p:cNvPr>
          <p:cNvPicPr>
            <a:picLocks noChangeAspect="1"/>
          </p:cNvPicPr>
          <p:nvPr/>
        </p:nvPicPr>
        <p:blipFill>
          <a:blip r:embed="rId4"/>
          <a:stretch>
            <a:fillRect/>
          </a:stretch>
        </p:blipFill>
        <p:spPr>
          <a:xfrm>
            <a:off x="5853975" y="2947127"/>
            <a:ext cx="6338025" cy="2426728"/>
          </a:xfrm>
          <a:prstGeom prst="rect">
            <a:avLst/>
          </a:prstGeom>
          <a:ln>
            <a:solidFill>
              <a:schemeClr val="tx1"/>
            </a:solidFill>
          </a:ln>
        </p:spPr>
      </p:pic>
      <p:grpSp>
        <p:nvGrpSpPr>
          <p:cNvPr id="25" name="Group 24">
            <a:extLst>
              <a:ext uri="{FF2B5EF4-FFF2-40B4-BE49-F238E27FC236}">
                <a16:creationId xmlns:a16="http://schemas.microsoft.com/office/drawing/2014/main" id="{78E7CD5F-B383-45A7-B9EB-A8757ED66952}"/>
              </a:ext>
            </a:extLst>
          </p:cNvPr>
          <p:cNvGrpSpPr/>
          <p:nvPr/>
        </p:nvGrpSpPr>
        <p:grpSpPr>
          <a:xfrm>
            <a:off x="9970227" y="4641034"/>
            <a:ext cx="2221773" cy="1685321"/>
            <a:chOff x="9970227" y="4641034"/>
            <a:chExt cx="2221773" cy="1685321"/>
          </a:xfrm>
        </p:grpSpPr>
        <p:sp>
          <p:nvSpPr>
            <p:cNvPr id="32" name="Rectangle: Rounded Corners 31">
              <a:extLst>
                <a:ext uri="{FF2B5EF4-FFF2-40B4-BE49-F238E27FC236}">
                  <a16:creationId xmlns:a16="http://schemas.microsoft.com/office/drawing/2014/main" id="{61D1A55E-BD24-4715-BE6C-3A8DE1AB7677}"/>
                </a:ext>
              </a:extLst>
            </p:cNvPr>
            <p:cNvSpPr/>
            <p:nvPr/>
          </p:nvSpPr>
          <p:spPr>
            <a:xfrm>
              <a:off x="11757056" y="4641034"/>
              <a:ext cx="434944" cy="732821"/>
            </a:xfrm>
            <a:prstGeom prst="round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3" name="Picture 32">
              <a:extLst>
                <a:ext uri="{FF2B5EF4-FFF2-40B4-BE49-F238E27FC236}">
                  <a16:creationId xmlns:a16="http://schemas.microsoft.com/office/drawing/2014/main" id="{AB5DE70C-2629-4D78-B4AC-9C1F14BE0B5D}"/>
                </a:ext>
              </a:extLst>
            </p:cNvPr>
            <p:cNvPicPr>
              <a:picLocks noChangeAspect="1"/>
            </p:cNvPicPr>
            <p:nvPr/>
          </p:nvPicPr>
          <p:blipFill>
            <a:blip r:embed="rId5"/>
            <a:stretch>
              <a:fillRect/>
            </a:stretch>
          </p:blipFill>
          <p:spPr>
            <a:xfrm>
              <a:off x="11072185" y="4861702"/>
              <a:ext cx="899844" cy="683881"/>
            </a:xfrm>
            <a:prstGeom prst="rect">
              <a:avLst/>
            </a:prstGeom>
          </p:spPr>
        </p:pic>
        <p:sp>
          <p:nvSpPr>
            <p:cNvPr id="34" name="Freeform 29">
              <a:extLst>
                <a:ext uri="{FF2B5EF4-FFF2-40B4-BE49-F238E27FC236}">
                  <a16:creationId xmlns:a16="http://schemas.microsoft.com/office/drawing/2014/main" id="{AB559896-80E1-4C60-AB30-036163C9A67D}"/>
                </a:ext>
              </a:extLst>
            </p:cNvPr>
            <p:cNvSpPr>
              <a:spLocks noEditPoints="1"/>
            </p:cNvSpPr>
            <p:nvPr/>
          </p:nvSpPr>
          <p:spPr bwMode="auto">
            <a:xfrm>
              <a:off x="10232610" y="5373855"/>
              <a:ext cx="782515" cy="952500"/>
            </a:xfrm>
            <a:custGeom>
              <a:avLst/>
              <a:gdLst/>
              <a:ahLst/>
              <a:cxnLst>
                <a:cxn ang="0">
                  <a:pos x="138" y="310"/>
                </a:cxn>
                <a:cxn ang="0">
                  <a:pos x="1" y="310"/>
                </a:cxn>
                <a:cxn ang="0">
                  <a:pos x="25" y="180"/>
                </a:cxn>
                <a:cxn ang="0">
                  <a:pos x="90" y="148"/>
                </a:cxn>
                <a:cxn ang="0">
                  <a:pos x="128" y="212"/>
                </a:cxn>
                <a:cxn ang="0">
                  <a:pos x="131" y="182"/>
                </a:cxn>
                <a:cxn ang="0">
                  <a:pos x="123" y="167"/>
                </a:cxn>
                <a:cxn ang="0">
                  <a:pos x="123" y="161"/>
                </a:cxn>
                <a:cxn ang="0">
                  <a:pos x="154" y="162"/>
                </a:cxn>
                <a:cxn ang="0">
                  <a:pos x="154" y="167"/>
                </a:cxn>
                <a:cxn ang="0">
                  <a:pos x="146" y="182"/>
                </a:cxn>
                <a:cxn ang="0">
                  <a:pos x="149" y="212"/>
                </a:cxn>
                <a:cxn ang="0">
                  <a:pos x="187" y="148"/>
                </a:cxn>
                <a:cxn ang="0">
                  <a:pos x="251" y="180"/>
                </a:cxn>
                <a:cxn ang="0">
                  <a:pos x="276" y="310"/>
                </a:cxn>
                <a:cxn ang="0">
                  <a:pos x="138" y="310"/>
                </a:cxn>
                <a:cxn ang="0">
                  <a:pos x="173" y="134"/>
                </a:cxn>
                <a:cxn ang="0">
                  <a:pos x="189" y="103"/>
                </a:cxn>
                <a:cxn ang="0">
                  <a:pos x="194" y="100"/>
                </a:cxn>
                <a:cxn ang="0">
                  <a:pos x="197" y="72"/>
                </a:cxn>
                <a:cxn ang="0">
                  <a:pos x="194" y="68"/>
                </a:cxn>
                <a:cxn ang="0">
                  <a:pos x="138" y="0"/>
                </a:cxn>
                <a:cxn ang="0">
                  <a:pos x="83" y="68"/>
                </a:cxn>
                <a:cxn ang="0">
                  <a:pos x="79" y="72"/>
                </a:cxn>
                <a:cxn ang="0">
                  <a:pos x="83" y="100"/>
                </a:cxn>
                <a:cxn ang="0">
                  <a:pos x="87" y="103"/>
                </a:cxn>
                <a:cxn ang="0">
                  <a:pos x="104" y="134"/>
                </a:cxn>
                <a:cxn ang="0">
                  <a:pos x="126" y="153"/>
                </a:cxn>
                <a:cxn ang="0">
                  <a:pos x="151" y="153"/>
                </a:cxn>
                <a:cxn ang="0">
                  <a:pos x="173" y="134"/>
                </a:cxn>
              </a:cxnLst>
              <a:rect l="0" t="0" r="r" b="b"/>
              <a:pathLst>
                <a:path w="276" h="310">
                  <a:moveTo>
                    <a:pt x="138" y="310"/>
                  </a:moveTo>
                  <a:cubicBezTo>
                    <a:pt x="1" y="310"/>
                    <a:pt x="1" y="310"/>
                    <a:pt x="1" y="310"/>
                  </a:cubicBezTo>
                  <a:cubicBezTo>
                    <a:pt x="0" y="261"/>
                    <a:pt x="0" y="211"/>
                    <a:pt x="25" y="180"/>
                  </a:cubicBezTo>
                  <a:cubicBezTo>
                    <a:pt x="43" y="157"/>
                    <a:pt x="66" y="150"/>
                    <a:pt x="90" y="148"/>
                  </a:cubicBezTo>
                  <a:cubicBezTo>
                    <a:pt x="128" y="212"/>
                    <a:pt x="128" y="212"/>
                    <a:pt x="128" y="212"/>
                  </a:cubicBezTo>
                  <a:cubicBezTo>
                    <a:pt x="131" y="182"/>
                    <a:pt x="131" y="182"/>
                    <a:pt x="131" y="182"/>
                  </a:cubicBezTo>
                  <a:cubicBezTo>
                    <a:pt x="123" y="167"/>
                    <a:pt x="123" y="167"/>
                    <a:pt x="123" y="167"/>
                  </a:cubicBezTo>
                  <a:cubicBezTo>
                    <a:pt x="122" y="166"/>
                    <a:pt x="122" y="163"/>
                    <a:pt x="123" y="161"/>
                  </a:cubicBezTo>
                  <a:cubicBezTo>
                    <a:pt x="131" y="164"/>
                    <a:pt x="146" y="165"/>
                    <a:pt x="154" y="162"/>
                  </a:cubicBezTo>
                  <a:cubicBezTo>
                    <a:pt x="155" y="163"/>
                    <a:pt x="155" y="165"/>
                    <a:pt x="154" y="167"/>
                  </a:cubicBezTo>
                  <a:cubicBezTo>
                    <a:pt x="146" y="182"/>
                    <a:pt x="146" y="182"/>
                    <a:pt x="146" y="182"/>
                  </a:cubicBezTo>
                  <a:cubicBezTo>
                    <a:pt x="149" y="212"/>
                    <a:pt x="149" y="212"/>
                    <a:pt x="149" y="212"/>
                  </a:cubicBezTo>
                  <a:cubicBezTo>
                    <a:pt x="187" y="148"/>
                    <a:pt x="187" y="148"/>
                    <a:pt x="187" y="148"/>
                  </a:cubicBezTo>
                  <a:cubicBezTo>
                    <a:pt x="210" y="148"/>
                    <a:pt x="237" y="162"/>
                    <a:pt x="251" y="180"/>
                  </a:cubicBezTo>
                  <a:cubicBezTo>
                    <a:pt x="276" y="211"/>
                    <a:pt x="276" y="261"/>
                    <a:pt x="276" y="310"/>
                  </a:cubicBezTo>
                  <a:cubicBezTo>
                    <a:pt x="138" y="310"/>
                    <a:pt x="138" y="310"/>
                    <a:pt x="138" y="310"/>
                  </a:cubicBezTo>
                  <a:close/>
                  <a:moveTo>
                    <a:pt x="173" y="134"/>
                  </a:moveTo>
                  <a:cubicBezTo>
                    <a:pt x="180" y="124"/>
                    <a:pt x="185" y="114"/>
                    <a:pt x="189" y="103"/>
                  </a:cubicBezTo>
                  <a:cubicBezTo>
                    <a:pt x="191" y="103"/>
                    <a:pt x="193" y="101"/>
                    <a:pt x="194" y="100"/>
                  </a:cubicBezTo>
                  <a:cubicBezTo>
                    <a:pt x="196" y="89"/>
                    <a:pt x="197" y="79"/>
                    <a:pt x="197" y="72"/>
                  </a:cubicBezTo>
                  <a:cubicBezTo>
                    <a:pt x="197" y="71"/>
                    <a:pt x="195" y="68"/>
                    <a:pt x="194" y="68"/>
                  </a:cubicBezTo>
                  <a:cubicBezTo>
                    <a:pt x="194" y="32"/>
                    <a:pt x="187" y="0"/>
                    <a:pt x="138" y="0"/>
                  </a:cubicBezTo>
                  <a:cubicBezTo>
                    <a:pt x="89" y="0"/>
                    <a:pt x="83" y="32"/>
                    <a:pt x="83" y="68"/>
                  </a:cubicBezTo>
                  <a:cubicBezTo>
                    <a:pt x="82" y="68"/>
                    <a:pt x="79" y="71"/>
                    <a:pt x="79" y="72"/>
                  </a:cubicBezTo>
                  <a:cubicBezTo>
                    <a:pt x="79" y="79"/>
                    <a:pt x="80" y="89"/>
                    <a:pt x="83" y="100"/>
                  </a:cubicBezTo>
                  <a:cubicBezTo>
                    <a:pt x="83" y="101"/>
                    <a:pt x="85" y="103"/>
                    <a:pt x="87" y="103"/>
                  </a:cubicBezTo>
                  <a:cubicBezTo>
                    <a:pt x="92" y="114"/>
                    <a:pt x="97" y="124"/>
                    <a:pt x="104" y="134"/>
                  </a:cubicBezTo>
                  <a:cubicBezTo>
                    <a:pt x="111" y="143"/>
                    <a:pt x="117" y="150"/>
                    <a:pt x="126" y="153"/>
                  </a:cubicBezTo>
                  <a:cubicBezTo>
                    <a:pt x="131" y="156"/>
                    <a:pt x="145" y="156"/>
                    <a:pt x="151" y="153"/>
                  </a:cubicBezTo>
                  <a:cubicBezTo>
                    <a:pt x="159" y="150"/>
                    <a:pt x="166" y="143"/>
                    <a:pt x="173" y="134"/>
                  </a:cubicBezTo>
                  <a:close/>
                </a:path>
              </a:pathLst>
            </a:custGeom>
            <a:solidFill>
              <a:schemeClr val="tx1"/>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35" name="Rectangle 34">
              <a:extLst>
                <a:ext uri="{FF2B5EF4-FFF2-40B4-BE49-F238E27FC236}">
                  <a16:creationId xmlns:a16="http://schemas.microsoft.com/office/drawing/2014/main" id="{98200CE4-32B0-4263-BF4A-D2A938E1D2EF}"/>
                </a:ext>
              </a:extLst>
            </p:cNvPr>
            <p:cNvSpPr/>
            <p:nvPr/>
          </p:nvSpPr>
          <p:spPr>
            <a:xfrm>
              <a:off x="11565629" y="5192520"/>
              <a:ext cx="606900" cy="461665"/>
            </a:xfrm>
            <a:prstGeom prst="rect">
              <a:avLst/>
            </a:prstGeom>
          </p:spPr>
          <p:txBody>
            <a:bodyPr wrap="square">
              <a:spAutoFit/>
            </a:bodyPr>
            <a:lstStyle/>
            <a:p>
              <a:r>
                <a:rPr lang="en-GB" sz="2400" dirty="0"/>
                <a:t>√</a:t>
              </a:r>
            </a:p>
          </p:txBody>
        </p:sp>
        <p:sp>
          <p:nvSpPr>
            <p:cNvPr id="36" name="TextBox 35">
              <a:extLst>
                <a:ext uri="{FF2B5EF4-FFF2-40B4-BE49-F238E27FC236}">
                  <a16:creationId xmlns:a16="http://schemas.microsoft.com/office/drawing/2014/main" id="{8F5246DC-4D64-4924-9EC0-B4E6C75024B9}"/>
                </a:ext>
              </a:extLst>
            </p:cNvPr>
            <p:cNvSpPr txBox="1"/>
            <p:nvPr/>
          </p:nvSpPr>
          <p:spPr>
            <a:xfrm>
              <a:off x="9970227" y="5575461"/>
              <a:ext cx="993210" cy="369332"/>
            </a:xfrm>
            <a:prstGeom prst="rect">
              <a:avLst/>
            </a:prstGeom>
            <a:noFill/>
          </p:spPr>
          <p:txBody>
            <a:bodyPr wrap="square" rtlCol="0">
              <a:spAutoFit/>
            </a:bodyPr>
            <a:lstStyle/>
            <a:p>
              <a:r>
                <a:rPr lang="en-GB" sz="1800" b="1" dirty="0"/>
                <a:t>DO</a:t>
              </a:r>
            </a:p>
          </p:txBody>
        </p:sp>
        <p:cxnSp>
          <p:nvCxnSpPr>
            <p:cNvPr id="38" name="Connector: Elbow 37">
              <a:extLst>
                <a:ext uri="{FF2B5EF4-FFF2-40B4-BE49-F238E27FC236}">
                  <a16:creationId xmlns:a16="http://schemas.microsoft.com/office/drawing/2014/main" id="{77F53259-47BE-45A5-8C35-6A8A49218F82}"/>
                </a:ext>
              </a:extLst>
            </p:cNvPr>
            <p:cNvCxnSpPr/>
            <p:nvPr/>
          </p:nvCxnSpPr>
          <p:spPr>
            <a:xfrm rot="5400000">
              <a:off x="11040251" y="5577517"/>
              <a:ext cx="513791" cy="449922"/>
            </a:xfrm>
            <a:prstGeom prst="bentConnector3">
              <a:avLst>
                <a:gd name="adj1" fmla="val 102022"/>
              </a:avLst>
            </a:prstGeom>
            <a:ln>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118394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have we covered in this section..</a:t>
            </a:r>
          </a:p>
        </p:txBody>
      </p:sp>
      <p:sp>
        <p:nvSpPr>
          <p:cNvPr id="4" name="Rectangle 3">
            <a:extLst>
              <a:ext uri="{FF2B5EF4-FFF2-40B4-BE49-F238E27FC236}">
                <a16:creationId xmlns:a16="http://schemas.microsoft.com/office/drawing/2014/main" id="{4F9CB23D-A622-4689-897A-175A3ED95791}"/>
              </a:ext>
            </a:extLst>
          </p:cNvPr>
          <p:cNvSpPr/>
          <p:nvPr/>
        </p:nvSpPr>
        <p:spPr>
          <a:xfrm>
            <a:off x="253219" y="1026942"/>
            <a:ext cx="10514038" cy="4734651"/>
          </a:xfrm>
          <a:prstGeom prst="rect">
            <a:avLst/>
          </a:prstGeom>
          <a:noFill/>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500" b="0" i="0" u="none" strike="noStrike" kern="0" cap="none" spc="0" normalizeH="0" baseline="0" noProof="0">
              <a:ln>
                <a:noFill/>
              </a:ln>
              <a:solidFill>
                <a:sysClr val="windowText" lastClr="000000"/>
              </a:solidFill>
              <a:effectLst/>
              <a:uLnTx/>
              <a:uFillTx/>
            </a:endParaRPr>
          </a:p>
        </p:txBody>
      </p:sp>
      <p:sp>
        <p:nvSpPr>
          <p:cNvPr id="5" name="Rectangle 4">
            <a:extLst>
              <a:ext uri="{FF2B5EF4-FFF2-40B4-BE49-F238E27FC236}">
                <a16:creationId xmlns:a16="http://schemas.microsoft.com/office/drawing/2014/main" id="{5436854B-0579-4D58-A3B7-7D0DF857618F}"/>
              </a:ext>
            </a:extLst>
          </p:cNvPr>
          <p:cNvSpPr/>
          <p:nvPr/>
        </p:nvSpPr>
        <p:spPr>
          <a:xfrm>
            <a:off x="627372" y="1580051"/>
            <a:ext cx="10916734" cy="498463"/>
          </a:xfrm>
          <a:prstGeom prst="rect">
            <a:avLst/>
          </a:prstGeom>
          <a:solidFill>
            <a:srgbClr val="DEDEDE"/>
          </a:solidFill>
          <a:ln w="25400" cap="flat" cmpd="sng" algn="ctr">
            <a:noFill/>
            <a:prstDash val="solid"/>
          </a:ln>
          <a:effectLst/>
        </p:spPr>
        <p:txBody>
          <a:bodyPr spcFirstLastPara="0" vert="horz" wrap="square" lIns="457200" tIns="35560" rIns="35560" bIns="35560" numCol="1" spcCol="1270" anchor="ctr" anchorCtr="0">
            <a:noAutofit/>
          </a:bodyPr>
          <a:lstStyle/>
          <a:p>
            <a:pPr defTabSz="622300">
              <a:lnSpc>
                <a:spcPct val="90000"/>
              </a:lnSpc>
              <a:spcBef>
                <a:spcPct val="0"/>
              </a:spcBef>
              <a:spcAft>
                <a:spcPct val="35000"/>
              </a:spcAft>
              <a:buClrTx/>
              <a:defRPr/>
            </a:pPr>
            <a:r>
              <a:rPr lang="en-US" sz="1500" b="1" kern="1200" dirty="0"/>
              <a:t>Integration: </a:t>
            </a:r>
            <a:r>
              <a:rPr lang="en-US" sz="1500" dirty="0" err="1"/>
              <a:t>FoSCoRIS</a:t>
            </a:r>
            <a:r>
              <a:rPr lang="en-US" sz="1500" dirty="0"/>
              <a:t> (Inspection System) integrated with FoSCoS to enable allocation of inspections, viewing of inspection report.</a:t>
            </a:r>
            <a:endParaRPr lang="en-US" sz="1500" kern="1200" dirty="0"/>
          </a:p>
        </p:txBody>
      </p:sp>
      <p:sp>
        <p:nvSpPr>
          <p:cNvPr id="6" name="Oval 5">
            <a:extLst>
              <a:ext uri="{FF2B5EF4-FFF2-40B4-BE49-F238E27FC236}">
                <a16:creationId xmlns:a16="http://schemas.microsoft.com/office/drawing/2014/main" id="{79407D3D-0972-4DE4-B21E-E6E82822CBE1}"/>
              </a:ext>
            </a:extLst>
          </p:cNvPr>
          <p:cNvSpPr/>
          <p:nvPr/>
        </p:nvSpPr>
        <p:spPr>
          <a:xfrm>
            <a:off x="386816" y="1548303"/>
            <a:ext cx="549965" cy="556809"/>
          </a:xfrm>
          <a:prstGeom prst="ellipse">
            <a:avLst/>
          </a:prstGeom>
          <a:solidFill>
            <a:srgbClr val="A32020"/>
          </a:solidFill>
          <a:ln w="25400" cap="flat" cmpd="sng" algn="ctr">
            <a:noFill/>
            <a:prstDash val="solid"/>
          </a:ln>
          <a:effectLst/>
        </p:spPr>
        <p:txBody>
          <a:bodyPr lIns="45720" tIns="27432" rIns="45720" bIns="27432"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dirty="0">
                <a:ln>
                  <a:noFill/>
                </a:ln>
                <a:solidFill>
                  <a:srgbClr val="FFFFFF"/>
                </a:solidFill>
                <a:effectLst/>
                <a:uLnTx/>
                <a:uFillTx/>
                <a:latin typeface="Arial"/>
                <a:ea typeface="+mn-ea"/>
                <a:cs typeface="+mn-cs"/>
              </a:rPr>
              <a:t>1</a:t>
            </a:r>
          </a:p>
        </p:txBody>
      </p:sp>
      <p:sp>
        <p:nvSpPr>
          <p:cNvPr id="7" name="Rectangle 6">
            <a:extLst>
              <a:ext uri="{FF2B5EF4-FFF2-40B4-BE49-F238E27FC236}">
                <a16:creationId xmlns:a16="http://schemas.microsoft.com/office/drawing/2014/main" id="{1A5C3164-CF31-4CE7-81E9-67DE828CD63E}"/>
              </a:ext>
            </a:extLst>
          </p:cNvPr>
          <p:cNvSpPr/>
          <p:nvPr/>
        </p:nvSpPr>
        <p:spPr>
          <a:xfrm>
            <a:off x="1030455" y="2257544"/>
            <a:ext cx="10513651" cy="598423"/>
          </a:xfrm>
          <a:prstGeom prst="rect">
            <a:avLst/>
          </a:prstGeom>
          <a:solidFill>
            <a:srgbClr val="DEDEDE"/>
          </a:solidFill>
          <a:ln w="25400" cap="flat" cmpd="sng" algn="ctr">
            <a:noFill/>
            <a:prstDash val="solid"/>
          </a:ln>
          <a:effectLst/>
        </p:spPr>
        <p:txBody>
          <a:bodyPr spcFirstLastPara="0" vert="horz" wrap="square" lIns="389851" tIns="35560" rIns="35560" bIns="35560" numCol="1" spcCol="1270" anchor="ctr" anchorCtr="0">
            <a:noAutofit/>
          </a:bodyPr>
          <a:lstStyle/>
          <a:p>
            <a:pPr defTabSz="622300">
              <a:lnSpc>
                <a:spcPct val="90000"/>
              </a:lnSpc>
              <a:spcBef>
                <a:spcPct val="0"/>
              </a:spcBef>
              <a:spcAft>
                <a:spcPct val="35000"/>
              </a:spcAft>
              <a:buClrTx/>
              <a:defRPr/>
            </a:pPr>
            <a:r>
              <a:rPr lang="en-US" sz="1500" b="1" kern="1200" dirty="0">
                <a:ea typeface="+mn-ea"/>
                <a:cs typeface="+mn-cs"/>
              </a:rPr>
              <a:t>Provision for seeking clarifications from FBO</a:t>
            </a:r>
            <a:r>
              <a:rPr kumimoji="0" lang="en-US" sz="1500" b="1" i="0" u="none" strike="noStrike" kern="1200" cap="none" spc="0" normalizeH="0" baseline="0" noProof="0" dirty="0">
                <a:ln>
                  <a:noFill/>
                </a:ln>
                <a:solidFill>
                  <a:srgbClr val="000000"/>
                </a:solidFill>
                <a:effectLst/>
                <a:uLnTx/>
                <a:uFillTx/>
                <a:latin typeface="Arial"/>
                <a:ea typeface="+mn-ea"/>
                <a:cs typeface="+mn-cs"/>
              </a:rPr>
              <a:t>: </a:t>
            </a:r>
            <a:r>
              <a:rPr kumimoji="0" lang="en-US" sz="1500" i="0" u="none" strike="noStrike" kern="1200" cap="none" spc="0" normalizeH="0" baseline="0" noProof="0" dirty="0">
                <a:ln>
                  <a:noFill/>
                </a:ln>
                <a:solidFill>
                  <a:srgbClr val="000000"/>
                </a:solidFill>
                <a:effectLst/>
                <a:uLnTx/>
                <a:uFillTx/>
                <a:latin typeface="Arial"/>
                <a:ea typeface="+mn-ea"/>
                <a:cs typeface="+mn-cs"/>
              </a:rPr>
              <a:t>FSO has provision to seek out for clarifications on inspection conducted from FBO. The listing</a:t>
            </a:r>
            <a:r>
              <a:rPr kumimoji="0" lang="en-US" sz="1500" i="0" u="none" strike="noStrike" kern="1200" cap="none" spc="0" normalizeH="0" noProof="0" dirty="0">
                <a:ln>
                  <a:noFill/>
                </a:ln>
                <a:solidFill>
                  <a:srgbClr val="000000"/>
                </a:solidFill>
                <a:effectLst/>
                <a:uLnTx/>
                <a:uFillTx/>
                <a:latin typeface="Arial"/>
                <a:ea typeface="+mn-ea"/>
                <a:cs typeface="+mn-cs"/>
              </a:rPr>
              <a:t> of such clarifications sought from FBO by FSO is also made available to DO for viewing purpose. </a:t>
            </a: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p:txBody>
      </p:sp>
      <p:sp>
        <p:nvSpPr>
          <p:cNvPr id="8" name="Oval 7">
            <a:extLst>
              <a:ext uri="{FF2B5EF4-FFF2-40B4-BE49-F238E27FC236}">
                <a16:creationId xmlns:a16="http://schemas.microsoft.com/office/drawing/2014/main" id="{9B710887-AA3F-4447-8BF3-58BE671AB73C}"/>
              </a:ext>
            </a:extLst>
          </p:cNvPr>
          <p:cNvSpPr/>
          <p:nvPr/>
        </p:nvSpPr>
        <p:spPr>
          <a:xfrm>
            <a:off x="755472" y="2273389"/>
            <a:ext cx="549965" cy="556809"/>
          </a:xfrm>
          <a:prstGeom prst="ellipse">
            <a:avLst/>
          </a:prstGeom>
          <a:solidFill>
            <a:srgbClr val="A32020"/>
          </a:solidFill>
          <a:ln w="25400" cap="flat" cmpd="sng" algn="ctr">
            <a:noFill/>
            <a:prstDash val="solid"/>
          </a:ln>
          <a:effectLst/>
        </p:spPr>
        <p:txBody>
          <a:bodyPr lIns="45720" tIns="27432" rIns="45720" bIns="27432"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dirty="0">
                <a:ln>
                  <a:noFill/>
                </a:ln>
                <a:solidFill>
                  <a:srgbClr val="FFFFFF"/>
                </a:solidFill>
                <a:effectLst/>
                <a:uLnTx/>
                <a:uFillTx/>
                <a:latin typeface="Arial"/>
                <a:ea typeface="+mn-ea"/>
                <a:cs typeface="+mn-cs"/>
              </a:rPr>
              <a:t>2</a:t>
            </a:r>
          </a:p>
        </p:txBody>
      </p:sp>
      <p:sp>
        <p:nvSpPr>
          <p:cNvPr id="9" name="Rectangle 8">
            <a:extLst>
              <a:ext uri="{FF2B5EF4-FFF2-40B4-BE49-F238E27FC236}">
                <a16:creationId xmlns:a16="http://schemas.microsoft.com/office/drawing/2014/main" id="{DCEA743E-871E-48F1-8826-F3C2241A6118}"/>
              </a:ext>
            </a:extLst>
          </p:cNvPr>
          <p:cNvSpPr/>
          <p:nvPr/>
        </p:nvSpPr>
        <p:spPr>
          <a:xfrm>
            <a:off x="1227180" y="3035508"/>
            <a:ext cx="10316926" cy="498463"/>
          </a:xfrm>
          <a:prstGeom prst="rect">
            <a:avLst/>
          </a:prstGeom>
          <a:solidFill>
            <a:srgbClr val="DEDEDE"/>
          </a:solidFill>
          <a:ln w="25400" cap="flat" cmpd="sng" algn="ctr">
            <a:noFill/>
            <a:prstDash val="solid"/>
          </a:ln>
          <a:effectLst/>
        </p:spPr>
        <p:txBody>
          <a:bodyPr spcFirstLastPara="0" vert="horz" wrap="square" lIns="389851" tIns="35560" rIns="35560" bIns="35560" numCol="1" spcCol="1270" anchor="ctr" anchorCtr="0">
            <a:noAutofit/>
          </a:bodyPr>
          <a:lstStyle/>
          <a:p>
            <a:pPr marL="0" marR="0" lvl="0" indent="0" defTabSz="622300" eaLnBrk="1" fontAlgn="auto" latinLnBrk="0" hangingPunct="1">
              <a:lnSpc>
                <a:spcPct val="90000"/>
              </a:lnSpc>
              <a:spcBef>
                <a:spcPct val="0"/>
              </a:spcBef>
              <a:spcAft>
                <a:spcPct val="35000"/>
              </a:spcAft>
              <a:buClrTx/>
              <a:buSzTx/>
              <a:buFontTx/>
              <a:buNone/>
              <a:tabLst/>
              <a:defRPr/>
            </a:pPr>
            <a:r>
              <a:rPr lang="en-US" sz="1500" b="1" kern="1200" dirty="0">
                <a:ea typeface="+mn-ea"/>
                <a:cs typeface="+mn-cs"/>
              </a:rPr>
              <a:t>Accept/Reject:</a:t>
            </a:r>
            <a:r>
              <a:rPr lang="en-US" sz="1500" kern="1200" dirty="0">
                <a:ea typeface="+mn-ea"/>
                <a:cs typeface="+mn-cs"/>
              </a:rPr>
              <a:t> FSO can accept or reject the inspection allocated to him/her under ‘Inspection Acknowledgement’ tab. If he wants to reject the inspection allocated, he/she can do so by putting the remarks.</a:t>
            </a:r>
            <a:endParaRPr kumimoji="0" lang="en-US" sz="1500" b="0" i="0" u="none" strike="noStrike" kern="1200" cap="none" spc="0" normalizeH="0" baseline="0" noProof="0" dirty="0">
              <a:ln>
                <a:noFill/>
              </a:ln>
              <a:solidFill>
                <a:srgbClr val="000000"/>
              </a:solidFill>
              <a:effectLst/>
              <a:uLnTx/>
              <a:uFillTx/>
              <a:latin typeface="Arial"/>
              <a:ea typeface="+mn-ea"/>
              <a:cs typeface="+mn-cs"/>
            </a:endParaRPr>
          </a:p>
        </p:txBody>
      </p:sp>
      <p:sp>
        <p:nvSpPr>
          <p:cNvPr id="10" name="Oval 9">
            <a:extLst>
              <a:ext uri="{FF2B5EF4-FFF2-40B4-BE49-F238E27FC236}">
                <a16:creationId xmlns:a16="http://schemas.microsoft.com/office/drawing/2014/main" id="{A414B120-5ABB-4F92-A19B-59C8DBD4AD92}"/>
              </a:ext>
            </a:extLst>
          </p:cNvPr>
          <p:cNvSpPr/>
          <p:nvPr/>
        </p:nvSpPr>
        <p:spPr>
          <a:xfrm>
            <a:off x="943876" y="3027669"/>
            <a:ext cx="549965" cy="556809"/>
          </a:xfrm>
          <a:prstGeom prst="ellipse">
            <a:avLst/>
          </a:prstGeom>
          <a:solidFill>
            <a:srgbClr val="A32020"/>
          </a:solidFill>
          <a:ln w="25400" cap="flat" cmpd="sng" algn="ctr">
            <a:noFill/>
            <a:prstDash val="solid"/>
          </a:ln>
          <a:effectLst/>
        </p:spPr>
        <p:txBody>
          <a:bodyPr lIns="45720" tIns="27432" rIns="45720" bIns="27432"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500" b="1" i="0" u="none" strike="noStrike" kern="0" cap="none" spc="0" normalizeH="0" baseline="0" noProof="0" dirty="0">
                <a:ln>
                  <a:noFill/>
                </a:ln>
                <a:solidFill>
                  <a:srgbClr val="FFFFFF"/>
                </a:solidFill>
                <a:effectLst/>
                <a:uLnTx/>
                <a:uFillTx/>
                <a:latin typeface="Arial"/>
                <a:ea typeface="+mn-ea"/>
                <a:cs typeface="+mn-cs"/>
              </a:rPr>
              <a:t>3</a:t>
            </a:r>
          </a:p>
        </p:txBody>
      </p:sp>
      <p:sp>
        <p:nvSpPr>
          <p:cNvPr id="18" name="Rectangle 17">
            <a:extLst>
              <a:ext uri="{FF2B5EF4-FFF2-40B4-BE49-F238E27FC236}">
                <a16:creationId xmlns:a16="http://schemas.microsoft.com/office/drawing/2014/main" id="{63BF2DA6-20AF-4DE7-B097-A84A8813D630}"/>
              </a:ext>
            </a:extLst>
          </p:cNvPr>
          <p:cNvSpPr/>
          <p:nvPr/>
        </p:nvSpPr>
        <p:spPr>
          <a:xfrm>
            <a:off x="1014888" y="3733546"/>
            <a:ext cx="10529218" cy="498463"/>
          </a:xfrm>
          <a:prstGeom prst="rect">
            <a:avLst/>
          </a:prstGeom>
          <a:solidFill>
            <a:srgbClr val="DEDEDE"/>
          </a:solidFill>
          <a:ln w="25400" cap="flat" cmpd="sng" algn="ctr">
            <a:noFill/>
            <a:prstDash val="solid"/>
          </a:ln>
          <a:effectLst/>
        </p:spPr>
        <p:txBody>
          <a:bodyPr spcFirstLastPara="0" vert="horz" wrap="square" lIns="389851" tIns="35560" rIns="35560" bIns="35560" numCol="1" spcCol="1270" anchor="ctr" anchorCtr="0">
            <a:noAutofit/>
          </a:bodyPr>
          <a:lstStyle/>
          <a:p>
            <a:pPr defTabSz="622300">
              <a:lnSpc>
                <a:spcPct val="90000"/>
              </a:lnSpc>
              <a:spcBef>
                <a:spcPct val="0"/>
              </a:spcBef>
              <a:spcAft>
                <a:spcPct val="35000"/>
              </a:spcAft>
              <a:buClrTx/>
              <a:defRPr/>
            </a:pPr>
            <a:r>
              <a:rPr lang="en-US" sz="1500" b="1" kern="1200" dirty="0"/>
              <a:t>FSO must update manual Inspection reports on FoSCoS and </a:t>
            </a:r>
            <a:r>
              <a:rPr lang="en-US" sz="1500" dirty="0"/>
              <a:t>Inspections carried out on </a:t>
            </a:r>
            <a:r>
              <a:rPr lang="en-US" sz="1500" dirty="0" err="1"/>
              <a:t>FoSCoRIS</a:t>
            </a:r>
            <a:r>
              <a:rPr lang="en-US" sz="1500" dirty="0"/>
              <a:t> shall be updated automatically on FoSCoS.</a:t>
            </a:r>
          </a:p>
        </p:txBody>
      </p:sp>
      <p:sp>
        <p:nvSpPr>
          <p:cNvPr id="19" name="Oval 18">
            <a:extLst>
              <a:ext uri="{FF2B5EF4-FFF2-40B4-BE49-F238E27FC236}">
                <a16:creationId xmlns:a16="http://schemas.microsoft.com/office/drawing/2014/main" id="{64BB30F5-BF26-43CD-B4A1-5ABAFAE25AE9}"/>
              </a:ext>
            </a:extLst>
          </p:cNvPr>
          <p:cNvSpPr/>
          <p:nvPr/>
        </p:nvSpPr>
        <p:spPr>
          <a:xfrm>
            <a:off x="731586" y="3703945"/>
            <a:ext cx="578978" cy="556809"/>
          </a:xfrm>
          <a:prstGeom prst="ellipse">
            <a:avLst/>
          </a:prstGeom>
          <a:solidFill>
            <a:srgbClr val="A32020"/>
          </a:solidFill>
          <a:ln w="25400" cap="flat" cmpd="sng" algn="ctr">
            <a:noFill/>
            <a:prstDash val="solid"/>
          </a:ln>
          <a:effectLst/>
        </p:spPr>
        <p:txBody>
          <a:bodyPr lIns="45720" tIns="27432" rIns="45720" bIns="27432"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500" b="1" dirty="0">
                <a:solidFill>
                  <a:srgbClr val="FFFFFF"/>
                </a:solidFill>
                <a:ea typeface="+mn-ea"/>
                <a:cs typeface="+mn-cs"/>
              </a:rPr>
              <a:t>4</a:t>
            </a:r>
            <a:endParaRPr kumimoji="0" lang="en-GB" sz="1500" b="1" i="0" u="none" strike="noStrike" kern="0" cap="none" spc="0" normalizeH="0" baseline="0" noProof="0" dirty="0">
              <a:ln>
                <a:noFill/>
              </a:ln>
              <a:solidFill>
                <a:srgbClr val="FFFFFF"/>
              </a:solidFill>
              <a:effectLst/>
              <a:uLnTx/>
              <a:uFillTx/>
              <a:latin typeface="Arial"/>
              <a:ea typeface="+mn-ea"/>
              <a:cs typeface="+mn-cs"/>
            </a:endParaRPr>
          </a:p>
        </p:txBody>
      </p:sp>
      <p:sp>
        <p:nvSpPr>
          <p:cNvPr id="12" name="Slide Number Placeholder 5">
            <a:extLst>
              <a:ext uri="{FF2B5EF4-FFF2-40B4-BE49-F238E27FC236}">
                <a16:creationId xmlns:a16="http://schemas.microsoft.com/office/drawing/2014/main" id="{259A7AA7-486D-4256-9C70-09193B6BDA91}"/>
              </a:ext>
            </a:extLst>
          </p:cNvPr>
          <p:cNvSpPr>
            <a:spLocks noGrp="1"/>
          </p:cNvSpPr>
          <p:nvPr>
            <p:ph type="sldNum" idx="12"/>
          </p:nvPr>
        </p:nvSpPr>
        <p:spPr>
          <a:xfrm>
            <a:off x="9448800" y="6477000"/>
            <a:ext cx="2036064" cy="152400"/>
          </a:xfrm>
        </p:spPr>
        <p:txBody>
          <a:bodyPr/>
          <a:lstStyle/>
          <a:p>
            <a:pPr marL="0" lvl="0" indent="0" algn="r" rtl="0">
              <a:spcBef>
                <a:spcPts val="0"/>
              </a:spcBef>
              <a:spcAft>
                <a:spcPts val="0"/>
              </a:spcAft>
              <a:buNone/>
            </a:pPr>
            <a:fld id="{00000000-1234-1234-1234-123412341234}" type="slidenum">
              <a:rPr lang="en-US" smtClean="0"/>
              <a:t>26</a:t>
            </a:fld>
            <a:endParaRPr lang="en-US" dirty="0"/>
          </a:p>
        </p:txBody>
      </p:sp>
      <p:sp>
        <p:nvSpPr>
          <p:cNvPr id="13" name="Rectangle 12">
            <a:extLst>
              <a:ext uri="{FF2B5EF4-FFF2-40B4-BE49-F238E27FC236}">
                <a16:creationId xmlns:a16="http://schemas.microsoft.com/office/drawing/2014/main" id="{1B75877C-5DDB-4BAF-8DB0-BDBD95223B08}"/>
              </a:ext>
            </a:extLst>
          </p:cNvPr>
          <p:cNvSpPr/>
          <p:nvPr/>
        </p:nvSpPr>
        <p:spPr>
          <a:xfrm>
            <a:off x="711198" y="4437666"/>
            <a:ext cx="10832908" cy="498463"/>
          </a:xfrm>
          <a:prstGeom prst="rect">
            <a:avLst/>
          </a:prstGeom>
          <a:solidFill>
            <a:srgbClr val="DEDEDE"/>
          </a:solidFill>
          <a:ln w="25400" cap="flat" cmpd="sng" algn="ctr">
            <a:noFill/>
            <a:prstDash val="solid"/>
          </a:ln>
          <a:effectLst/>
        </p:spPr>
        <p:txBody>
          <a:bodyPr spcFirstLastPara="0" vert="horz" wrap="square" lIns="389851" tIns="35560" rIns="35560" bIns="35560" numCol="1" spcCol="1270" anchor="ctr" anchorCtr="0">
            <a:noAutofit/>
          </a:bodyPr>
          <a:lstStyle/>
          <a:p>
            <a:pPr defTabSz="622300">
              <a:lnSpc>
                <a:spcPct val="90000"/>
              </a:lnSpc>
              <a:spcBef>
                <a:spcPct val="0"/>
              </a:spcBef>
              <a:spcAft>
                <a:spcPct val="35000"/>
              </a:spcAft>
              <a:buClrTx/>
              <a:defRPr/>
            </a:pPr>
            <a:r>
              <a:rPr lang="en-US" sz="1500" b="1" kern="1200" dirty="0"/>
              <a:t>Search Console: </a:t>
            </a:r>
            <a:r>
              <a:rPr lang="en-US" sz="1500" dirty="0"/>
              <a:t>Comprehensive search tool made available to every FSO limited to their area of jurisdiction</a:t>
            </a:r>
          </a:p>
        </p:txBody>
      </p:sp>
      <p:sp>
        <p:nvSpPr>
          <p:cNvPr id="14" name="Oval 13">
            <a:extLst>
              <a:ext uri="{FF2B5EF4-FFF2-40B4-BE49-F238E27FC236}">
                <a16:creationId xmlns:a16="http://schemas.microsoft.com/office/drawing/2014/main" id="{8BC31AD3-989D-46DA-B233-2899FF1C343B}"/>
              </a:ext>
            </a:extLst>
          </p:cNvPr>
          <p:cNvSpPr/>
          <p:nvPr/>
        </p:nvSpPr>
        <p:spPr>
          <a:xfrm>
            <a:off x="427896" y="4419352"/>
            <a:ext cx="578978" cy="556809"/>
          </a:xfrm>
          <a:prstGeom prst="ellipse">
            <a:avLst/>
          </a:prstGeom>
          <a:solidFill>
            <a:srgbClr val="A32020"/>
          </a:solidFill>
          <a:ln w="25400" cap="flat" cmpd="sng" algn="ctr">
            <a:noFill/>
            <a:prstDash val="solid"/>
          </a:ln>
          <a:effectLst/>
        </p:spPr>
        <p:txBody>
          <a:bodyPr lIns="45720" tIns="27432" rIns="45720" bIns="27432"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500" b="1" dirty="0">
                <a:solidFill>
                  <a:srgbClr val="FFFFFF"/>
                </a:solidFill>
                <a:ea typeface="+mn-ea"/>
                <a:cs typeface="+mn-cs"/>
              </a:rPr>
              <a:t>4</a:t>
            </a:r>
            <a:endParaRPr kumimoji="0" lang="en-GB" sz="1500" b="1" i="0" u="none" strike="noStrike" kern="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42327164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pic>
        <p:nvPicPr>
          <p:cNvPr id="445" name="Google Shape;445;p51"/>
          <p:cNvPicPr preferRelativeResize="0"/>
          <p:nvPr/>
        </p:nvPicPr>
        <p:blipFill rotWithShape="1">
          <a:blip r:embed="rId3">
            <a:alphaModFix/>
          </a:blip>
          <a:srcRect t="9181" b="6430"/>
          <a:stretch/>
        </p:blipFill>
        <p:spPr>
          <a:xfrm>
            <a:off x="0" y="0"/>
            <a:ext cx="12191997" cy="6858003"/>
          </a:xfrm>
          <a:prstGeom prst="rect">
            <a:avLst/>
          </a:prstGeom>
          <a:noFill/>
          <a:ln>
            <a:noFill/>
          </a:ln>
        </p:spPr>
      </p:pic>
      <p:sp>
        <p:nvSpPr>
          <p:cNvPr id="446" name="Google Shape;446;p51"/>
          <p:cNvSpPr/>
          <p:nvPr/>
        </p:nvSpPr>
        <p:spPr>
          <a:xfrm rot="-5400000" flipH="1">
            <a:off x="7933537" y="1422400"/>
            <a:ext cx="1524000" cy="7010400"/>
          </a:xfrm>
          <a:prstGeom prst="round2SameRect">
            <a:avLst>
              <a:gd name="adj1" fmla="val 7727"/>
              <a:gd name="adj2" fmla="val 0"/>
            </a:avLst>
          </a:prstGeom>
          <a:solidFill>
            <a:srgbClr val="DB536A">
              <a:alpha val="73460"/>
            </a:srgbClr>
          </a:solidFill>
          <a:ln>
            <a:noFill/>
          </a:ln>
        </p:spPr>
        <p:txBody>
          <a:bodyPr spcFirstLastPara="1" wrap="square" lIns="240000" tIns="60933" rIns="240000" bIns="60933" anchor="ctr" anchorCtr="0">
            <a:noAutofit/>
          </a:bodyPr>
          <a:lstStyle/>
          <a:p>
            <a:pPr algn="r">
              <a:buSzPts val="1600"/>
            </a:pPr>
            <a:endParaRPr sz="2133" b="1" i="1">
              <a:solidFill>
                <a:srgbClr val="FFFFFF"/>
              </a:solidFill>
              <a:latin typeface="Georgia"/>
              <a:ea typeface="Georgia"/>
              <a:cs typeface="Georgia"/>
              <a:sym typeface="Georgia"/>
            </a:endParaRPr>
          </a:p>
        </p:txBody>
      </p:sp>
      <p:sp>
        <p:nvSpPr>
          <p:cNvPr id="447" name="Google Shape;447;p51"/>
          <p:cNvSpPr txBox="1"/>
          <p:nvPr/>
        </p:nvSpPr>
        <p:spPr>
          <a:xfrm>
            <a:off x="5900739" y="4579851"/>
            <a:ext cx="5792000" cy="574400"/>
          </a:xfrm>
          <a:prstGeom prst="rect">
            <a:avLst/>
          </a:prstGeom>
          <a:noFill/>
          <a:ln>
            <a:noFill/>
          </a:ln>
        </p:spPr>
        <p:txBody>
          <a:bodyPr spcFirstLastPara="1" wrap="square" lIns="0" tIns="0" rIns="0" bIns="0" anchor="t" anchorCtr="0">
            <a:noAutofit/>
          </a:bodyPr>
          <a:lstStyle/>
          <a:p>
            <a:pPr>
              <a:buClr>
                <a:srgbClr val="FFFFFF"/>
              </a:buClr>
              <a:buSzPts val="2800"/>
            </a:pPr>
            <a:r>
              <a:rPr lang="en-US" sz="3200" b="1" i="1" dirty="0">
                <a:solidFill>
                  <a:srgbClr val="FFFFFF"/>
                </a:solidFill>
                <a:latin typeface="Georgia"/>
                <a:ea typeface="Georgia"/>
                <a:cs typeface="Georgia"/>
                <a:sym typeface="Georgia"/>
              </a:rPr>
              <a:t>Registering Authority</a:t>
            </a:r>
            <a:endParaRPr sz="3200" b="1" i="1" dirty="0">
              <a:solidFill>
                <a:srgbClr val="FFFFFF"/>
              </a:solidFill>
              <a:latin typeface="Georgia"/>
              <a:ea typeface="Georgia"/>
              <a:cs typeface="Georgia"/>
              <a:sym typeface="Georgia"/>
            </a:endParaRPr>
          </a:p>
        </p:txBody>
      </p:sp>
      <p:sp>
        <p:nvSpPr>
          <p:cNvPr id="448" name="Google Shape;448;p51"/>
          <p:cNvSpPr/>
          <p:nvPr/>
        </p:nvSpPr>
        <p:spPr>
          <a:xfrm>
            <a:off x="5682493" y="4479579"/>
            <a:ext cx="6010400" cy="178800"/>
          </a:xfrm>
          <a:custGeom>
            <a:avLst/>
            <a:gdLst/>
            <a:ahLst/>
            <a:cxnLst/>
            <a:rect l="l" t="t" r="r" b="b"/>
            <a:pathLst>
              <a:path w="120000" h="120000" extrusionOk="0">
                <a:moveTo>
                  <a:pt x="0" y="119999"/>
                </a:moveTo>
                <a:lnTo>
                  <a:pt x="0" y="0"/>
                </a:lnTo>
                <a:lnTo>
                  <a:pt x="120000" y="0"/>
                </a:lnTo>
              </a:path>
            </a:pathLst>
          </a:custGeom>
          <a:noFill/>
          <a:ln w="9525" cap="flat" cmpd="sng">
            <a:solidFill>
              <a:srgbClr val="FFFFFF"/>
            </a:solidFill>
            <a:prstDash val="solid"/>
            <a:round/>
            <a:headEnd type="none" w="sm" len="sm"/>
            <a:tailEnd type="none" w="sm" len="sm"/>
          </a:ln>
        </p:spPr>
        <p:txBody>
          <a:bodyPr spcFirstLastPara="1" wrap="square" lIns="121900" tIns="60933" rIns="121900" bIns="60933" anchor="ctr" anchorCtr="0">
            <a:noAutofit/>
          </a:bodyPr>
          <a:lstStyle/>
          <a:p>
            <a:pPr algn="ctr">
              <a:buSzPts val="1400"/>
            </a:pPr>
            <a:endParaRPr sz="1867">
              <a:solidFill>
                <a:srgbClr val="FFFFFF"/>
              </a:solidFill>
            </a:endParaRPr>
          </a:p>
        </p:txBody>
      </p:sp>
    </p:spTree>
    <p:extLst>
      <p:ext uri="{BB962C8B-B14F-4D97-AF65-F5344CB8AC3E}">
        <p14:creationId xmlns:p14="http://schemas.microsoft.com/office/powerpoint/2010/main" val="875629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784B41D2-C4AF-4AFE-81A4-DC10DCDD748F}"/>
              </a:ext>
            </a:extLst>
          </p:cNvPr>
          <p:cNvPicPr>
            <a:picLocks noChangeAspect="1"/>
          </p:cNvPicPr>
          <p:nvPr/>
        </p:nvPicPr>
        <p:blipFill>
          <a:blip r:embed="rId2"/>
          <a:stretch>
            <a:fillRect/>
          </a:stretch>
        </p:blipFill>
        <p:spPr>
          <a:xfrm>
            <a:off x="5762875" y="1076491"/>
            <a:ext cx="2219325" cy="1647825"/>
          </a:xfrm>
          <a:prstGeom prst="rect">
            <a:avLst/>
          </a:prstGeom>
        </p:spPr>
      </p:pic>
      <p:grpSp>
        <p:nvGrpSpPr>
          <p:cNvPr id="49" name="Group 48">
            <a:extLst>
              <a:ext uri="{FF2B5EF4-FFF2-40B4-BE49-F238E27FC236}">
                <a16:creationId xmlns:a16="http://schemas.microsoft.com/office/drawing/2014/main" id="{96D103D5-2EB6-4ED4-B1E0-E607BF7C8C58}"/>
              </a:ext>
            </a:extLst>
          </p:cNvPr>
          <p:cNvGrpSpPr/>
          <p:nvPr/>
        </p:nvGrpSpPr>
        <p:grpSpPr>
          <a:xfrm>
            <a:off x="5754813" y="1263262"/>
            <a:ext cx="6287132" cy="2957047"/>
            <a:chOff x="5754813" y="1263262"/>
            <a:chExt cx="6287132" cy="2957047"/>
          </a:xfrm>
        </p:grpSpPr>
        <p:grpSp>
          <p:nvGrpSpPr>
            <p:cNvPr id="37" name="Group 36">
              <a:extLst>
                <a:ext uri="{FF2B5EF4-FFF2-40B4-BE49-F238E27FC236}">
                  <a16:creationId xmlns:a16="http://schemas.microsoft.com/office/drawing/2014/main" id="{8C599C0E-2AFA-4E2D-9E45-8E2AC5CC75CC}"/>
                </a:ext>
              </a:extLst>
            </p:cNvPr>
            <p:cNvGrpSpPr/>
            <p:nvPr/>
          </p:nvGrpSpPr>
          <p:grpSpPr>
            <a:xfrm>
              <a:off x="5754813" y="1263262"/>
              <a:ext cx="6287132" cy="2957047"/>
              <a:chOff x="5754813" y="1263262"/>
              <a:chExt cx="6287132" cy="2957047"/>
            </a:xfrm>
          </p:grpSpPr>
          <p:pic>
            <p:nvPicPr>
              <p:cNvPr id="33" name="Picture 32">
                <a:extLst>
                  <a:ext uri="{FF2B5EF4-FFF2-40B4-BE49-F238E27FC236}">
                    <a16:creationId xmlns:a16="http://schemas.microsoft.com/office/drawing/2014/main" id="{0F17E022-8A88-4FC3-96BA-81516008774C}"/>
                  </a:ext>
                </a:extLst>
              </p:cNvPr>
              <p:cNvPicPr>
                <a:picLocks noChangeAspect="1"/>
              </p:cNvPicPr>
              <p:nvPr/>
            </p:nvPicPr>
            <p:blipFill>
              <a:blip r:embed="rId3"/>
              <a:stretch>
                <a:fillRect/>
              </a:stretch>
            </p:blipFill>
            <p:spPr>
              <a:xfrm>
                <a:off x="5754813" y="1263262"/>
                <a:ext cx="6287132" cy="2847003"/>
              </a:xfrm>
              <a:prstGeom prst="rect">
                <a:avLst/>
              </a:prstGeom>
            </p:spPr>
          </p:pic>
          <p:sp>
            <p:nvSpPr>
              <p:cNvPr id="36" name="Rectangle 35">
                <a:extLst>
                  <a:ext uri="{FF2B5EF4-FFF2-40B4-BE49-F238E27FC236}">
                    <a16:creationId xmlns:a16="http://schemas.microsoft.com/office/drawing/2014/main" id="{88E0B1DB-F64F-46AF-802C-2ADCB84165F7}"/>
                  </a:ext>
                </a:extLst>
              </p:cNvPr>
              <p:cNvSpPr/>
              <p:nvPr/>
            </p:nvSpPr>
            <p:spPr>
              <a:xfrm>
                <a:off x="11379198" y="3429001"/>
                <a:ext cx="662747" cy="791308"/>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8" name="Callout: Line 47">
              <a:extLst>
                <a:ext uri="{FF2B5EF4-FFF2-40B4-BE49-F238E27FC236}">
                  <a16:creationId xmlns:a16="http://schemas.microsoft.com/office/drawing/2014/main" id="{C6A8D109-0153-4EB3-832D-3A03C812133E}"/>
                </a:ext>
              </a:extLst>
            </p:cNvPr>
            <p:cNvSpPr/>
            <p:nvPr/>
          </p:nvSpPr>
          <p:spPr>
            <a:xfrm>
              <a:off x="5922498" y="3529619"/>
              <a:ext cx="2911546" cy="383458"/>
            </a:xfrm>
            <a:prstGeom prst="borderCallout1">
              <a:avLst>
                <a:gd name="adj1" fmla="val 30288"/>
                <a:gd name="adj2" fmla="val 107599"/>
                <a:gd name="adj3" fmla="val 93270"/>
                <a:gd name="adj4" fmla="val 191424"/>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dirty="0"/>
                <a:t>Jurisdiction can be changed.</a:t>
              </a:r>
            </a:p>
          </p:txBody>
        </p:sp>
      </p:grpSp>
      <p:sp>
        <p:nvSpPr>
          <p:cNvPr id="2" name="Title 1"/>
          <p:cNvSpPr>
            <a:spLocks noGrp="1"/>
          </p:cNvSpPr>
          <p:nvPr>
            <p:ph type="title"/>
          </p:nvPr>
        </p:nvSpPr>
        <p:spPr/>
        <p:txBody>
          <a:bodyPr/>
          <a:lstStyle/>
          <a:p>
            <a:r>
              <a:rPr lang="en-US" dirty="0"/>
              <a:t>Generating  Registration Certificates</a:t>
            </a:r>
          </a:p>
        </p:txBody>
      </p:sp>
      <p:sp>
        <p:nvSpPr>
          <p:cNvPr id="4" name="Rectangle 3">
            <a:extLst>
              <a:ext uri="{FF2B5EF4-FFF2-40B4-BE49-F238E27FC236}">
                <a16:creationId xmlns:a16="http://schemas.microsoft.com/office/drawing/2014/main" id="{4F9CB23D-A622-4689-897A-175A3ED95791}"/>
              </a:ext>
            </a:extLst>
          </p:cNvPr>
          <p:cNvSpPr/>
          <p:nvPr/>
        </p:nvSpPr>
        <p:spPr>
          <a:xfrm>
            <a:off x="253219" y="1026942"/>
            <a:ext cx="10514038" cy="4734651"/>
          </a:xfrm>
          <a:prstGeom prst="rect">
            <a:avLst/>
          </a:prstGeom>
          <a:noFill/>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500" b="0" i="0" u="none" strike="noStrike" kern="0" cap="none" spc="0" normalizeH="0" baseline="0" noProof="0">
              <a:ln>
                <a:noFill/>
              </a:ln>
              <a:solidFill>
                <a:sysClr val="windowText" lastClr="000000"/>
              </a:solidFill>
              <a:effectLst/>
              <a:uLnTx/>
              <a:uFillTx/>
            </a:endParaRPr>
          </a:p>
        </p:txBody>
      </p:sp>
      <p:grpSp>
        <p:nvGrpSpPr>
          <p:cNvPr id="18" name="Group 17">
            <a:extLst>
              <a:ext uri="{FF2B5EF4-FFF2-40B4-BE49-F238E27FC236}">
                <a16:creationId xmlns:a16="http://schemas.microsoft.com/office/drawing/2014/main" id="{506CD390-34EA-48AD-B3FD-FC5D44E02359}"/>
              </a:ext>
            </a:extLst>
          </p:cNvPr>
          <p:cNvGrpSpPr/>
          <p:nvPr/>
        </p:nvGrpSpPr>
        <p:grpSpPr>
          <a:xfrm>
            <a:off x="376727" y="1278895"/>
            <a:ext cx="5133511" cy="1935773"/>
            <a:chOff x="338823" y="1321098"/>
            <a:chExt cx="5133511" cy="1935773"/>
          </a:xfrm>
        </p:grpSpPr>
        <p:grpSp>
          <p:nvGrpSpPr>
            <p:cNvPr id="19" name="Group 18">
              <a:extLst>
                <a:ext uri="{FF2B5EF4-FFF2-40B4-BE49-F238E27FC236}">
                  <a16:creationId xmlns:a16="http://schemas.microsoft.com/office/drawing/2014/main" id="{BFFB97A2-E85F-477A-BACC-B741DBAD7C66}"/>
                </a:ext>
              </a:extLst>
            </p:cNvPr>
            <p:cNvGrpSpPr/>
            <p:nvPr/>
          </p:nvGrpSpPr>
          <p:grpSpPr>
            <a:xfrm>
              <a:off x="338823" y="1321098"/>
              <a:ext cx="5133511" cy="718715"/>
              <a:chOff x="421527" y="2151534"/>
              <a:chExt cx="4299929" cy="592138"/>
            </a:xfrm>
          </p:grpSpPr>
          <p:sp>
            <p:nvSpPr>
              <p:cNvPr id="24" name="Freeform 14">
                <a:extLst>
                  <a:ext uri="{FF2B5EF4-FFF2-40B4-BE49-F238E27FC236}">
                    <a16:creationId xmlns:a16="http://schemas.microsoft.com/office/drawing/2014/main" id="{977E2D44-9D59-4DA8-AD57-453FFAD69F6A}"/>
                  </a:ext>
                </a:extLst>
              </p:cNvPr>
              <p:cNvSpPr>
                <a:spLocks/>
              </p:cNvSpPr>
              <p:nvPr/>
            </p:nvSpPr>
            <p:spPr bwMode="auto">
              <a:xfrm>
                <a:off x="3411768" y="2151534"/>
                <a:ext cx="1309688" cy="592138"/>
              </a:xfrm>
              <a:custGeom>
                <a:avLst/>
                <a:gdLst/>
                <a:ahLst/>
                <a:cxnLst>
                  <a:cxn ang="0">
                    <a:pos x="667" y="0"/>
                  </a:cxn>
                  <a:cxn ang="0">
                    <a:pos x="0" y="0"/>
                  </a:cxn>
                  <a:cxn ang="0">
                    <a:pos x="0" y="25"/>
                  </a:cxn>
                  <a:cxn ang="0">
                    <a:pos x="589" y="25"/>
                  </a:cxn>
                  <a:cxn ang="0">
                    <a:pos x="721" y="186"/>
                  </a:cxn>
                  <a:cxn ang="0">
                    <a:pos x="569" y="373"/>
                  </a:cxn>
                  <a:cxn ang="0">
                    <a:pos x="667" y="373"/>
                  </a:cxn>
                  <a:cxn ang="0">
                    <a:pos x="825" y="186"/>
                  </a:cxn>
                  <a:cxn ang="0">
                    <a:pos x="667" y="0"/>
                  </a:cxn>
                </a:cxnLst>
                <a:rect l="0" t="0" r="r" b="b"/>
                <a:pathLst>
                  <a:path w="825" h="373">
                    <a:moveTo>
                      <a:pt x="667" y="0"/>
                    </a:moveTo>
                    <a:lnTo>
                      <a:pt x="0" y="0"/>
                    </a:lnTo>
                    <a:lnTo>
                      <a:pt x="0" y="25"/>
                    </a:lnTo>
                    <a:lnTo>
                      <a:pt x="589" y="25"/>
                    </a:lnTo>
                    <a:lnTo>
                      <a:pt x="721" y="186"/>
                    </a:lnTo>
                    <a:lnTo>
                      <a:pt x="569" y="373"/>
                    </a:lnTo>
                    <a:lnTo>
                      <a:pt x="667" y="373"/>
                    </a:lnTo>
                    <a:lnTo>
                      <a:pt x="825" y="186"/>
                    </a:lnTo>
                    <a:lnTo>
                      <a:pt x="667" y="0"/>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US" sz="1500" b="1" dirty="0">
                  <a:latin typeface="Arial (Headings)"/>
                </a:endParaRPr>
              </a:p>
            </p:txBody>
          </p:sp>
          <p:sp>
            <p:nvSpPr>
              <p:cNvPr id="25" name="TextBox 24">
                <a:extLst>
                  <a:ext uri="{FF2B5EF4-FFF2-40B4-BE49-F238E27FC236}">
                    <a16:creationId xmlns:a16="http://schemas.microsoft.com/office/drawing/2014/main" id="{0E0E98E8-DF64-4B2F-A42A-5DD2A729B0DE}"/>
                  </a:ext>
                </a:extLst>
              </p:cNvPr>
              <p:cNvSpPr txBox="1"/>
              <p:nvPr/>
            </p:nvSpPr>
            <p:spPr>
              <a:xfrm>
                <a:off x="3372876" y="2192503"/>
                <a:ext cx="1085412" cy="526884"/>
              </a:xfrm>
              <a:prstGeom prst="rect">
                <a:avLst/>
              </a:prstGeom>
              <a:noFill/>
            </p:spPr>
            <p:txBody>
              <a:bodyPr wrap="square" lIns="0" tIns="45720" rIns="0" bIns="0" rtlCol="0">
                <a:noAutofit/>
              </a:bodyPr>
              <a:lstStyle/>
              <a:p>
                <a:pPr indent="-274320">
                  <a:spcAft>
                    <a:spcPts val="300"/>
                  </a:spcAft>
                </a:pPr>
                <a:r>
                  <a:rPr lang="en-US" sz="1500" b="1" dirty="0">
                    <a:latin typeface="Arial (Headings)"/>
                  </a:rPr>
                  <a:t>Assign inspection to FSO if required.</a:t>
                </a:r>
              </a:p>
            </p:txBody>
          </p:sp>
          <p:sp>
            <p:nvSpPr>
              <p:cNvPr id="26" name="Freeform 15">
                <a:extLst>
                  <a:ext uri="{FF2B5EF4-FFF2-40B4-BE49-F238E27FC236}">
                    <a16:creationId xmlns:a16="http://schemas.microsoft.com/office/drawing/2014/main" id="{3C228E94-EF43-4129-BCDC-F9ADFF97EAE6}"/>
                  </a:ext>
                </a:extLst>
              </p:cNvPr>
              <p:cNvSpPr>
                <a:spLocks/>
              </p:cNvSpPr>
              <p:nvPr/>
            </p:nvSpPr>
            <p:spPr bwMode="auto">
              <a:xfrm>
                <a:off x="1985622" y="2151534"/>
                <a:ext cx="1311275" cy="592138"/>
              </a:xfrm>
              <a:custGeom>
                <a:avLst/>
                <a:gdLst/>
                <a:ahLst/>
                <a:cxnLst>
                  <a:cxn ang="0">
                    <a:pos x="669" y="0"/>
                  </a:cxn>
                  <a:cxn ang="0">
                    <a:pos x="0" y="0"/>
                  </a:cxn>
                  <a:cxn ang="0">
                    <a:pos x="0" y="25"/>
                  </a:cxn>
                  <a:cxn ang="0">
                    <a:pos x="590" y="25"/>
                  </a:cxn>
                  <a:cxn ang="0">
                    <a:pos x="721" y="186"/>
                  </a:cxn>
                  <a:cxn ang="0">
                    <a:pos x="569" y="373"/>
                  </a:cxn>
                  <a:cxn ang="0">
                    <a:pos x="669" y="373"/>
                  </a:cxn>
                  <a:cxn ang="0">
                    <a:pos x="826" y="186"/>
                  </a:cxn>
                  <a:cxn ang="0">
                    <a:pos x="669" y="0"/>
                  </a:cxn>
                </a:cxnLst>
                <a:rect l="0" t="0" r="r" b="b"/>
                <a:pathLst>
                  <a:path w="826" h="373">
                    <a:moveTo>
                      <a:pt x="669" y="0"/>
                    </a:moveTo>
                    <a:lnTo>
                      <a:pt x="0" y="0"/>
                    </a:lnTo>
                    <a:lnTo>
                      <a:pt x="0" y="25"/>
                    </a:lnTo>
                    <a:lnTo>
                      <a:pt x="590" y="25"/>
                    </a:lnTo>
                    <a:lnTo>
                      <a:pt x="721" y="186"/>
                    </a:lnTo>
                    <a:lnTo>
                      <a:pt x="569" y="373"/>
                    </a:lnTo>
                    <a:lnTo>
                      <a:pt x="669" y="373"/>
                    </a:lnTo>
                    <a:lnTo>
                      <a:pt x="826" y="186"/>
                    </a:lnTo>
                    <a:lnTo>
                      <a:pt x="669" y="0"/>
                    </a:lnTo>
                    <a:close/>
                  </a:path>
                </a:pathLst>
              </a:custGeom>
              <a:solidFill>
                <a:schemeClr val="accent5"/>
              </a:solidFill>
              <a:ln w="9525">
                <a:noFill/>
                <a:round/>
                <a:headEnd/>
                <a:tailEnd/>
              </a:ln>
            </p:spPr>
            <p:txBody>
              <a:bodyPr vert="horz" wrap="square" lIns="91440" tIns="45720" rIns="91440" bIns="45720" numCol="1" anchor="t" anchorCtr="0" compatLnSpc="1">
                <a:prstTxWarp prst="textNoShape">
                  <a:avLst/>
                </a:prstTxWarp>
              </a:bodyPr>
              <a:lstStyle/>
              <a:p>
                <a:endParaRPr lang="en-US" sz="1500" b="1" dirty="0">
                  <a:latin typeface="Arial (Headings)"/>
                </a:endParaRPr>
              </a:p>
            </p:txBody>
          </p:sp>
          <p:sp>
            <p:nvSpPr>
              <p:cNvPr id="27" name="TextBox 26">
                <a:extLst>
                  <a:ext uri="{FF2B5EF4-FFF2-40B4-BE49-F238E27FC236}">
                    <a16:creationId xmlns:a16="http://schemas.microsoft.com/office/drawing/2014/main" id="{FB8C4079-BF68-4C77-9123-0080DB723F82}"/>
                  </a:ext>
                </a:extLst>
              </p:cNvPr>
              <p:cNvSpPr txBox="1"/>
              <p:nvPr/>
            </p:nvSpPr>
            <p:spPr>
              <a:xfrm>
                <a:off x="1877505" y="2216788"/>
                <a:ext cx="1098370" cy="526884"/>
              </a:xfrm>
              <a:prstGeom prst="rect">
                <a:avLst/>
              </a:prstGeom>
              <a:noFill/>
            </p:spPr>
            <p:txBody>
              <a:bodyPr wrap="square" lIns="0" tIns="45720" rIns="0" bIns="0" rtlCol="0">
                <a:noAutofit/>
              </a:bodyPr>
              <a:lstStyle/>
              <a:p>
                <a:pPr indent="-274320">
                  <a:spcAft>
                    <a:spcPts val="300"/>
                  </a:spcAft>
                </a:pPr>
                <a:r>
                  <a:rPr lang="en-US" sz="1500" b="1" dirty="0">
                    <a:latin typeface="Arial (Headings)"/>
                  </a:rPr>
                  <a:t>Document Scrutinization</a:t>
                </a:r>
              </a:p>
              <a:p>
                <a:pPr indent="-274320">
                  <a:spcAft>
                    <a:spcPts val="300"/>
                  </a:spcAft>
                </a:pPr>
                <a:endParaRPr lang="en-US" sz="1500" b="1" dirty="0">
                  <a:latin typeface="Arial (Headings)"/>
                </a:endParaRPr>
              </a:p>
            </p:txBody>
          </p:sp>
          <p:sp>
            <p:nvSpPr>
              <p:cNvPr id="28" name="Freeform 16">
                <a:extLst>
                  <a:ext uri="{FF2B5EF4-FFF2-40B4-BE49-F238E27FC236}">
                    <a16:creationId xmlns:a16="http://schemas.microsoft.com/office/drawing/2014/main" id="{0583398D-2ECA-4832-9F24-C8F819217BE2}"/>
                  </a:ext>
                </a:extLst>
              </p:cNvPr>
              <p:cNvSpPr>
                <a:spLocks/>
              </p:cNvSpPr>
              <p:nvPr/>
            </p:nvSpPr>
            <p:spPr bwMode="auto">
              <a:xfrm>
                <a:off x="557889" y="2151534"/>
                <a:ext cx="1312863" cy="592138"/>
              </a:xfrm>
              <a:custGeom>
                <a:avLst/>
                <a:gdLst/>
                <a:ahLst/>
                <a:cxnLst>
                  <a:cxn ang="0">
                    <a:pos x="669" y="0"/>
                  </a:cxn>
                  <a:cxn ang="0">
                    <a:pos x="0" y="0"/>
                  </a:cxn>
                  <a:cxn ang="0">
                    <a:pos x="0" y="25"/>
                  </a:cxn>
                  <a:cxn ang="0">
                    <a:pos x="591" y="25"/>
                  </a:cxn>
                  <a:cxn ang="0">
                    <a:pos x="721" y="186"/>
                  </a:cxn>
                  <a:cxn ang="0">
                    <a:pos x="569" y="373"/>
                  </a:cxn>
                  <a:cxn ang="0">
                    <a:pos x="669" y="373"/>
                  </a:cxn>
                  <a:cxn ang="0">
                    <a:pos x="827" y="186"/>
                  </a:cxn>
                  <a:cxn ang="0">
                    <a:pos x="669" y="0"/>
                  </a:cxn>
                </a:cxnLst>
                <a:rect l="0" t="0" r="r" b="b"/>
                <a:pathLst>
                  <a:path w="827" h="373">
                    <a:moveTo>
                      <a:pt x="669" y="0"/>
                    </a:moveTo>
                    <a:lnTo>
                      <a:pt x="0" y="0"/>
                    </a:lnTo>
                    <a:lnTo>
                      <a:pt x="0" y="25"/>
                    </a:lnTo>
                    <a:lnTo>
                      <a:pt x="591" y="25"/>
                    </a:lnTo>
                    <a:lnTo>
                      <a:pt x="721" y="186"/>
                    </a:lnTo>
                    <a:lnTo>
                      <a:pt x="569" y="373"/>
                    </a:lnTo>
                    <a:lnTo>
                      <a:pt x="669" y="373"/>
                    </a:lnTo>
                    <a:lnTo>
                      <a:pt x="827" y="186"/>
                    </a:lnTo>
                    <a:lnTo>
                      <a:pt x="669" y="0"/>
                    </a:ln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endParaRPr lang="en-US" sz="1500" b="1" dirty="0">
                  <a:latin typeface="Arial (Headings)"/>
                </a:endParaRPr>
              </a:p>
            </p:txBody>
          </p:sp>
          <p:sp>
            <p:nvSpPr>
              <p:cNvPr id="29" name="TextBox 28">
                <a:extLst>
                  <a:ext uri="{FF2B5EF4-FFF2-40B4-BE49-F238E27FC236}">
                    <a16:creationId xmlns:a16="http://schemas.microsoft.com/office/drawing/2014/main" id="{E4BE1356-11B6-436E-9E9C-F972FC3E6B15}"/>
                  </a:ext>
                </a:extLst>
              </p:cNvPr>
              <p:cNvSpPr txBox="1"/>
              <p:nvPr/>
            </p:nvSpPr>
            <p:spPr>
              <a:xfrm>
                <a:off x="421527" y="2192503"/>
                <a:ext cx="1196041" cy="526884"/>
              </a:xfrm>
              <a:prstGeom prst="rect">
                <a:avLst/>
              </a:prstGeom>
              <a:noFill/>
            </p:spPr>
            <p:txBody>
              <a:bodyPr wrap="square" lIns="0" tIns="45720" rIns="0" bIns="0" rtlCol="0">
                <a:noAutofit/>
              </a:bodyPr>
              <a:lstStyle/>
              <a:p>
                <a:pPr indent="-274320">
                  <a:spcAft>
                    <a:spcPts val="300"/>
                  </a:spcAft>
                </a:pPr>
                <a:r>
                  <a:rPr lang="en-US" sz="1500" b="1" dirty="0">
                    <a:latin typeface="Arial (Headings)"/>
                  </a:rPr>
                  <a:t>Check jurisdiction and fees receipt</a:t>
                </a:r>
              </a:p>
            </p:txBody>
          </p:sp>
        </p:grpSp>
        <p:sp>
          <p:nvSpPr>
            <p:cNvPr id="20" name="Freeform 17">
              <a:extLst>
                <a:ext uri="{FF2B5EF4-FFF2-40B4-BE49-F238E27FC236}">
                  <a16:creationId xmlns:a16="http://schemas.microsoft.com/office/drawing/2014/main" id="{AF10A112-F4AC-4093-A569-A2345D65B2ED}"/>
                </a:ext>
              </a:extLst>
            </p:cNvPr>
            <p:cNvSpPr>
              <a:spLocks/>
            </p:cNvSpPr>
            <p:nvPr/>
          </p:nvSpPr>
          <p:spPr bwMode="auto">
            <a:xfrm>
              <a:off x="427168" y="2538156"/>
              <a:ext cx="1565478" cy="718715"/>
            </a:xfrm>
            <a:custGeom>
              <a:avLst/>
              <a:gdLst/>
              <a:ahLst/>
              <a:cxnLst>
                <a:cxn ang="0">
                  <a:pos x="669" y="0"/>
                </a:cxn>
                <a:cxn ang="0">
                  <a:pos x="0" y="0"/>
                </a:cxn>
                <a:cxn ang="0">
                  <a:pos x="0" y="25"/>
                </a:cxn>
                <a:cxn ang="0">
                  <a:pos x="590" y="25"/>
                </a:cxn>
                <a:cxn ang="0">
                  <a:pos x="721" y="186"/>
                </a:cxn>
                <a:cxn ang="0">
                  <a:pos x="571" y="373"/>
                </a:cxn>
                <a:cxn ang="0">
                  <a:pos x="669" y="373"/>
                </a:cxn>
                <a:cxn ang="0">
                  <a:pos x="826" y="186"/>
                </a:cxn>
                <a:cxn ang="0">
                  <a:pos x="669" y="0"/>
                </a:cxn>
              </a:cxnLst>
              <a:rect l="0" t="0" r="r" b="b"/>
              <a:pathLst>
                <a:path w="826" h="373">
                  <a:moveTo>
                    <a:pt x="669" y="0"/>
                  </a:moveTo>
                  <a:lnTo>
                    <a:pt x="0" y="0"/>
                  </a:lnTo>
                  <a:lnTo>
                    <a:pt x="0" y="25"/>
                  </a:lnTo>
                  <a:lnTo>
                    <a:pt x="590" y="25"/>
                  </a:lnTo>
                  <a:lnTo>
                    <a:pt x="721" y="186"/>
                  </a:lnTo>
                  <a:lnTo>
                    <a:pt x="571" y="373"/>
                  </a:lnTo>
                  <a:lnTo>
                    <a:pt x="669" y="373"/>
                  </a:lnTo>
                  <a:lnTo>
                    <a:pt x="826" y="186"/>
                  </a:lnTo>
                  <a:lnTo>
                    <a:pt x="669" y="0"/>
                  </a:lnTo>
                  <a:close/>
                </a:path>
              </a:pathLst>
            </a:custGeom>
            <a:solidFill>
              <a:srgbClr val="EB8C00"/>
            </a:solidFill>
            <a:ln w="9525">
              <a:noFill/>
              <a:round/>
              <a:headEnd/>
              <a:tailEnd/>
            </a:ln>
          </p:spPr>
          <p:txBody>
            <a:bodyPr vert="horz" wrap="square" lIns="91440" tIns="45720" rIns="91440" bIns="45720" numCol="1" anchor="t" anchorCtr="0" compatLnSpc="1">
              <a:prstTxWarp prst="textNoShape">
                <a:avLst/>
              </a:prstTxWarp>
            </a:bodyPr>
            <a:lstStyle/>
            <a:p>
              <a:endParaRPr lang="en-US" sz="1500" b="1" dirty="0">
                <a:latin typeface="Arial (Headings)"/>
              </a:endParaRPr>
            </a:p>
          </p:txBody>
        </p:sp>
        <p:sp>
          <p:nvSpPr>
            <p:cNvPr id="21" name="TextBox 20">
              <a:extLst>
                <a:ext uri="{FF2B5EF4-FFF2-40B4-BE49-F238E27FC236}">
                  <a16:creationId xmlns:a16="http://schemas.microsoft.com/office/drawing/2014/main" id="{821E87CB-DF59-41D4-B657-2C7AD3578B2F}"/>
                </a:ext>
              </a:extLst>
            </p:cNvPr>
            <p:cNvSpPr txBox="1"/>
            <p:nvPr/>
          </p:nvSpPr>
          <p:spPr>
            <a:xfrm>
              <a:off x="427168" y="2617359"/>
              <a:ext cx="1147465" cy="639512"/>
            </a:xfrm>
            <a:prstGeom prst="rect">
              <a:avLst/>
            </a:prstGeom>
            <a:noFill/>
          </p:spPr>
          <p:txBody>
            <a:bodyPr wrap="square" lIns="0" tIns="45720" rIns="0" bIns="0" rtlCol="0">
              <a:noAutofit/>
            </a:bodyPr>
            <a:lstStyle/>
            <a:p>
              <a:pPr indent="-274320">
                <a:spcAft>
                  <a:spcPts val="300"/>
                </a:spcAft>
              </a:pPr>
              <a:r>
                <a:rPr lang="en-US" sz="1500" b="1" dirty="0">
                  <a:latin typeface="Arial (Headings)"/>
                </a:rPr>
                <a:t>Generate Registration</a:t>
              </a:r>
            </a:p>
          </p:txBody>
        </p:sp>
      </p:grpSp>
      <p:grpSp>
        <p:nvGrpSpPr>
          <p:cNvPr id="30" name="Group 29">
            <a:extLst>
              <a:ext uri="{FF2B5EF4-FFF2-40B4-BE49-F238E27FC236}">
                <a16:creationId xmlns:a16="http://schemas.microsoft.com/office/drawing/2014/main" id="{DDA532A6-2A3F-4706-BB18-8D3E910389F3}"/>
              </a:ext>
            </a:extLst>
          </p:cNvPr>
          <p:cNvGrpSpPr/>
          <p:nvPr/>
        </p:nvGrpSpPr>
        <p:grpSpPr>
          <a:xfrm>
            <a:off x="45033" y="3878478"/>
            <a:ext cx="5669279" cy="2694276"/>
            <a:chOff x="140677" y="3835790"/>
            <a:chExt cx="5269190" cy="2694276"/>
          </a:xfrm>
        </p:grpSpPr>
        <p:sp>
          <p:nvSpPr>
            <p:cNvPr id="31" name="TextBox 30">
              <a:extLst>
                <a:ext uri="{FF2B5EF4-FFF2-40B4-BE49-F238E27FC236}">
                  <a16:creationId xmlns:a16="http://schemas.microsoft.com/office/drawing/2014/main" id="{2BEF8FC6-7D1A-425D-8CD5-38C622E49777}"/>
                </a:ext>
              </a:extLst>
            </p:cNvPr>
            <p:cNvSpPr txBox="1"/>
            <p:nvPr/>
          </p:nvSpPr>
          <p:spPr>
            <a:xfrm>
              <a:off x="439153" y="4056760"/>
              <a:ext cx="4970714" cy="247330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500" dirty="0" err="1"/>
                <a:t>FoSCoRIS</a:t>
              </a:r>
              <a:r>
                <a:rPr lang="en-US" sz="1500" dirty="0"/>
                <a:t> is now integrated. Inspection reports shall be visible.</a:t>
              </a:r>
            </a:p>
            <a:p>
              <a:pPr marL="285750" indent="-285750">
                <a:lnSpc>
                  <a:spcPct val="150000"/>
                </a:lnSpc>
                <a:buFont typeface="Arial" panose="020B0604020202020204" pitchFamily="34" charset="0"/>
                <a:buChar char="•"/>
              </a:pPr>
              <a:r>
                <a:rPr lang="en-US" sz="1500" dirty="0"/>
                <a:t>RA can also assign the inspection to FSO for inspection wherever required. </a:t>
              </a:r>
            </a:p>
            <a:p>
              <a:pPr marL="285750" indent="-285750">
                <a:lnSpc>
                  <a:spcPct val="150000"/>
                </a:lnSpc>
                <a:buFont typeface="Arial" panose="020B0604020202020204" pitchFamily="34" charset="0"/>
                <a:buChar char="•"/>
              </a:pPr>
              <a:r>
                <a:rPr lang="en-GB" sz="1500" dirty="0"/>
                <a:t>Search Console- Master Reports is the new feature for searching reports as per application status.</a:t>
              </a:r>
            </a:p>
            <a:p>
              <a:pPr marL="285750" indent="-285750">
                <a:lnSpc>
                  <a:spcPct val="150000"/>
                </a:lnSpc>
                <a:buFont typeface="Arial" panose="020B0604020202020204" pitchFamily="34" charset="0"/>
                <a:buChar char="•"/>
              </a:pPr>
              <a:r>
                <a:rPr lang="en-US" sz="1500" b="1" dirty="0"/>
                <a:t>Jurisdiction can also be changed.</a:t>
              </a:r>
            </a:p>
          </p:txBody>
        </p:sp>
        <p:sp>
          <p:nvSpPr>
            <p:cNvPr id="32" name="TextBox 31">
              <a:extLst>
                <a:ext uri="{FF2B5EF4-FFF2-40B4-BE49-F238E27FC236}">
                  <a16:creationId xmlns:a16="http://schemas.microsoft.com/office/drawing/2014/main" id="{30901715-BD00-405B-B217-78EF42066943}"/>
                </a:ext>
              </a:extLst>
            </p:cNvPr>
            <p:cNvSpPr txBox="1"/>
            <p:nvPr/>
          </p:nvSpPr>
          <p:spPr>
            <a:xfrm>
              <a:off x="140677" y="3835790"/>
              <a:ext cx="1427905" cy="323165"/>
            </a:xfrm>
            <a:prstGeom prst="rect">
              <a:avLst/>
            </a:prstGeom>
            <a:noFill/>
          </p:spPr>
          <p:txBody>
            <a:bodyPr wrap="square" rtlCol="0">
              <a:spAutoFit/>
            </a:bodyPr>
            <a:lstStyle/>
            <a:p>
              <a:r>
                <a:rPr lang="en-GB" sz="1500" b="1" dirty="0"/>
                <a:t>Key Notes:</a:t>
              </a:r>
            </a:p>
          </p:txBody>
        </p:sp>
      </p:grpSp>
      <p:grpSp>
        <p:nvGrpSpPr>
          <p:cNvPr id="40" name="Group 39">
            <a:extLst>
              <a:ext uri="{FF2B5EF4-FFF2-40B4-BE49-F238E27FC236}">
                <a16:creationId xmlns:a16="http://schemas.microsoft.com/office/drawing/2014/main" id="{53930DA9-6AC9-48BD-A163-90A6EC8C9831}"/>
              </a:ext>
            </a:extLst>
          </p:cNvPr>
          <p:cNvGrpSpPr/>
          <p:nvPr/>
        </p:nvGrpSpPr>
        <p:grpSpPr>
          <a:xfrm>
            <a:off x="5774774" y="3200665"/>
            <a:ext cx="6329840" cy="2394073"/>
            <a:chOff x="5774774" y="3200665"/>
            <a:chExt cx="6329840" cy="2394073"/>
          </a:xfrm>
        </p:grpSpPr>
        <p:pic>
          <p:nvPicPr>
            <p:cNvPr id="38" name="Picture 37">
              <a:extLst>
                <a:ext uri="{FF2B5EF4-FFF2-40B4-BE49-F238E27FC236}">
                  <a16:creationId xmlns:a16="http://schemas.microsoft.com/office/drawing/2014/main" id="{88FBD333-84FE-4766-831D-A59461E3FB88}"/>
                </a:ext>
              </a:extLst>
            </p:cNvPr>
            <p:cNvPicPr>
              <a:picLocks noChangeAspect="1"/>
            </p:cNvPicPr>
            <p:nvPr/>
          </p:nvPicPr>
          <p:blipFill>
            <a:blip r:embed="rId4"/>
            <a:stretch>
              <a:fillRect/>
            </a:stretch>
          </p:blipFill>
          <p:spPr>
            <a:xfrm>
              <a:off x="5774774" y="3200665"/>
              <a:ext cx="6329840" cy="2394073"/>
            </a:xfrm>
            <a:prstGeom prst="rect">
              <a:avLst/>
            </a:prstGeom>
          </p:spPr>
        </p:pic>
        <p:sp>
          <p:nvSpPr>
            <p:cNvPr id="39" name="Rectangle 38">
              <a:extLst>
                <a:ext uri="{FF2B5EF4-FFF2-40B4-BE49-F238E27FC236}">
                  <a16:creationId xmlns:a16="http://schemas.microsoft.com/office/drawing/2014/main" id="{3276165B-D159-4CC3-A228-8D44D7E2987B}"/>
                </a:ext>
              </a:extLst>
            </p:cNvPr>
            <p:cNvSpPr/>
            <p:nvPr/>
          </p:nvSpPr>
          <p:spPr>
            <a:xfrm>
              <a:off x="8184738" y="3617456"/>
              <a:ext cx="454153" cy="316524"/>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1" name="Picture 40">
            <a:extLst>
              <a:ext uri="{FF2B5EF4-FFF2-40B4-BE49-F238E27FC236}">
                <a16:creationId xmlns:a16="http://schemas.microsoft.com/office/drawing/2014/main" id="{F0B28E23-48FA-4460-9258-C51486B3E986}"/>
              </a:ext>
            </a:extLst>
          </p:cNvPr>
          <p:cNvPicPr>
            <a:picLocks noChangeAspect="1"/>
          </p:cNvPicPr>
          <p:nvPr/>
        </p:nvPicPr>
        <p:blipFill>
          <a:blip r:embed="rId5"/>
          <a:stretch>
            <a:fillRect/>
          </a:stretch>
        </p:blipFill>
        <p:spPr>
          <a:xfrm>
            <a:off x="8196053" y="1305069"/>
            <a:ext cx="3995947" cy="3358039"/>
          </a:xfrm>
          <a:prstGeom prst="rect">
            <a:avLst/>
          </a:prstGeom>
        </p:spPr>
      </p:pic>
      <p:grpSp>
        <p:nvGrpSpPr>
          <p:cNvPr id="46" name="Group 45">
            <a:extLst>
              <a:ext uri="{FF2B5EF4-FFF2-40B4-BE49-F238E27FC236}">
                <a16:creationId xmlns:a16="http://schemas.microsoft.com/office/drawing/2014/main" id="{A66EF48D-AFFE-4F0D-9813-3912707F0220}"/>
              </a:ext>
            </a:extLst>
          </p:cNvPr>
          <p:cNvGrpSpPr/>
          <p:nvPr/>
        </p:nvGrpSpPr>
        <p:grpSpPr>
          <a:xfrm>
            <a:off x="8411814" y="5249981"/>
            <a:ext cx="788457" cy="763566"/>
            <a:chOff x="8411814" y="5249981"/>
            <a:chExt cx="788457" cy="763566"/>
          </a:xfrm>
        </p:grpSpPr>
        <p:sp>
          <p:nvSpPr>
            <p:cNvPr id="42" name="Rectangle 41">
              <a:extLst>
                <a:ext uri="{FF2B5EF4-FFF2-40B4-BE49-F238E27FC236}">
                  <a16:creationId xmlns:a16="http://schemas.microsoft.com/office/drawing/2014/main" id="{92030E0D-5C1F-46C5-AC83-C1F0A88FE14D}"/>
                </a:ext>
              </a:extLst>
            </p:cNvPr>
            <p:cNvSpPr/>
            <p:nvPr/>
          </p:nvSpPr>
          <p:spPr>
            <a:xfrm>
              <a:off x="8579536" y="5249981"/>
              <a:ext cx="620735" cy="344757"/>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5" name="Straight Arrow Connector 44">
              <a:extLst>
                <a:ext uri="{FF2B5EF4-FFF2-40B4-BE49-F238E27FC236}">
                  <a16:creationId xmlns:a16="http://schemas.microsoft.com/office/drawing/2014/main" id="{BC42D4B8-6D75-4C28-A56E-EDAB9EA44815}"/>
                </a:ext>
              </a:extLst>
            </p:cNvPr>
            <p:cNvCxnSpPr/>
            <p:nvPr/>
          </p:nvCxnSpPr>
          <p:spPr>
            <a:xfrm flipV="1">
              <a:off x="8411814" y="5594738"/>
              <a:ext cx="227077" cy="418809"/>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pic>
        <p:nvPicPr>
          <p:cNvPr id="43" name="Picture 42">
            <a:extLst>
              <a:ext uri="{FF2B5EF4-FFF2-40B4-BE49-F238E27FC236}">
                <a16:creationId xmlns:a16="http://schemas.microsoft.com/office/drawing/2014/main" id="{CEA90F3E-65A4-4A79-861A-D0AF2C3E720E}"/>
              </a:ext>
            </a:extLst>
          </p:cNvPr>
          <p:cNvPicPr>
            <a:picLocks noChangeAspect="1"/>
          </p:cNvPicPr>
          <p:nvPr/>
        </p:nvPicPr>
        <p:blipFill>
          <a:blip r:embed="rId6"/>
          <a:stretch>
            <a:fillRect/>
          </a:stretch>
        </p:blipFill>
        <p:spPr>
          <a:xfrm>
            <a:off x="5774773" y="3720653"/>
            <a:ext cx="4699405" cy="2961881"/>
          </a:xfrm>
          <a:prstGeom prst="rect">
            <a:avLst/>
          </a:prstGeom>
        </p:spPr>
      </p:pic>
      <p:sp>
        <p:nvSpPr>
          <p:cNvPr id="35" name="Slide Number Placeholder 5">
            <a:extLst>
              <a:ext uri="{FF2B5EF4-FFF2-40B4-BE49-F238E27FC236}">
                <a16:creationId xmlns:a16="http://schemas.microsoft.com/office/drawing/2014/main" id="{CA0F80F5-0BB0-49D8-9F01-C66E9E570AF4}"/>
              </a:ext>
            </a:extLst>
          </p:cNvPr>
          <p:cNvSpPr>
            <a:spLocks noGrp="1"/>
          </p:cNvSpPr>
          <p:nvPr>
            <p:ph type="sldNum" idx="12"/>
          </p:nvPr>
        </p:nvSpPr>
        <p:spPr>
          <a:xfrm>
            <a:off x="9448800" y="6477000"/>
            <a:ext cx="2036064" cy="152400"/>
          </a:xfrm>
        </p:spPr>
        <p:txBody>
          <a:bodyPr/>
          <a:lstStyle/>
          <a:p>
            <a:pPr marL="0" lvl="0" indent="0" algn="r" rtl="0">
              <a:spcBef>
                <a:spcPts val="0"/>
              </a:spcBef>
              <a:spcAft>
                <a:spcPts val="0"/>
              </a:spcAft>
              <a:buNone/>
            </a:pPr>
            <a:fld id="{00000000-1234-1234-1234-123412341234}" type="slidenum">
              <a:rPr lang="en-US" smtClean="0"/>
              <a:t>28</a:t>
            </a:fld>
            <a:endParaRPr lang="en-US" dirty="0"/>
          </a:p>
        </p:txBody>
      </p:sp>
    </p:spTree>
    <p:extLst>
      <p:ext uri="{BB962C8B-B14F-4D97-AF65-F5344CB8AC3E}">
        <p14:creationId xmlns:p14="http://schemas.microsoft.com/office/powerpoint/2010/main" val="92580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4"/>
                                        </p:tgtEl>
                                        <p:attrNameLst>
                                          <p:attrName>style.visibility</p:attrName>
                                        </p:attrNameLst>
                                      </p:cBhvr>
                                      <p:to>
                                        <p:strVal val="visible"/>
                                      </p:to>
                                    </p:set>
                                    <p:anim calcmode="lin" valueType="num">
                                      <p:cBhvr additive="base">
                                        <p:cTn id="13" dur="500" fill="hold"/>
                                        <p:tgtEl>
                                          <p:spTgt spid="34"/>
                                        </p:tgtEl>
                                        <p:attrNameLst>
                                          <p:attrName>ppt_x</p:attrName>
                                        </p:attrNameLst>
                                      </p:cBhvr>
                                      <p:tavLst>
                                        <p:tav tm="0">
                                          <p:val>
                                            <p:strVal val="#ppt_x"/>
                                          </p:val>
                                        </p:tav>
                                        <p:tav tm="100000">
                                          <p:val>
                                            <p:strVal val="#ppt_x"/>
                                          </p:val>
                                        </p:tav>
                                      </p:tavLst>
                                    </p:anim>
                                    <p:anim calcmode="lin" valueType="num">
                                      <p:cBhvr additive="base">
                                        <p:cTn id="14"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9"/>
                                        </p:tgtEl>
                                        <p:attrNameLst>
                                          <p:attrName>style.visibility</p:attrName>
                                        </p:attrNameLst>
                                      </p:cBhvr>
                                      <p:to>
                                        <p:strVal val="visible"/>
                                      </p:to>
                                    </p:set>
                                    <p:anim calcmode="lin" valueType="num">
                                      <p:cBhvr additive="base">
                                        <p:cTn id="19" dur="500" fill="hold"/>
                                        <p:tgtEl>
                                          <p:spTgt spid="49"/>
                                        </p:tgtEl>
                                        <p:attrNameLst>
                                          <p:attrName>ppt_x</p:attrName>
                                        </p:attrNameLst>
                                      </p:cBhvr>
                                      <p:tavLst>
                                        <p:tav tm="0">
                                          <p:val>
                                            <p:strVal val="#ppt_x"/>
                                          </p:val>
                                        </p:tav>
                                        <p:tav tm="100000">
                                          <p:val>
                                            <p:strVal val="#ppt_x"/>
                                          </p:val>
                                        </p:tav>
                                      </p:tavLst>
                                    </p:anim>
                                    <p:anim calcmode="lin" valueType="num">
                                      <p:cBhvr additive="base">
                                        <p:cTn id="20"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0"/>
                                        </p:tgtEl>
                                        <p:attrNameLst>
                                          <p:attrName>style.visibility</p:attrName>
                                        </p:attrNameLst>
                                      </p:cBhvr>
                                      <p:to>
                                        <p:strVal val="visible"/>
                                      </p:to>
                                    </p:set>
                                    <p:anim calcmode="lin" valueType="num">
                                      <p:cBhvr additive="base">
                                        <p:cTn id="25" dur="500" fill="hold"/>
                                        <p:tgtEl>
                                          <p:spTgt spid="40"/>
                                        </p:tgtEl>
                                        <p:attrNameLst>
                                          <p:attrName>ppt_x</p:attrName>
                                        </p:attrNameLst>
                                      </p:cBhvr>
                                      <p:tavLst>
                                        <p:tav tm="0">
                                          <p:val>
                                            <p:strVal val="#ppt_x"/>
                                          </p:val>
                                        </p:tav>
                                        <p:tav tm="100000">
                                          <p:val>
                                            <p:strVal val="#ppt_x"/>
                                          </p:val>
                                        </p:tav>
                                      </p:tavLst>
                                    </p:anim>
                                    <p:anim calcmode="lin" valueType="num">
                                      <p:cBhvr additive="base">
                                        <p:cTn id="26"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pic>
        <p:nvPicPr>
          <p:cNvPr id="445" name="Google Shape;445;p51"/>
          <p:cNvPicPr preferRelativeResize="0"/>
          <p:nvPr/>
        </p:nvPicPr>
        <p:blipFill rotWithShape="1">
          <a:blip r:embed="rId3">
            <a:alphaModFix/>
          </a:blip>
          <a:srcRect t="9181" b="6430"/>
          <a:stretch/>
        </p:blipFill>
        <p:spPr>
          <a:xfrm>
            <a:off x="0" y="0"/>
            <a:ext cx="12191997" cy="6858003"/>
          </a:xfrm>
          <a:prstGeom prst="rect">
            <a:avLst/>
          </a:prstGeom>
          <a:noFill/>
          <a:ln>
            <a:noFill/>
          </a:ln>
        </p:spPr>
      </p:pic>
      <p:sp>
        <p:nvSpPr>
          <p:cNvPr id="446" name="Google Shape;446;p51"/>
          <p:cNvSpPr/>
          <p:nvPr/>
        </p:nvSpPr>
        <p:spPr>
          <a:xfrm rot="-5400000" flipH="1">
            <a:off x="7933537" y="1422400"/>
            <a:ext cx="1524000" cy="7010400"/>
          </a:xfrm>
          <a:prstGeom prst="round2SameRect">
            <a:avLst>
              <a:gd name="adj1" fmla="val 7727"/>
              <a:gd name="adj2" fmla="val 0"/>
            </a:avLst>
          </a:prstGeom>
          <a:solidFill>
            <a:srgbClr val="DB536A">
              <a:alpha val="73460"/>
            </a:srgbClr>
          </a:solidFill>
          <a:ln>
            <a:noFill/>
          </a:ln>
        </p:spPr>
        <p:txBody>
          <a:bodyPr spcFirstLastPara="1" wrap="square" lIns="240000" tIns="60933" rIns="240000" bIns="60933" anchor="ctr" anchorCtr="0">
            <a:noAutofit/>
          </a:bodyPr>
          <a:lstStyle/>
          <a:p>
            <a:pPr algn="r">
              <a:buSzPts val="1600"/>
            </a:pPr>
            <a:endParaRPr sz="2133" b="1" i="1">
              <a:solidFill>
                <a:srgbClr val="FFFFFF"/>
              </a:solidFill>
              <a:latin typeface="Georgia"/>
              <a:ea typeface="Georgia"/>
              <a:cs typeface="Georgia"/>
              <a:sym typeface="Georgia"/>
            </a:endParaRPr>
          </a:p>
        </p:txBody>
      </p:sp>
      <p:sp>
        <p:nvSpPr>
          <p:cNvPr id="447" name="Google Shape;447;p51"/>
          <p:cNvSpPr txBox="1"/>
          <p:nvPr/>
        </p:nvSpPr>
        <p:spPr>
          <a:xfrm>
            <a:off x="5900739" y="4579851"/>
            <a:ext cx="5792000" cy="574400"/>
          </a:xfrm>
          <a:prstGeom prst="rect">
            <a:avLst/>
          </a:prstGeom>
          <a:noFill/>
          <a:ln>
            <a:noFill/>
          </a:ln>
        </p:spPr>
        <p:txBody>
          <a:bodyPr spcFirstLastPara="1" wrap="square" lIns="0" tIns="0" rIns="0" bIns="0" anchor="t" anchorCtr="0">
            <a:noAutofit/>
          </a:bodyPr>
          <a:lstStyle/>
          <a:p>
            <a:pPr>
              <a:buClr>
                <a:srgbClr val="FFFFFF"/>
              </a:buClr>
              <a:buSzPts val="2800"/>
            </a:pPr>
            <a:r>
              <a:rPr lang="en-US" sz="3200" b="1" i="1" dirty="0">
                <a:solidFill>
                  <a:srgbClr val="FFFFFF"/>
                </a:solidFill>
                <a:latin typeface="Georgia"/>
                <a:ea typeface="Georgia"/>
                <a:cs typeface="Georgia"/>
                <a:sym typeface="Georgia"/>
              </a:rPr>
              <a:t>Support from FSSAI</a:t>
            </a:r>
            <a:endParaRPr sz="3200" b="1" i="1" dirty="0">
              <a:solidFill>
                <a:srgbClr val="FFFFFF"/>
              </a:solidFill>
              <a:latin typeface="Georgia"/>
              <a:ea typeface="Georgia"/>
              <a:cs typeface="Georgia"/>
              <a:sym typeface="Georgia"/>
            </a:endParaRPr>
          </a:p>
        </p:txBody>
      </p:sp>
      <p:sp>
        <p:nvSpPr>
          <p:cNvPr id="448" name="Google Shape;448;p51"/>
          <p:cNvSpPr/>
          <p:nvPr/>
        </p:nvSpPr>
        <p:spPr>
          <a:xfrm>
            <a:off x="5682493" y="4479579"/>
            <a:ext cx="6010400" cy="178800"/>
          </a:xfrm>
          <a:custGeom>
            <a:avLst/>
            <a:gdLst/>
            <a:ahLst/>
            <a:cxnLst/>
            <a:rect l="l" t="t" r="r" b="b"/>
            <a:pathLst>
              <a:path w="120000" h="120000" extrusionOk="0">
                <a:moveTo>
                  <a:pt x="0" y="119999"/>
                </a:moveTo>
                <a:lnTo>
                  <a:pt x="0" y="0"/>
                </a:lnTo>
                <a:lnTo>
                  <a:pt x="120000" y="0"/>
                </a:lnTo>
              </a:path>
            </a:pathLst>
          </a:custGeom>
          <a:noFill/>
          <a:ln w="9525" cap="flat" cmpd="sng">
            <a:solidFill>
              <a:srgbClr val="FFFFFF"/>
            </a:solidFill>
            <a:prstDash val="solid"/>
            <a:round/>
            <a:headEnd type="none" w="sm" len="sm"/>
            <a:tailEnd type="none" w="sm" len="sm"/>
          </a:ln>
        </p:spPr>
        <p:txBody>
          <a:bodyPr spcFirstLastPara="1" wrap="square" lIns="121900" tIns="60933" rIns="121900" bIns="60933" anchor="ctr" anchorCtr="0">
            <a:noAutofit/>
          </a:bodyPr>
          <a:lstStyle/>
          <a:p>
            <a:pPr algn="ctr">
              <a:buSzPts val="1400"/>
            </a:pPr>
            <a:endParaRPr sz="1867">
              <a:solidFill>
                <a:srgbClr val="FFFFFF"/>
              </a:solidFill>
            </a:endParaRPr>
          </a:p>
        </p:txBody>
      </p:sp>
    </p:spTree>
    <p:extLst>
      <p:ext uri="{BB962C8B-B14F-4D97-AF65-F5344CB8AC3E}">
        <p14:creationId xmlns:p14="http://schemas.microsoft.com/office/powerpoint/2010/main" val="2020458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9C3DAE8C-28EC-4A10-AB8F-C52E81A1D958}"/>
              </a:ext>
            </a:extLst>
          </p:cNvPr>
          <p:cNvSpPr/>
          <p:nvPr/>
        </p:nvSpPr>
        <p:spPr>
          <a:xfrm>
            <a:off x="-689317" y="4909465"/>
            <a:ext cx="2825207" cy="23494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00" dirty="0">
              <a:latin typeface="+mj-lt"/>
            </a:endParaRPr>
          </a:p>
        </p:txBody>
      </p:sp>
      <p:sp>
        <p:nvSpPr>
          <p:cNvPr id="7" name="Title 6">
            <a:extLst>
              <a:ext uri="{FF2B5EF4-FFF2-40B4-BE49-F238E27FC236}">
                <a16:creationId xmlns:a16="http://schemas.microsoft.com/office/drawing/2014/main" id="{C9D3340C-DFE5-4551-9B2C-AEB96A985066}"/>
              </a:ext>
            </a:extLst>
          </p:cNvPr>
          <p:cNvSpPr>
            <a:spLocks noGrp="1"/>
          </p:cNvSpPr>
          <p:nvPr>
            <p:ph type="title"/>
          </p:nvPr>
        </p:nvSpPr>
        <p:spPr/>
        <p:txBody>
          <a:bodyPr/>
          <a:lstStyle/>
          <a:p>
            <a:r>
              <a:rPr lang="en-US" dirty="0"/>
              <a:t>Support from FSSAI</a:t>
            </a:r>
          </a:p>
        </p:txBody>
      </p:sp>
      <p:sp>
        <p:nvSpPr>
          <p:cNvPr id="6" name="Slide Number Placeholder 5">
            <a:extLst>
              <a:ext uri="{FF2B5EF4-FFF2-40B4-BE49-F238E27FC236}">
                <a16:creationId xmlns:a16="http://schemas.microsoft.com/office/drawing/2014/main" id="{8B4666B8-062A-48B2-BFBE-330AB250902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dirty="0"/>
          </a:p>
        </p:txBody>
      </p:sp>
      <p:sp>
        <p:nvSpPr>
          <p:cNvPr id="17" name="Rectangle 16">
            <a:extLst>
              <a:ext uri="{FF2B5EF4-FFF2-40B4-BE49-F238E27FC236}">
                <a16:creationId xmlns:a16="http://schemas.microsoft.com/office/drawing/2014/main" id="{99DBB01A-8D2C-4542-96E5-B1EBAC1FED61}"/>
              </a:ext>
            </a:extLst>
          </p:cNvPr>
          <p:cNvSpPr/>
          <p:nvPr/>
        </p:nvSpPr>
        <p:spPr>
          <a:xfrm>
            <a:off x="495516" y="2012172"/>
            <a:ext cx="2191030" cy="2349464"/>
          </a:xfrm>
          <a:prstGeom prst="rect">
            <a:avLst/>
          </a:prstGeom>
          <a:solidFill>
            <a:schemeClr val="tx2">
              <a:lumMod val="85000"/>
            </a:schemeClr>
          </a:solidFill>
          <a:ln w="25400" cap="flat" cmpd="sng" algn="ctr">
            <a:no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00" b="1" i="0" u="sng" strike="noStrike" kern="0" cap="none" spc="0" normalizeH="0" baseline="0" noProof="0" dirty="0">
                <a:ln>
                  <a:noFill/>
                </a:ln>
                <a:solidFill>
                  <a:schemeClr val="tx1"/>
                </a:solidFill>
                <a:effectLst/>
                <a:uLnTx/>
                <a:uFillTx/>
                <a:latin typeface="Arial"/>
                <a:ea typeface="+mn-ea"/>
              </a:rPr>
              <a:t>User Manual</a:t>
            </a:r>
            <a:endParaRPr kumimoji="0" lang="en-US" sz="1500" b="1" i="0" u="sng" strike="noStrike" kern="0" cap="none" spc="0" normalizeH="0" baseline="0" noProof="0" dirty="0">
              <a:ln>
                <a:noFill/>
              </a:ln>
              <a:solidFill>
                <a:schemeClr val="tx1"/>
              </a:solidFill>
              <a:effectLst/>
              <a:uLnTx/>
              <a:uFillTx/>
              <a:latin typeface="Arial"/>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chemeClr val="tx1"/>
              </a:solidFill>
              <a:effectLst/>
              <a:uLnTx/>
              <a:uFillTx/>
              <a:latin typeface="Arial"/>
              <a:ea typeface="+mn-ea"/>
              <a:cs typeface="+mn-cs"/>
            </a:endParaRPr>
          </a:p>
          <a:p>
            <a:pPr marR="0" lvl="0" algn="ctr" defTabSz="914400" eaLnBrk="1" fontAlgn="auto" latinLnBrk="0" hangingPunct="1">
              <a:lnSpc>
                <a:spcPct val="90000"/>
              </a:lnSpc>
              <a:spcBef>
                <a:spcPts val="0"/>
              </a:spcBef>
              <a:spcAft>
                <a:spcPts val="0"/>
              </a:spcAft>
              <a:buClrTx/>
              <a:buSzPct val="100000"/>
              <a:tabLst/>
              <a:defRPr/>
            </a:pPr>
            <a:r>
              <a:rPr kumimoji="0" lang="en-US" sz="1500" b="0" i="0" u="none" strike="noStrike" kern="0" cap="none" spc="0" normalizeH="0" baseline="0" noProof="0" dirty="0">
                <a:ln>
                  <a:noFill/>
                </a:ln>
                <a:solidFill>
                  <a:schemeClr val="tx1"/>
                </a:solidFill>
                <a:effectLst/>
                <a:uLnTx/>
                <a:uFillTx/>
                <a:latin typeface="Arial"/>
                <a:ea typeface="+mn-ea"/>
                <a:cs typeface="Arial"/>
              </a:rPr>
              <a:t>Find user manual on “How to use </a:t>
            </a:r>
            <a:r>
              <a:rPr kumimoji="0" lang="en-US" sz="1500" b="0" i="0" u="none" strike="noStrike" kern="0" cap="none" spc="0" normalizeH="0" baseline="0" noProof="0" dirty="0" err="1">
                <a:ln>
                  <a:noFill/>
                </a:ln>
                <a:solidFill>
                  <a:schemeClr val="tx1"/>
                </a:solidFill>
                <a:effectLst/>
                <a:uLnTx/>
                <a:uFillTx/>
                <a:latin typeface="Arial"/>
                <a:ea typeface="+mn-ea"/>
                <a:cs typeface="Arial"/>
              </a:rPr>
              <a:t>FosCoS</a:t>
            </a:r>
            <a:r>
              <a:rPr kumimoji="0" lang="en-US" sz="1500" b="0" i="0" u="none" strike="noStrike" kern="0" cap="none" spc="0" normalizeH="0" baseline="0" noProof="0" dirty="0">
                <a:ln>
                  <a:noFill/>
                </a:ln>
                <a:solidFill>
                  <a:schemeClr val="tx1"/>
                </a:solidFill>
                <a:effectLst/>
                <a:uLnTx/>
                <a:uFillTx/>
                <a:latin typeface="Arial"/>
                <a:ea typeface="+mn-ea"/>
                <a:cs typeface="Arial"/>
              </a:rPr>
              <a:t>”</a:t>
            </a:r>
            <a:r>
              <a:rPr lang="en-US" sz="1500" dirty="0">
                <a:solidFill>
                  <a:schemeClr val="tx1"/>
                </a:solidFill>
                <a:ea typeface="+mn-ea"/>
              </a:rPr>
              <a:t> at </a:t>
            </a:r>
            <a:r>
              <a:rPr lang="en-US" sz="1500" b="1" u="sng" dirty="0">
                <a:solidFill>
                  <a:schemeClr val="tx1"/>
                </a:solidFill>
                <a:ea typeface="+mn-ea"/>
              </a:rPr>
              <a:t>https://foscos.fssai.gov.in/user-manual</a:t>
            </a:r>
            <a:endParaRPr kumimoji="0" lang="en-MY" sz="1500" b="1" i="0" u="sng" strike="noStrike" kern="0" cap="none" spc="0" normalizeH="0" baseline="0" noProof="0" dirty="0">
              <a:ln>
                <a:noFill/>
              </a:ln>
              <a:solidFill>
                <a:schemeClr val="tx1"/>
              </a:solidFill>
              <a:effectLst/>
              <a:highlight>
                <a:srgbClr val="FFFF00"/>
              </a:highlight>
              <a:uLnTx/>
              <a:uFillTx/>
              <a:ea typeface="+mn-ea"/>
            </a:endParaRPr>
          </a:p>
        </p:txBody>
      </p:sp>
      <p:sp>
        <p:nvSpPr>
          <p:cNvPr id="18" name="Rectangle 17">
            <a:extLst>
              <a:ext uri="{FF2B5EF4-FFF2-40B4-BE49-F238E27FC236}">
                <a16:creationId xmlns:a16="http://schemas.microsoft.com/office/drawing/2014/main" id="{430EAB5E-3D79-4BBB-850A-5826B4DC4910}"/>
              </a:ext>
            </a:extLst>
          </p:cNvPr>
          <p:cNvSpPr/>
          <p:nvPr/>
        </p:nvSpPr>
        <p:spPr>
          <a:xfrm>
            <a:off x="3405889" y="2012172"/>
            <a:ext cx="2191030" cy="2349464"/>
          </a:xfrm>
          <a:prstGeom prst="rect">
            <a:avLst/>
          </a:prstGeom>
          <a:solidFill>
            <a:srgbClr val="000000"/>
          </a:solidFill>
          <a:ln w="25400" cap="flat" cmpd="sng" algn="ctr">
            <a:no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
                <a:srgbClr val="FFFFFF"/>
              </a:buClr>
              <a:buSzTx/>
              <a:buFontTx/>
              <a:buNone/>
              <a:tabLst/>
              <a:defRPr/>
            </a:pPr>
            <a:r>
              <a:rPr lang="en-US" sz="1500" b="1" u="sng" dirty="0">
                <a:solidFill>
                  <a:srgbClr val="FFFFFF"/>
                </a:solidFill>
                <a:ea typeface="+mn-ea"/>
              </a:rPr>
              <a:t>Video Tutorial</a:t>
            </a:r>
            <a:endParaRPr kumimoji="0" lang="en-US" sz="1500" b="1" i="0" u="sng" strike="noStrike" kern="0" cap="none" spc="0" normalizeH="0" baseline="0" noProof="0" dirty="0">
              <a:ln>
                <a:noFill/>
              </a:ln>
              <a:solidFill>
                <a:srgbClr val="FFFFFF"/>
              </a:solidFill>
              <a:effectLst/>
              <a:uLnTx/>
              <a:uFillTx/>
              <a:latin typeface="Arial"/>
              <a:ea typeface="+mn-ea"/>
              <a:cs typeface="Arial"/>
            </a:endParaRPr>
          </a:p>
          <a:p>
            <a:pPr marL="0" marR="0" lvl="0" indent="0" algn="ctr" defTabSz="914400" eaLnBrk="1" fontAlgn="auto" latinLnBrk="0" hangingPunct="1">
              <a:lnSpc>
                <a:spcPct val="100000"/>
              </a:lnSpc>
              <a:spcBef>
                <a:spcPts val="0"/>
              </a:spcBef>
              <a:spcAft>
                <a:spcPts val="0"/>
              </a:spcAft>
              <a:buClr>
                <a:srgbClr val="FFFFFF"/>
              </a:buClr>
              <a:buSzTx/>
              <a:buFontTx/>
              <a:buNone/>
              <a:tabLst/>
              <a:defRPr/>
            </a:pPr>
            <a:endParaRPr kumimoji="0" lang="en-US" sz="1500" b="0" i="0" u="none" strike="noStrike" kern="0" cap="none" spc="0" normalizeH="0" baseline="0" noProof="0" dirty="0">
              <a:ln>
                <a:noFill/>
              </a:ln>
              <a:solidFill>
                <a:srgbClr val="FFFFFF"/>
              </a:solidFill>
              <a:effectLst/>
              <a:uLnTx/>
              <a:uFillTx/>
              <a:latin typeface="Arial"/>
              <a:ea typeface="+mn-ea"/>
              <a:cs typeface="+mn-cs"/>
            </a:endParaRPr>
          </a:p>
          <a:p>
            <a:pPr algn="ctr">
              <a:lnSpc>
                <a:spcPct val="90000"/>
              </a:lnSpc>
              <a:buClrTx/>
              <a:buSzPct val="100000"/>
              <a:defRPr/>
            </a:pPr>
            <a:r>
              <a:rPr lang="en-US" sz="1500" dirty="0">
                <a:solidFill>
                  <a:schemeClr val="bg1"/>
                </a:solidFill>
                <a:ea typeface="+mn-ea"/>
              </a:rPr>
              <a:t>Find video tutorials at </a:t>
            </a:r>
            <a:r>
              <a:rPr lang="en-US" sz="1500" b="1" u="sng" dirty="0">
                <a:solidFill>
                  <a:schemeClr val="bg1"/>
                </a:solidFill>
                <a:ea typeface="+mn-ea"/>
              </a:rPr>
              <a:t>https://foscos.fssai.gov.in/user-manual</a:t>
            </a:r>
            <a:endParaRPr lang="en-MY" sz="1500" b="1" u="sng" dirty="0">
              <a:solidFill>
                <a:schemeClr val="bg1"/>
              </a:solidFill>
              <a:ea typeface="+mn-ea"/>
            </a:endParaRPr>
          </a:p>
          <a:p>
            <a:pPr marL="225425" marR="0" lvl="0" indent="-225425" defTabSz="914400" eaLnBrk="1" fontAlgn="auto" latinLnBrk="0" hangingPunct="1">
              <a:lnSpc>
                <a:spcPct val="90000"/>
              </a:lnSpc>
              <a:spcBef>
                <a:spcPts val="0"/>
              </a:spcBef>
              <a:spcAft>
                <a:spcPts val="0"/>
              </a:spcAft>
              <a:buClrTx/>
              <a:buSzPct val="100000"/>
              <a:buFont typeface="Arial" panose="020B0604020202020204" pitchFamily="34" charset="0"/>
              <a:buChar char="•"/>
              <a:tabLst/>
              <a:defRPr/>
            </a:pPr>
            <a:endParaRPr kumimoji="0" lang="en-MY" sz="1500" b="0" i="0" u="none" strike="noStrike" kern="0" cap="none" spc="0" normalizeH="0" baseline="0" noProof="0" dirty="0">
              <a:ln>
                <a:noFill/>
              </a:ln>
              <a:solidFill>
                <a:srgbClr val="FFFFFF"/>
              </a:solidFill>
              <a:effectLst/>
              <a:highlight>
                <a:srgbClr val="FFFF00"/>
              </a:highlight>
              <a:uLnTx/>
              <a:uFillTx/>
              <a:latin typeface="Arial"/>
              <a:ea typeface="+mn-ea"/>
              <a:cs typeface="Arial"/>
            </a:endParaRPr>
          </a:p>
        </p:txBody>
      </p:sp>
      <p:sp>
        <p:nvSpPr>
          <p:cNvPr id="19" name="Rectangle 18">
            <a:extLst>
              <a:ext uri="{FF2B5EF4-FFF2-40B4-BE49-F238E27FC236}">
                <a16:creationId xmlns:a16="http://schemas.microsoft.com/office/drawing/2014/main" id="{455831FE-9B52-4550-9876-E59760F8CC42}"/>
              </a:ext>
            </a:extLst>
          </p:cNvPr>
          <p:cNvSpPr/>
          <p:nvPr/>
        </p:nvSpPr>
        <p:spPr>
          <a:xfrm>
            <a:off x="6316262" y="2012171"/>
            <a:ext cx="2191030" cy="2349464"/>
          </a:xfrm>
          <a:prstGeom prst="rect">
            <a:avLst/>
          </a:prstGeom>
          <a:solidFill>
            <a:srgbClr val="A32020"/>
          </a:solidFill>
          <a:ln w="25400" cap="flat" cmpd="sng" algn="ctr">
            <a:no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
                <a:srgbClr val="FFFFFF"/>
              </a:buClr>
              <a:buSzTx/>
              <a:buFontTx/>
              <a:buNone/>
              <a:tabLst/>
              <a:defRPr/>
            </a:pPr>
            <a:r>
              <a:rPr kumimoji="0" lang="en-US" sz="1500" b="1" i="0" u="sng" strike="noStrike" kern="0" cap="none" spc="0" normalizeH="0" baseline="0" noProof="0" dirty="0">
                <a:ln>
                  <a:noFill/>
                </a:ln>
                <a:solidFill>
                  <a:srgbClr val="FFFFFF"/>
                </a:solidFill>
                <a:effectLst/>
                <a:uLnTx/>
                <a:uFillTx/>
                <a:latin typeface="Arial"/>
                <a:ea typeface="+mn-ea"/>
                <a:cs typeface="Arial"/>
              </a:rPr>
              <a:t>Guidance Document</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dirty="0">
              <a:ln>
                <a:noFill/>
              </a:ln>
              <a:solidFill>
                <a:srgbClr val="FFFFFF"/>
              </a:solidFill>
              <a:effectLst/>
              <a:uLnTx/>
              <a:uFillTx/>
              <a:latin typeface="Arial"/>
              <a:ea typeface="+mn-ea"/>
              <a:cs typeface="+mn-cs"/>
            </a:endParaRPr>
          </a:p>
          <a:p>
            <a:pPr lvl="0" algn="ctr">
              <a:lnSpc>
                <a:spcPct val="90000"/>
              </a:lnSpc>
              <a:buClrTx/>
              <a:buSzPct val="100000"/>
              <a:defRPr/>
            </a:pPr>
            <a:r>
              <a:rPr lang="en-US" sz="1500" dirty="0">
                <a:solidFill>
                  <a:srgbClr val="FFFFFF"/>
                </a:solidFill>
                <a:ea typeface="+mn-ea"/>
              </a:rPr>
              <a:t>Find Guidance Document at </a:t>
            </a:r>
            <a:r>
              <a:rPr lang="en-US" sz="1500" b="1" u="sng" dirty="0">
                <a:solidFill>
                  <a:srgbClr val="FFFFFF"/>
                </a:solidFill>
              </a:rPr>
              <a:t>https://foscos.fssai.gov.in/user-manual</a:t>
            </a:r>
            <a:endParaRPr lang="en-MY" sz="1500" b="1" u="sng" dirty="0">
              <a:solidFill>
                <a:srgbClr val="FFFFFF"/>
              </a:solidFill>
              <a:highlight>
                <a:srgbClr val="FFFF00"/>
              </a:highlight>
            </a:endParaRPr>
          </a:p>
        </p:txBody>
      </p:sp>
      <p:sp>
        <p:nvSpPr>
          <p:cNvPr id="31" name="Freeform 34">
            <a:extLst>
              <a:ext uri="{FF2B5EF4-FFF2-40B4-BE49-F238E27FC236}">
                <a16:creationId xmlns:a16="http://schemas.microsoft.com/office/drawing/2014/main" id="{BA04A057-FCED-4F7D-8175-FADB5BDB90FE}"/>
              </a:ext>
            </a:extLst>
          </p:cNvPr>
          <p:cNvSpPr>
            <a:spLocks noEditPoints="1"/>
          </p:cNvSpPr>
          <p:nvPr/>
        </p:nvSpPr>
        <p:spPr bwMode="auto">
          <a:xfrm>
            <a:off x="7211249" y="1140637"/>
            <a:ext cx="401055" cy="644452"/>
          </a:xfrm>
          <a:custGeom>
            <a:avLst/>
            <a:gdLst>
              <a:gd name="T0" fmla="*/ 100 w 208"/>
              <a:gd name="T1" fmla="*/ 28 h 294"/>
              <a:gd name="T2" fmla="*/ 96 w 208"/>
              <a:gd name="T3" fmla="*/ 36 h 294"/>
              <a:gd name="T4" fmla="*/ 98 w 208"/>
              <a:gd name="T5" fmla="*/ 44 h 294"/>
              <a:gd name="T6" fmla="*/ 104 w 208"/>
              <a:gd name="T7" fmla="*/ 46 h 294"/>
              <a:gd name="T8" fmla="*/ 114 w 208"/>
              <a:gd name="T9" fmla="*/ 40 h 294"/>
              <a:gd name="T10" fmla="*/ 114 w 208"/>
              <a:gd name="T11" fmla="*/ 34 h 294"/>
              <a:gd name="T12" fmla="*/ 104 w 208"/>
              <a:gd name="T13" fmla="*/ 28 h 294"/>
              <a:gd name="T14" fmla="*/ 162 w 208"/>
              <a:gd name="T15" fmla="*/ 58 h 294"/>
              <a:gd name="T16" fmla="*/ 170 w 208"/>
              <a:gd name="T17" fmla="*/ 62 h 294"/>
              <a:gd name="T18" fmla="*/ 170 w 208"/>
              <a:gd name="T19" fmla="*/ 84 h 294"/>
              <a:gd name="T20" fmla="*/ 38 w 208"/>
              <a:gd name="T21" fmla="*/ 66 h 294"/>
              <a:gd name="T22" fmla="*/ 42 w 208"/>
              <a:gd name="T23" fmla="*/ 60 h 294"/>
              <a:gd name="T24" fmla="*/ 76 w 208"/>
              <a:gd name="T25" fmla="*/ 58 h 294"/>
              <a:gd name="T26" fmla="*/ 76 w 208"/>
              <a:gd name="T27" fmla="*/ 28 h 294"/>
              <a:gd name="T28" fmla="*/ 94 w 208"/>
              <a:gd name="T29" fmla="*/ 2 h 294"/>
              <a:gd name="T30" fmla="*/ 104 w 208"/>
              <a:gd name="T31" fmla="*/ 0 h 294"/>
              <a:gd name="T32" fmla="*/ 124 w 208"/>
              <a:gd name="T33" fmla="*/ 8 h 294"/>
              <a:gd name="T34" fmla="*/ 134 w 208"/>
              <a:gd name="T35" fmla="*/ 28 h 294"/>
              <a:gd name="T36" fmla="*/ 38 w 208"/>
              <a:gd name="T37" fmla="*/ 216 h 294"/>
              <a:gd name="T38" fmla="*/ 38 w 208"/>
              <a:gd name="T39" fmla="*/ 226 h 294"/>
              <a:gd name="T40" fmla="*/ 38 w 208"/>
              <a:gd name="T41" fmla="*/ 254 h 294"/>
              <a:gd name="T42" fmla="*/ 48 w 208"/>
              <a:gd name="T43" fmla="*/ 254 h 294"/>
              <a:gd name="T44" fmla="*/ 48 w 208"/>
              <a:gd name="T45" fmla="*/ 198 h 294"/>
              <a:gd name="T46" fmla="*/ 38 w 208"/>
              <a:gd name="T47" fmla="*/ 160 h 294"/>
              <a:gd name="T48" fmla="*/ 38 w 208"/>
              <a:gd name="T49" fmla="*/ 170 h 294"/>
              <a:gd name="T50" fmla="*/ 48 w 208"/>
              <a:gd name="T51" fmla="*/ 132 h 294"/>
              <a:gd name="T52" fmla="*/ 38 w 208"/>
              <a:gd name="T53" fmla="*/ 132 h 294"/>
              <a:gd name="T54" fmla="*/ 48 w 208"/>
              <a:gd name="T55" fmla="*/ 114 h 294"/>
              <a:gd name="T56" fmla="*/ 66 w 208"/>
              <a:gd name="T57" fmla="*/ 218 h 294"/>
              <a:gd name="T58" fmla="*/ 66 w 208"/>
              <a:gd name="T59" fmla="*/ 226 h 294"/>
              <a:gd name="T60" fmla="*/ 66 w 208"/>
              <a:gd name="T61" fmla="*/ 254 h 294"/>
              <a:gd name="T62" fmla="*/ 170 w 208"/>
              <a:gd name="T63" fmla="*/ 254 h 294"/>
              <a:gd name="T64" fmla="*/ 170 w 208"/>
              <a:gd name="T65" fmla="*/ 198 h 294"/>
              <a:gd name="T66" fmla="*/ 66 w 208"/>
              <a:gd name="T67" fmla="*/ 160 h 294"/>
              <a:gd name="T68" fmla="*/ 66 w 208"/>
              <a:gd name="T69" fmla="*/ 170 h 294"/>
              <a:gd name="T70" fmla="*/ 170 w 208"/>
              <a:gd name="T71" fmla="*/ 132 h 294"/>
              <a:gd name="T72" fmla="*/ 66 w 208"/>
              <a:gd name="T73" fmla="*/ 132 h 294"/>
              <a:gd name="T74" fmla="*/ 170 w 208"/>
              <a:gd name="T75" fmla="*/ 114 h 294"/>
              <a:gd name="T76" fmla="*/ 190 w 208"/>
              <a:gd name="T77" fmla="*/ 294 h 294"/>
              <a:gd name="T78" fmla="*/ 12 w 208"/>
              <a:gd name="T79" fmla="*/ 292 h 294"/>
              <a:gd name="T80" fmla="*/ 0 w 208"/>
              <a:gd name="T81" fmla="*/ 274 h 294"/>
              <a:gd name="T82" fmla="*/ 2 w 208"/>
              <a:gd name="T83" fmla="*/ 38 h 294"/>
              <a:gd name="T84" fmla="*/ 20 w 208"/>
              <a:gd name="T85" fmla="*/ 28 h 294"/>
              <a:gd name="T86" fmla="*/ 28 w 208"/>
              <a:gd name="T87" fmla="*/ 48 h 294"/>
              <a:gd name="T88" fmla="*/ 22 w 208"/>
              <a:gd name="T89" fmla="*/ 50 h 294"/>
              <a:gd name="T90" fmla="*/ 20 w 208"/>
              <a:gd name="T91" fmla="*/ 264 h 294"/>
              <a:gd name="T92" fmla="*/ 22 w 208"/>
              <a:gd name="T93" fmla="*/ 272 h 294"/>
              <a:gd name="T94" fmla="*/ 180 w 208"/>
              <a:gd name="T95" fmla="*/ 274 h 294"/>
              <a:gd name="T96" fmla="*/ 188 w 208"/>
              <a:gd name="T97" fmla="*/ 272 h 294"/>
              <a:gd name="T98" fmla="*/ 190 w 208"/>
              <a:gd name="T99" fmla="*/ 56 h 294"/>
              <a:gd name="T100" fmla="*/ 188 w 208"/>
              <a:gd name="T101" fmla="*/ 50 h 294"/>
              <a:gd name="T102" fmla="*/ 142 w 208"/>
              <a:gd name="T103" fmla="*/ 48 h 294"/>
              <a:gd name="T104" fmla="*/ 190 w 208"/>
              <a:gd name="T105" fmla="*/ 28 h 294"/>
              <a:gd name="T106" fmla="*/ 208 w 208"/>
              <a:gd name="T107" fmla="*/ 38 h 294"/>
              <a:gd name="T108" fmla="*/ 208 w 208"/>
              <a:gd name="T109" fmla="*/ 274 h 294"/>
              <a:gd name="T110" fmla="*/ 198 w 208"/>
              <a:gd name="T111" fmla="*/ 292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08" h="294">
                <a:moveTo>
                  <a:pt x="104" y="28"/>
                </a:moveTo>
                <a:lnTo>
                  <a:pt x="104" y="28"/>
                </a:lnTo>
                <a:lnTo>
                  <a:pt x="100" y="28"/>
                </a:lnTo>
                <a:lnTo>
                  <a:pt x="98" y="30"/>
                </a:lnTo>
                <a:lnTo>
                  <a:pt x="96" y="34"/>
                </a:lnTo>
                <a:lnTo>
                  <a:pt x="96" y="36"/>
                </a:lnTo>
                <a:lnTo>
                  <a:pt x="96" y="36"/>
                </a:lnTo>
                <a:lnTo>
                  <a:pt x="96" y="40"/>
                </a:lnTo>
                <a:lnTo>
                  <a:pt x="98" y="44"/>
                </a:lnTo>
                <a:lnTo>
                  <a:pt x="100" y="46"/>
                </a:lnTo>
                <a:lnTo>
                  <a:pt x="104" y="46"/>
                </a:lnTo>
                <a:lnTo>
                  <a:pt x="104" y="46"/>
                </a:lnTo>
                <a:lnTo>
                  <a:pt x="108" y="46"/>
                </a:lnTo>
                <a:lnTo>
                  <a:pt x="112" y="44"/>
                </a:lnTo>
                <a:lnTo>
                  <a:pt x="114" y="40"/>
                </a:lnTo>
                <a:lnTo>
                  <a:pt x="114" y="36"/>
                </a:lnTo>
                <a:lnTo>
                  <a:pt x="114" y="36"/>
                </a:lnTo>
                <a:lnTo>
                  <a:pt x="114" y="34"/>
                </a:lnTo>
                <a:lnTo>
                  <a:pt x="112" y="30"/>
                </a:lnTo>
                <a:lnTo>
                  <a:pt x="108" y="28"/>
                </a:lnTo>
                <a:lnTo>
                  <a:pt x="104" y="28"/>
                </a:lnTo>
                <a:lnTo>
                  <a:pt x="104" y="28"/>
                </a:lnTo>
                <a:close/>
                <a:moveTo>
                  <a:pt x="162" y="58"/>
                </a:moveTo>
                <a:lnTo>
                  <a:pt x="162" y="58"/>
                </a:lnTo>
                <a:lnTo>
                  <a:pt x="166" y="58"/>
                </a:lnTo>
                <a:lnTo>
                  <a:pt x="168" y="60"/>
                </a:lnTo>
                <a:lnTo>
                  <a:pt x="170" y="62"/>
                </a:lnTo>
                <a:lnTo>
                  <a:pt x="170" y="66"/>
                </a:lnTo>
                <a:lnTo>
                  <a:pt x="170" y="66"/>
                </a:lnTo>
                <a:lnTo>
                  <a:pt x="170" y="84"/>
                </a:lnTo>
                <a:lnTo>
                  <a:pt x="38" y="84"/>
                </a:lnTo>
                <a:lnTo>
                  <a:pt x="38" y="84"/>
                </a:lnTo>
                <a:lnTo>
                  <a:pt x="38" y="66"/>
                </a:lnTo>
                <a:lnTo>
                  <a:pt x="38" y="66"/>
                </a:lnTo>
                <a:lnTo>
                  <a:pt x="40" y="62"/>
                </a:lnTo>
                <a:lnTo>
                  <a:pt x="42" y="60"/>
                </a:lnTo>
                <a:lnTo>
                  <a:pt x="44" y="58"/>
                </a:lnTo>
                <a:lnTo>
                  <a:pt x="48" y="58"/>
                </a:lnTo>
                <a:lnTo>
                  <a:pt x="76" y="58"/>
                </a:lnTo>
                <a:lnTo>
                  <a:pt x="76" y="58"/>
                </a:lnTo>
                <a:lnTo>
                  <a:pt x="76" y="28"/>
                </a:lnTo>
                <a:lnTo>
                  <a:pt x="76" y="28"/>
                </a:lnTo>
                <a:lnTo>
                  <a:pt x="78" y="18"/>
                </a:lnTo>
                <a:lnTo>
                  <a:pt x="84" y="8"/>
                </a:lnTo>
                <a:lnTo>
                  <a:pt x="94" y="2"/>
                </a:lnTo>
                <a:lnTo>
                  <a:pt x="98" y="0"/>
                </a:lnTo>
                <a:lnTo>
                  <a:pt x="104" y="0"/>
                </a:lnTo>
                <a:lnTo>
                  <a:pt x="104" y="0"/>
                </a:lnTo>
                <a:lnTo>
                  <a:pt x="110" y="0"/>
                </a:lnTo>
                <a:lnTo>
                  <a:pt x="116" y="2"/>
                </a:lnTo>
                <a:lnTo>
                  <a:pt x="124" y="8"/>
                </a:lnTo>
                <a:lnTo>
                  <a:pt x="132" y="18"/>
                </a:lnTo>
                <a:lnTo>
                  <a:pt x="134" y="28"/>
                </a:lnTo>
                <a:lnTo>
                  <a:pt x="134" y="28"/>
                </a:lnTo>
                <a:lnTo>
                  <a:pt x="134" y="58"/>
                </a:lnTo>
                <a:lnTo>
                  <a:pt x="162" y="58"/>
                </a:lnTo>
                <a:close/>
                <a:moveTo>
                  <a:pt x="38" y="216"/>
                </a:moveTo>
                <a:lnTo>
                  <a:pt x="48" y="216"/>
                </a:lnTo>
                <a:lnTo>
                  <a:pt x="48" y="226"/>
                </a:lnTo>
                <a:lnTo>
                  <a:pt x="38" y="226"/>
                </a:lnTo>
                <a:lnTo>
                  <a:pt x="38" y="216"/>
                </a:lnTo>
                <a:close/>
                <a:moveTo>
                  <a:pt x="48" y="254"/>
                </a:moveTo>
                <a:lnTo>
                  <a:pt x="38" y="254"/>
                </a:lnTo>
                <a:lnTo>
                  <a:pt x="38" y="246"/>
                </a:lnTo>
                <a:lnTo>
                  <a:pt x="48" y="246"/>
                </a:lnTo>
                <a:lnTo>
                  <a:pt x="48" y="254"/>
                </a:lnTo>
                <a:close/>
                <a:moveTo>
                  <a:pt x="38" y="188"/>
                </a:moveTo>
                <a:lnTo>
                  <a:pt x="48" y="188"/>
                </a:lnTo>
                <a:lnTo>
                  <a:pt x="48" y="198"/>
                </a:lnTo>
                <a:lnTo>
                  <a:pt x="38" y="198"/>
                </a:lnTo>
                <a:lnTo>
                  <a:pt x="38" y="188"/>
                </a:lnTo>
                <a:close/>
                <a:moveTo>
                  <a:pt x="38" y="160"/>
                </a:moveTo>
                <a:lnTo>
                  <a:pt x="48" y="160"/>
                </a:lnTo>
                <a:lnTo>
                  <a:pt x="48" y="170"/>
                </a:lnTo>
                <a:lnTo>
                  <a:pt x="38" y="170"/>
                </a:lnTo>
                <a:lnTo>
                  <a:pt x="38" y="160"/>
                </a:lnTo>
                <a:close/>
                <a:moveTo>
                  <a:pt x="38" y="132"/>
                </a:moveTo>
                <a:lnTo>
                  <a:pt x="48" y="132"/>
                </a:lnTo>
                <a:lnTo>
                  <a:pt x="48" y="142"/>
                </a:lnTo>
                <a:lnTo>
                  <a:pt x="38" y="142"/>
                </a:lnTo>
                <a:lnTo>
                  <a:pt x="38" y="132"/>
                </a:lnTo>
                <a:close/>
                <a:moveTo>
                  <a:pt x="38" y="104"/>
                </a:moveTo>
                <a:lnTo>
                  <a:pt x="48" y="104"/>
                </a:lnTo>
                <a:lnTo>
                  <a:pt x="48" y="114"/>
                </a:lnTo>
                <a:lnTo>
                  <a:pt x="38" y="114"/>
                </a:lnTo>
                <a:lnTo>
                  <a:pt x="38" y="104"/>
                </a:lnTo>
                <a:close/>
                <a:moveTo>
                  <a:pt x="66" y="218"/>
                </a:moveTo>
                <a:lnTo>
                  <a:pt x="170" y="218"/>
                </a:lnTo>
                <a:lnTo>
                  <a:pt x="170" y="226"/>
                </a:lnTo>
                <a:lnTo>
                  <a:pt x="66" y="226"/>
                </a:lnTo>
                <a:lnTo>
                  <a:pt x="66" y="218"/>
                </a:lnTo>
                <a:close/>
                <a:moveTo>
                  <a:pt x="170" y="254"/>
                </a:moveTo>
                <a:lnTo>
                  <a:pt x="66" y="254"/>
                </a:lnTo>
                <a:lnTo>
                  <a:pt x="66" y="246"/>
                </a:lnTo>
                <a:lnTo>
                  <a:pt x="170" y="246"/>
                </a:lnTo>
                <a:lnTo>
                  <a:pt x="170" y="254"/>
                </a:lnTo>
                <a:close/>
                <a:moveTo>
                  <a:pt x="66" y="188"/>
                </a:moveTo>
                <a:lnTo>
                  <a:pt x="170" y="188"/>
                </a:lnTo>
                <a:lnTo>
                  <a:pt x="170" y="198"/>
                </a:lnTo>
                <a:lnTo>
                  <a:pt x="66" y="198"/>
                </a:lnTo>
                <a:lnTo>
                  <a:pt x="66" y="188"/>
                </a:lnTo>
                <a:close/>
                <a:moveTo>
                  <a:pt x="66" y="160"/>
                </a:moveTo>
                <a:lnTo>
                  <a:pt x="170" y="160"/>
                </a:lnTo>
                <a:lnTo>
                  <a:pt x="170" y="170"/>
                </a:lnTo>
                <a:lnTo>
                  <a:pt x="66" y="170"/>
                </a:lnTo>
                <a:lnTo>
                  <a:pt x="66" y="160"/>
                </a:lnTo>
                <a:close/>
                <a:moveTo>
                  <a:pt x="66" y="132"/>
                </a:moveTo>
                <a:lnTo>
                  <a:pt x="170" y="132"/>
                </a:lnTo>
                <a:lnTo>
                  <a:pt x="170" y="142"/>
                </a:lnTo>
                <a:lnTo>
                  <a:pt x="66" y="142"/>
                </a:lnTo>
                <a:lnTo>
                  <a:pt x="66" y="132"/>
                </a:lnTo>
                <a:close/>
                <a:moveTo>
                  <a:pt x="66" y="104"/>
                </a:moveTo>
                <a:lnTo>
                  <a:pt x="170" y="104"/>
                </a:lnTo>
                <a:lnTo>
                  <a:pt x="170" y="114"/>
                </a:lnTo>
                <a:lnTo>
                  <a:pt x="66" y="114"/>
                </a:lnTo>
                <a:lnTo>
                  <a:pt x="66" y="104"/>
                </a:lnTo>
                <a:close/>
                <a:moveTo>
                  <a:pt x="190" y="294"/>
                </a:moveTo>
                <a:lnTo>
                  <a:pt x="20" y="294"/>
                </a:lnTo>
                <a:lnTo>
                  <a:pt x="20" y="294"/>
                </a:lnTo>
                <a:lnTo>
                  <a:pt x="12" y="292"/>
                </a:lnTo>
                <a:lnTo>
                  <a:pt x="6" y="288"/>
                </a:lnTo>
                <a:lnTo>
                  <a:pt x="2" y="282"/>
                </a:lnTo>
                <a:lnTo>
                  <a:pt x="0" y="274"/>
                </a:lnTo>
                <a:lnTo>
                  <a:pt x="0" y="46"/>
                </a:lnTo>
                <a:lnTo>
                  <a:pt x="0" y="46"/>
                </a:lnTo>
                <a:lnTo>
                  <a:pt x="2" y="38"/>
                </a:lnTo>
                <a:lnTo>
                  <a:pt x="6" y="32"/>
                </a:lnTo>
                <a:lnTo>
                  <a:pt x="12" y="28"/>
                </a:lnTo>
                <a:lnTo>
                  <a:pt x="20" y="28"/>
                </a:lnTo>
                <a:lnTo>
                  <a:pt x="66" y="28"/>
                </a:lnTo>
                <a:lnTo>
                  <a:pt x="66" y="48"/>
                </a:lnTo>
                <a:lnTo>
                  <a:pt x="28" y="48"/>
                </a:lnTo>
                <a:lnTo>
                  <a:pt x="28" y="48"/>
                </a:lnTo>
                <a:lnTo>
                  <a:pt x="26" y="48"/>
                </a:lnTo>
                <a:lnTo>
                  <a:pt x="22" y="50"/>
                </a:lnTo>
                <a:lnTo>
                  <a:pt x="20" y="52"/>
                </a:lnTo>
                <a:lnTo>
                  <a:pt x="20" y="56"/>
                </a:lnTo>
                <a:lnTo>
                  <a:pt x="20" y="264"/>
                </a:lnTo>
                <a:lnTo>
                  <a:pt x="20" y="264"/>
                </a:lnTo>
                <a:lnTo>
                  <a:pt x="20" y="268"/>
                </a:lnTo>
                <a:lnTo>
                  <a:pt x="22" y="272"/>
                </a:lnTo>
                <a:lnTo>
                  <a:pt x="26" y="274"/>
                </a:lnTo>
                <a:lnTo>
                  <a:pt x="28" y="274"/>
                </a:lnTo>
                <a:lnTo>
                  <a:pt x="180" y="274"/>
                </a:lnTo>
                <a:lnTo>
                  <a:pt x="180" y="274"/>
                </a:lnTo>
                <a:lnTo>
                  <a:pt x="184" y="274"/>
                </a:lnTo>
                <a:lnTo>
                  <a:pt x="188" y="272"/>
                </a:lnTo>
                <a:lnTo>
                  <a:pt x="190" y="268"/>
                </a:lnTo>
                <a:lnTo>
                  <a:pt x="190" y="264"/>
                </a:lnTo>
                <a:lnTo>
                  <a:pt x="190" y="56"/>
                </a:lnTo>
                <a:lnTo>
                  <a:pt x="190" y="56"/>
                </a:lnTo>
                <a:lnTo>
                  <a:pt x="190" y="52"/>
                </a:lnTo>
                <a:lnTo>
                  <a:pt x="188" y="50"/>
                </a:lnTo>
                <a:lnTo>
                  <a:pt x="184" y="48"/>
                </a:lnTo>
                <a:lnTo>
                  <a:pt x="180" y="48"/>
                </a:lnTo>
                <a:lnTo>
                  <a:pt x="142" y="48"/>
                </a:lnTo>
                <a:lnTo>
                  <a:pt x="142" y="28"/>
                </a:lnTo>
                <a:lnTo>
                  <a:pt x="190" y="28"/>
                </a:lnTo>
                <a:lnTo>
                  <a:pt x="190" y="28"/>
                </a:lnTo>
                <a:lnTo>
                  <a:pt x="198" y="28"/>
                </a:lnTo>
                <a:lnTo>
                  <a:pt x="204" y="32"/>
                </a:lnTo>
                <a:lnTo>
                  <a:pt x="208" y="38"/>
                </a:lnTo>
                <a:lnTo>
                  <a:pt x="208" y="46"/>
                </a:lnTo>
                <a:lnTo>
                  <a:pt x="208" y="274"/>
                </a:lnTo>
                <a:lnTo>
                  <a:pt x="208" y="274"/>
                </a:lnTo>
                <a:lnTo>
                  <a:pt x="208" y="282"/>
                </a:lnTo>
                <a:lnTo>
                  <a:pt x="204" y="288"/>
                </a:lnTo>
                <a:lnTo>
                  <a:pt x="198" y="292"/>
                </a:lnTo>
                <a:lnTo>
                  <a:pt x="190" y="294"/>
                </a:lnTo>
                <a:lnTo>
                  <a:pt x="190" y="294"/>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a:p>
        </p:txBody>
      </p:sp>
      <p:sp>
        <p:nvSpPr>
          <p:cNvPr id="32" name="Freeform 70">
            <a:extLst>
              <a:ext uri="{FF2B5EF4-FFF2-40B4-BE49-F238E27FC236}">
                <a16:creationId xmlns:a16="http://schemas.microsoft.com/office/drawing/2014/main" id="{426BF9C0-16DE-4453-9CE2-8DACA626CDBC}"/>
              </a:ext>
            </a:extLst>
          </p:cNvPr>
          <p:cNvSpPr>
            <a:spLocks noEditPoints="1"/>
          </p:cNvSpPr>
          <p:nvPr/>
        </p:nvSpPr>
        <p:spPr bwMode="auto">
          <a:xfrm>
            <a:off x="1210412" y="1152610"/>
            <a:ext cx="761238" cy="738981"/>
          </a:xfrm>
          <a:custGeom>
            <a:avLst/>
            <a:gdLst/>
            <a:ahLst/>
            <a:cxnLst>
              <a:cxn ang="0">
                <a:pos x="233" y="263"/>
              </a:cxn>
              <a:cxn ang="0">
                <a:pos x="203" y="418"/>
              </a:cxn>
              <a:cxn ang="0">
                <a:pos x="214" y="244"/>
              </a:cxn>
              <a:cxn ang="0">
                <a:pos x="333" y="223"/>
              </a:cxn>
              <a:cxn ang="0">
                <a:pos x="252" y="177"/>
              </a:cxn>
              <a:cxn ang="0">
                <a:pos x="280" y="135"/>
              </a:cxn>
              <a:cxn ang="0">
                <a:pos x="284" y="83"/>
              </a:cxn>
              <a:cxn ang="0">
                <a:pos x="218" y="0"/>
              </a:cxn>
              <a:cxn ang="0">
                <a:pos x="150" y="34"/>
              </a:cxn>
              <a:cxn ang="0">
                <a:pos x="141" y="86"/>
              </a:cxn>
              <a:cxn ang="0">
                <a:pos x="154" y="138"/>
              </a:cxn>
              <a:cxn ang="0">
                <a:pos x="154" y="199"/>
              </a:cxn>
              <a:cxn ang="0">
                <a:pos x="185" y="237"/>
              </a:cxn>
              <a:cxn ang="0">
                <a:pos x="359" y="235"/>
              </a:cxn>
              <a:cxn ang="0">
                <a:pos x="375" y="255"/>
              </a:cxn>
              <a:cxn ang="0">
                <a:pos x="407" y="423"/>
              </a:cxn>
              <a:cxn ang="0">
                <a:pos x="306" y="373"/>
              </a:cxn>
              <a:cxn ang="0">
                <a:pos x="358" y="354"/>
              </a:cxn>
              <a:cxn ang="0">
                <a:pos x="347" y="355"/>
              </a:cxn>
              <a:cxn ang="0">
                <a:pos x="347" y="247"/>
              </a:cxn>
              <a:cxn ang="0">
                <a:pos x="232" y="417"/>
              </a:cxn>
              <a:cxn ang="0">
                <a:pos x="285" y="373"/>
              </a:cxn>
              <a:cxn ang="0">
                <a:pos x="336" y="356"/>
              </a:cxn>
              <a:cxn ang="0">
                <a:pos x="70" y="235"/>
              </a:cxn>
              <a:cxn ang="0">
                <a:pos x="54" y="255"/>
              </a:cxn>
              <a:cxn ang="0">
                <a:pos x="22" y="423"/>
              </a:cxn>
              <a:cxn ang="0">
                <a:pos x="122" y="373"/>
              </a:cxn>
              <a:cxn ang="0">
                <a:pos x="71" y="354"/>
              </a:cxn>
              <a:cxn ang="0">
                <a:pos x="81" y="355"/>
              </a:cxn>
              <a:cxn ang="0">
                <a:pos x="82" y="247"/>
              </a:cxn>
              <a:cxn ang="0">
                <a:pos x="196" y="417"/>
              </a:cxn>
              <a:cxn ang="0">
                <a:pos x="144" y="373"/>
              </a:cxn>
              <a:cxn ang="0">
                <a:pos x="92" y="356"/>
              </a:cxn>
            </a:cxnLst>
            <a:rect l="0" t="0" r="r" b="b"/>
            <a:pathLst>
              <a:path w="429" h="433">
                <a:moveTo>
                  <a:pt x="195" y="263"/>
                </a:moveTo>
                <a:cubicBezTo>
                  <a:pt x="208" y="267"/>
                  <a:pt x="221" y="267"/>
                  <a:pt x="233" y="263"/>
                </a:cubicBezTo>
                <a:cubicBezTo>
                  <a:pt x="226" y="418"/>
                  <a:pt x="226" y="418"/>
                  <a:pt x="226" y="418"/>
                </a:cubicBezTo>
                <a:cubicBezTo>
                  <a:pt x="219" y="421"/>
                  <a:pt x="209" y="421"/>
                  <a:pt x="203" y="418"/>
                </a:cubicBezTo>
                <a:cubicBezTo>
                  <a:pt x="195" y="263"/>
                  <a:pt x="195" y="263"/>
                  <a:pt x="195" y="263"/>
                </a:cubicBezTo>
                <a:close/>
                <a:moveTo>
                  <a:pt x="214" y="244"/>
                </a:moveTo>
                <a:cubicBezTo>
                  <a:pt x="223" y="244"/>
                  <a:pt x="232" y="241"/>
                  <a:pt x="243" y="237"/>
                </a:cubicBezTo>
                <a:cubicBezTo>
                  <a:pt x="275" y="224"/>
                  <a:pt x="303" y="219"/>
                  <a:pt x="333" y="223"/>
                </a:cubicBezTo>
                <a:cubicBezTo>
                  <a:pt x="275" y="199"/>
                  <a:pt x="275" y="199"/>
                  <a:pt x="275" y="199"/>
                </a:cubicBezTo>
                <a:cubicBezTo>
                  <a:pt x="264" y="193"/>
                  <a:pt x="255" y="185"/>
                  <a:pt x="252" y="177"/>
                </a:cubicBezTo>
                <a:cubicBezTo>
                  <a:pt x="263" y="166"/>
                  <a:pt x="271" y="151"/>
                  <a:pt x="275" y="138"/>
                </a:cubicBezTo>
                <a:cubicBezTo>
                  <a:pt x="280" y="135"/>
                  <a:pt x="280" y="135"/>
                  <a:pt x="280" y="135"/>
                </a:cubicBezTo>
                <a:cubicBezTo>
                  <a:pt x="286" y="117"/>
                  <a:pt x="288" y="101"/>
                  <a:pt x="288" y="86"/>
                </a:cubicBezTo>
                <a:cubicBezTo>
                  <a:pt x="284" y="83"/>
                  <a:pt x="284" y="83"/>
                  <a:pt x="284" y="83"/>
                </a:cubicBezTo>
                <a:cubicBezTo>
                  <a:pt x="285" y="70"/>
                  <a:pt x="285" y="46"/>
                  <a:pt x="278" y="34"/>
                </a:cubicBezTo>
                <a:cubicBezTo>
                  <a:pt x="267" y="14"/>
                  <a:pt x="240" y="0"/>
                  <a:pt x="218" y="0"/>
                </a:cubicBezTo>
                <a:cubicBezTo>
                  <a:pt x="210" y="0"/>
                  <a:pt x="210" y="0"/>
                  <a:pt x="210" y="0"/>
                </a:cubicBezTo>
                <a:cubicBezTo>
                  <a:pt x="188" y="0"/>
                  <a:pt x="161" y="14"/>
                  <a:pt x="150" y="34"/>
                </a:cubicBezTo>
                <a:cubicBezTo>
                  <a:pt x="144" y="46"/>
                  <a:pt x="144" y="70"/>
                  <a:pt x="145" y="83"/>
                </a:cubicBezTo>
                <a:cubicBezTo>
                  <a:pt x="141" y="86"/>
                  <a:pt x="141" y="86"/>
                  <a:pt x="141" y="86"/>
                </a:cubicBezTo>
                <a:cubicBezTo>
                  <a:pt x="140" y="101"/>
                  <a:pt x="142" y="117"/>
                  <a:pt x="149" y="135"/>
                </a:cubicBezTo>
                <a:cubicBezTo>
                  <a:pt x="154" y="138"/>
                  <a:pt x="154" y="138"/>
                  <a:pt x="154" y="138"/>
                </a:cubicBezTo>
                <a:cubicBezTo>
                  <a:pt x="157" y="151"/>
                  <a:pt x="166" y="166"/>
                  <a:pt x="176" y="177"/>
                </a:cubicBezTo>
                <a:cubicBezTo>
                  <a:pt x="173" y="185"/>
                  <a:pt x="165" y="193"/>
                  <a:pt x="154" y="199"/>
                </a:cubicBezTo>
                <a:cubicBezTo>
                  <a:pt x="96" y="223"/>
                  <a:pt x="96" y="223"/>
                  <a:pt x="96" y="223"/>
                </a:cubicBezTo>
                <a:cubicBezTo>
                  <a:pt x="126" y="219"/>
                  <a:pt x="154" y="224"/>
                  <a:pt x="185" y="237"/>
                </a:cubicBezTo>
                <a:cubicBezTo>
                  <a:pt x="196" y="241"/>
                  <a:pt x="205" y="244"/>
                  <a:pt x="214" y="244"/>
                </a:cubicBezTo>
                <a:close/>
                <a:moveTo>
                  <a:pt x="359" y="235"/>
                </a:moveTo>
                <a:cubicBezTo>
                  <a:pt x="363" y="238"/>
                  <a:pt x="366" y="241"/>
                  <a:pt x="369" y="246"/>
                </a:cubicBezTo>
                <a:cubicBezTo>
                  <a:pt x="371" y="249"/>
                  <a:pt x="374" y="252"/>
                  <a:pt x="375" y="255"/>
                </a:cubicBezTo>
                <a:cubicBezTo>
                  <a:pt x="419" y="352"/>
                  <a:pt x="419" y="352"/>
                  <a:pt x="419" y="352"/>
                </a:cubicBezTo>
                <a:cubicBezTo>
                  <a:pt x="427" y="368"/>
                  <a:pt x="429" y="420"/>
                  <a:pt x="407" y="423"/>
                </a:cubicBezTo>
                <a:cubicBezTo>
                  <a:pt x="315" y="430"/>
                  <a:pt x="315" y="430"/>
                  <a:pt x="315" y="430"/>
                </a:cubicBezTo>
                <a:cubicBezTo>
                  <a:pt x="285" y="433"/>
                  <a:pt x="282" y="377"/>
                  <a:pt x="306" y="373"/>
                </a:cubicBezTo>
                <a:cubicBezTo>
                  <a:pt x="360" y="364"/>
                  <a:pt x="360" y="364"/>
                  <a:pt x="360" y="364"/>
                </a:cubicBezTo>
                <a:cubicBezTo>
                  <a:pt x="361" y="360"/>
                  <a:pt x="360" y="357"/>
                  <a:pt x="358" y="354"/>
                </a:cubicBezTo>
                <a:cubicBezTo>
                  <a:pt x="357" y="353"/>
                  <a:pt x="357" y="353"/>
                  <a:pt x="355" y="353"/>
                </a:cubicBezTo>
                <a:cubicBezTo>
                  <a:pt x="347" y="355"/>
                  <a:pt x="347" y="355"/>
                  <a:pt x="347" y="355"/>
                </a:cubicBezTo>
                <a:cubicBezTo>
                  <a:pt x="351" y="315"/>
                  <a:pt x="354" y="276"/>
                  <a:pt x="359" y="235"/>
                </a:cubicBezTo>
                <a:close/>
                <a:moveTo>
                  <a:pt x="347" y="247"/>
                </a:moveTo>
                <a:cubicBezTo>
                  <a:pt x="317" y="241"/>
                  <a:pt x="283" y="243"/>
                  <a:pt x="240" y="263"/>
                </a:cubicBezTo>
                <a:cubicBezTo>
                  <a:pt x="232" y="417"/>
                  <a:pt x="232" y="417"/>
                  <a:pt x="232" y="417"/>
                </a:cubicBezTo>
                <a:cubicBezTo>
                  <a:pt x="248" y="411"/>
                  <a:pt x="264" y="405"/>
                  <a:pt x="279" y="401"/>
                </a:cubicBezTo>
                <a:cubicBezTo>
                  <a:pt x="277" y="392"/>
                  <a:pt x="280" y="380"/>
                  <a:pt x="285" y="373"/>
                </a:cubicBezTo>
                <a:cubicBezTo>
                  <a:pt x="290" y="365"/>
                  <a:pt x="299" y="362"/>
                  <a:pt x="307" y="361"/>
                </a:cubicBezTo>
                <a:cubicBezTo>
                  <a:pt x="336" y="356"/>
                  <a:pt x="336" y="356"/>
                  <a:pt x="336" y="356"/>
                </a:cubicBezTo>
                <a:cubicBezTo>
                  <a:pt x="347" y="247"/>
                  <a:pt x="347" y="247"/>
                  <a:pt x="347" y="247"/>
                </a:cubicBezTo>
                <a:close/>
                <a:moveTo>
                  <a:pt x="70" y="235"/>
                </a:moveTo>
                <a:cubicBezTo>
                  <a:pt x="66" y="238"/>
                  <a:pt x="62" y="241"/>
                  <a:pt x="59" y="246"/>
                </a:cubicBezTo>
                <a:cubicBezTo>
                  <a:pt x="57" y="249"/>
                  <a:pt x="55" y="252"/>
                  <a:pt x="54" y="255"/>
                </a:cubicBezTo>
                <a:cubicBezTo>
                  <a:pt x="9" y="352"/>
                  <a:pt x="9" y="352"/>
                  <a:pt x="9" y="352"/>
                </a:cubicBezTo>
                <a:cubicBezTo>
                  <a:pt x="2" y="368"/>
                  <a:pt x="0" y="420"/>
                  <a:pt x="22" y="423"/>
                </a:cubicBezTo>
                <a:cubicBezTo>
                  <a:pt x="113" y="430"/>
                  <a:pt x="113" y="430"/>
                  <a:pt x="113" y="430"/>
                </a:cubicBezTo>
                <a:cubicBezTo>
                  <a:pt x="144" y="433"/>
                  <a:pt x="147" y="377"/>
                  <a:pt x="122" y="373"/>
                </a:cubicBezTo>
                <a:cubicBezTo>
                  <a:pt x="69" y="364"/>
                  <a:pt x="69" y="364"/>
                  <a:pt x="69" y="364"/>
                </a:cubicBezTo>
                <a:cubicBezTo>
                  <a:pt x="68" y="360"/>
                  <a:pt x="69" y="357"/>
                  <a:pt x="71" y="354"/>
                </a:cubicBezTo>
                <a:cubicBezTo>
                  <a:pt x="72" y="353"/>
                  <a:pt x="72" y="353"/>
                  <a:pt x="73" y="353"/>
                </a:cubicBezTo>
                <a:cubicBezTo>
                  <a:pt x="81" y="355"/>
                  <a:pt x="81" y="355"/>
                  <a:pt x="81" y="355"/>
                </a:cubicBezTo>
                <a:cubicBezTo>
                  <a:pt x="78" y="315"/>
                  <a:pt x="74" y="276"/>
                  <a:pt x="70" y="235"/>
                </a:cubicBezTo>
                <a:close/>
                <a:moveTo>
                  <a:pt x="82" y="247"/>
                </a:moveTo>
                <a:cubicBezTo>
                  <a:pt x="111" y="241"/>
                  <a:pt x="145" y="243"/>
                  <a:pt x="189" y="263"/>
                </a:cubicBezTo>
                <a:cubicBezTo>
                  <a:pt x="196" y="417"/>
                  <a:pt x="196" y="417"/>
                  <a:pt x="196" y="417"/>
                </a:cubicBezTo>
                <a:cubicBezTo>
                  <a:pt x="180" y="411"/>
                  <a:pt x="165" y="405"/>
                  <a:pt x="150" y="401"/>
                </a:cubicBezTo>
                <a:cubicBezTo>
                  <a:pt x="151" y="392"/>
                  <a:pt x="149" y="380"/>
                  <a:pt x="144" y="373"/>
                </a:cubicBezTo>
                <a:cubicBezTo>
                  <a:pt x="138" y="365"/>
                  <a:pt x="130" y="362"/>
                  <a:pt x="121" y="361"/>
                </a:cubicBezTo>
                <a:cubicBezTo>
                  <a:pt x="92" y="356"/>
                  <a:pt x="92" y="356"/>
                  <a:pt x="92" y="356"/>
                </a:cubicBezTo>
                <a:cubicBezTo>
                  <a:pt x="82" y="247"/>
                  <a:pt x="82" y="247"/>
                  <a:pt x="82" y="247"/>
                </a:cubicBezTo>
                <a:close/>
              </a:path>
            </a:pathLst>
          </a:custGeom>
          <a:solidFill>
            <a:schemeClr val="tx1"/>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nvGrpSpPr>
          <p:cNvPr id="33" name="Group 32">
            <a:extLst>
              <a:ext uri="{FF2B5EF4-FFF2-40B4-BE49-F238E27FC236}">
                <a16:creationId xmlns:a16="http://schemas.microsoft.com/office/drawing/2014/main" id="{68F47807-A768-4D21-88E4-594B10BD2402}"/>
              </a:ext>
            </a:extLst>
          </p:cNvPr>
          <p:cNvGrpSpPr/>
          <p:nvPr/>
        </p:nvGrpSpPr>
        <p:grpSpPr>
          <a:xfrm>
            <a:off x="4152271" y="1227251"/>
            <a:ext cx="698266" cy="606922"/>
            <a:chOff x="7515225" y="2276475"/>
            <a:chExt cx="549275" cy="476250"/>
          </a:xfrm>
          <a:solidFill>
            <a:schemeClr val="tx1"/>
          </a:solidFill>
        </p:grpSpPr>
        <p:sp>
          <p:nvSpPr>
            <p:cNvPr id="34" name="Freeform 30">
              <a:extLst>
                <a:ext uri="{FF2B5EF4-FFF2-40B4-BE49-F238E27FC236}">
                  <a16:creationId xmlns:a16="http://schemas.microsoft.com/office/drawing/2014/main" id="{B800A1C9-EEF9-486C-96A8-F1E6493F2693}"/>
                </a:ext>
              </a:extLst>
            </p:cNvPr>
            <p:cNvSpPr>
              <a:spLocks noEditPoints="1"/>
            </p:cNvSpPr>
            <p:nvPr/>
          </p:nvSpPr>
          <p:spPr bwMode="auto">
            <a:xfrm>
              <a:off x="7515225" y="2276475"/>
              <a:ext cx="549275" cy="476250"/>
            </a:xfrm>
            <a:custGeom>
              <a:avLst/>
              <a:gdLst>
                <a:gd name="T0" fmla="*/ 34 w 346"/>
                <a:gd name="T1" fmla="*/ 62 h 300"/>
                <a:gd name="T2" fmla="*/ 346 w 346"/>
                <a:gd name="T3" fmla="*/ 238 h 300"/>
                <a:gd name="T4" fmla="*/ 316 w 346"/>
                <a:gd name="T5" fmla="*/ 16 h 300"/>
                <a:gd name="T6" fmla="*/ 332 w 346"/>
                <a:gd name="T7" fmla="*/ 32 h 300"/>
                <a:gd name="T8" fmla="*/ 316 w 346"/>
                <a:gd name="T9" fmla="*/ 46 h 300"/>
                <a:gd name="T10" fmla="*/ 278 w 346"/>
                <a:gd name="T11" fmla="*/ 38 h 300"/>
                <a:gd name="T12" fmla="*/ 286 w 346"/>
                <a:gd name="T13" fmla="*/ 18 h 300"/>
                <a:gd name="T14" fmla="*/ 250 w 346"/>
                <a:gd name="T15" fmla="*/ 16 h 300"/>
                <a:gd name="T16" fmla="*/ 266 w 346"/>
                <a:gd name="T17" fmla="*/ 32 h 300"/>
                <a:gd name="T18" fmla="*/ 228 w 346"/>
                <a:gd name="T19" fmla="*/ 46 h 300"/>
                <a:gd name="T20" fmla="*/ 210 w 346"/>
                <a:gd name="T21" fmla="*/ 32 h 300"/>
                <a:gd name="T22" fmla="*/ 228 w 346"/>
                <a:gd name="T23" fmla="*/ 16 h 300"/>
                <a:gd name="T24" fmla="*/ 190 w 346"/>
                <a:gd name="T25" fmla="*/ 18 h 300"/>
                <a:gd name="T26" fmla="*/ 200 w 346"/>
                <a:gd name="T27" fmla="*/ 38 h 300"/>
                <a:gd name="T28" fmla="*/ 162 w 346"/>
                <a:gd name="T29" fmla="*/ 46 h 300"/>
                <a:gd name="T30" fmla="*/ 146 w 346"/>
                <a:gd name="T31" fmla="*/ 32 h 300"/>
                <a:gd name="T32" fmla="*/ 162 w 346"/>
                <a:gd name="T33" fmla="*/ 16 h 300"/>
                <a:gd name="T34" fmla="*/ 130 w 346"/>
                <a:gd name="T35" fmla="*/ 20 h 300"/>
                <a:gd name="T36" fmla="*/ 130 w 346"/>
                <a:gd name="T37" fmla="*/ 42 h 300"/>
                <a:gd name="T38" fmla="*/ 90 w 346"/>
                <a:gd name="T39" fmla="*/ 46 h 300"/>
                <a:gd name="T40" fmla="*/ 80 w 346"/>
                <a:gd name="T41" fmla="*/ 26 h 300"/>
                <a:gd name="T42" fmla="*/ 14 w 346"/>
                <a:gd name="T43" fmla="*/ 32 h 300"/>
                <a:gd name="T44" fmla="*/ 30 w 346"/>
                <a:gd name="T45" fmla="*/ 16 h 300"/>
                <a:gd name="T46" fmla="*/ 68 w 346"/>
                <a:gd name="T47" fmla="*/ 26 h 300"/>
                <a:gd name="T48" fmla="*/ 60 w 346"/>
                <a:gd name="T49" fmla="*/ 46 h 300"/>
                <a:gd name="T50" fmla="*/ 18 w 346"/>
                <a:gd name="T51" fmla="*/ 42 h 300"/>
                <a:gd name="T52" fmla="*/ 30 w 346"/>
                <a:gd name="T53" fmla="*/ 284 h 300"/>
                <a:gd name="T54" fmla="*/ 14 w 346"/>
                <a:gd name="T55" fmla="*/ 270 h 300"/>
                <a:gd name="T56" fmla="*/ 30 w 346"/>
                <a:gd name="T57" fmla="*/ 254 h 300"/>
                <a:gd name="T58" fmla="*/ 68 w 346"/>
                <a:gd name="T59" fmla="*/ 264 h 300"/>
                <a:gd name="T60" fmla="*/ 60 w 346"/>
                <a:gd name="T61" fmla="*/ 284 h 300"/>
                <a:gd name="T62" fmla="*/ 96 w 346"/>
                <a:gd name="T63" fmla="*/ 284 h 300"/>
                <a:gd name="T64" fmla="*/ 80 w 346"/>
                <a:gd name="T65" fmla="*/ 270 h 300"/>
                <a:gd name="T66" fmla="*/ 118 w 346"/>
                <a:gd name="T67" fmla="*/ 254 h 300"/>
                <a:gd name="T68" fmla="*/ 134 w 346"/>
                <a:gd name="T69" fmla="*/ 270 h 300"/>
                <a:gd name="T70" fmla="*/ 118 w 346"/>
                <a:gd name="T71" fmla="*/ 284 h 300"/>
                <a:gd name="T72" fmla="*/ 154 w 346"/>
                <a:gd name="T73" fmla="*/ 284 h 300"/>
                <a:gd name="T74" fmla="*/ 146 w 346"/>
                <a:gd name="T75" fmla="*/ 264 h 300"/>
                <a:gd name="T76" fmla="*/ 184 w 346"/>
                <a:gd name="T77" fmla="*/ 254 h 300"/>
                <a:gd name="T78" fmla="*/ 200 w 346"/>
                <a:gd name="T79" fmla="*/ 270 h 300"/>
                <a:gd name="T80" fmla="*/ 184 w 346"/>
                <a:gd name="T81" fmla="*/ 284 h 300"/>
                <a:gd name="T82" fmla="*/ 216 w 346"/>
                <a:gd name="T83" fmla="*/ 280 h 300"/>
                <a:gd name="T84" fmla="*/ 216 w 346"/>
                <a:gd name="T85" fmla="*/ 258 h 300"/>
                <a:gd name="T86" fmla="*/ 256 w 346"/>
                <a:gd name="T87" fmla="*/ 256 h 300"/>
                <a:gd name="T88" fmla="*/ 266 w 346"/>
                <a:gd name="T89" fmla="*/ 276 h 300"/>
                <a:gd name="T90" fmla="*/ 332 w 346"/>
                <a:gd name="T91" fmla="*/ 270 h 300"/>
                <a:gd name="T92" fmla="*/ 316 w 346"/>
                <a:gd name="T93" fmla="*/ 284 h 300"/>
                <a:gd name="T94" fmla="*/ 278 w 346"/>
                <a:gd name="T95" fmla="*/ 276 h 300"/>
                <a:gd name="T96" fmla="*/ 286 w 346"/>
                <a:gd name="T97" fmla="*/ 256 h 300"/>
                <a:gd name="T98" fmla="*/ 328 w 346"/>
                <a:gd name="T99" fmla="*/ 258 h 300"/>
                <a:gd name="T100" fmla="*/ 54 w 346"/>
                <a:gd name="T101" fmla="*/ 238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46" h="300">
                  <a:moveTo>
                    <a:pt x="346" y="62"/>
                  </a:moveTo>
                  <a:lnTo>
                    <a:pt x="346" y="0"/>
                  </a:lnTo>
                  <a:lnTo>
                    <a:pt x="0" y="0"/>
                  </a:lnTo>
                  <a:lnTo>
                    <a:pt x="0" y="62"/>
                  </a:lnTo>
                  <a:lnTo>
                    <a:pt x="34" y="62"/>
                  </a:lnTo>
                  <a:lnTo>
                    <a:pt x="34" y="238"/>
                  </a:lnTo>
                  <a:lnTo>
                    <a:pt x="0" y="238"/>
                  </a:lnTo>
                  <a:lnTo>
                    <a:pt x="0" y="300"/>
                  </a:lnTo>
                  <a:lnTo>
                    <a:pt x="346" y="300"/>
                  </a:lnTo>
                  <a:lnTo>
                    <a:pt x="346" y="238"/>
                  </a:lnTo>
                  <a:lnTo>
                    <a:pt x="312" y="238"/>
                  </a:lnTo>
                  <a:lnTo>
                    <a:pt x="312" y="62"/>
                  </a:lnTo>
                  <a:lnTo>
                    <a:pt x="346" y="62"/>
                  </a:lnTo>
                  <a:close/>
                  <a:moveTo>
                    <a:pt x="294" y="16"/>
                  </a:moveTo>
                  <a:lnTo>
                    <a:pt x="316" y="16"/>
                  </a:lnTo>
                  <a:lnTo>
                    <a:pt x="316" y="16"/>
                  </a:lnTo>
                  <a:lnTo>
                    <a:pt x="322" y="18"/>
                  </a:lnTo>
                  <a:lnTo>
                    <a:pt x="328" y="20"/>
                  </a:lnTo>
                  <a:lnTo>
                    <a:pt x="332" y="26"/>
                  </a:lnTo>
                  <a:lnTo>
                    <a:pt x="332" y="32"/>
                  </a:lnTo>
                  <a:lnTo>
                    <a:pt x="332" y="32"/>
                  </a:lnTo>
                  <a:lnTo>
                    <a:pt x="332" y="38"/>
                  </a:lnTo>
                  <a:lnTo>
                    <a:pt x="328" y="42"/>
                  </a:lnTo>
                  <a:lnTo>
                    <a:pt x="322" y="46"/>
                  </a:lnTo>
                  <a:lnTo>
                    <a:pt x="316" y="46"/>
                  </a:lnTo>
                  <a:lnTo>
                    <a:pt x="294" y="46"/>
                  </a:lnTo>
                  <a:lnTo>
                    <a:pt x="294" y="46"/>
                  </a:lnTo>
                  <a:lnTo>
                    <a:pt x="286" y="46"/>
                  </a:lnTo>
                  <a:lnTo>
                    <a:pt x="282" y="42"/>
                  </a:lnTo>
                  <a:lnTo>
                    <a:pt x="278" y="38"/>
                  </a:lnTo>
                  <a:lnTo>
                    <a:pt x="276" y="32"/>
                  </a:lnTo>
                  <a:lnTo>
                    <a:pt x="276" y="32"/>
                  </a:lnTo>
                  <a:lnTo>
                    <a:pt x="278" y="26"/>
                  </a:lnTo>
                  <a:lnTo>
                    <a:pt x="282" y="20"/>
                  </a:lnTo>
                  <a:lnTo>
                    <a:pt x="286" y="18"/>
                  </a:lnTo>
                  <a:lnTo>
                    <a:pt x="294" y="16"/>
                  </a:lnTo>
                  <a:lnTo>
                    <a:pt x="294" y="16"/>
                  </a:lnTo>
                  <a:close/>
                  <a:moveTo>
                    <a:pt x="228" y="16"/>
                  </a:moveTo>
                  <a:lnTo>
                    <a:pt x="250" y="16"/>
                  </a:lnTo>
                  <a:lnTo>
                    <a:pt x="250" y="16"/>
                  </a:lnTo>
                  <a:lnTo>
                    <a:pt x="256" y="18"/>
                  </a:lnTo>
                  <a:lnTo>
                    <a:pt x="262" y="20"/>
                  </a:lnTo>
                  <a:lnTo>
                    <a:pt x="266" y="26"/>
                  </a:lnTo>
                  <a:lnTo>
                    <a:pt x="266" y="32"/>
                  </a:lnTo>
                  <a:lnTo>
                    <a:pt x="266" y="32"/>
                  </a:lnTo>
                  <a:lnTo>
                    <a:pt x="266" y="38"/>
                  </a:lnTo>
                  <a:lnTo>
                    <a:pt x="262" y="42"/>
                  </a:lnTo>
                  <a:lnTo>
                    <a:pt x="256" y="46"/>
                  </a:lnTo>
                  <a:lnTo>
                    <a:pt x="250" y="46"/>
                  </a:lnTo>
                  <a:lnTo>
                    <a:pt x="228" y="46"/>
                  </a:lnTo>
                  <a:lnTo>
                    <a:pt x="228" y="46"/>
                  </a:lnTo>
                  <a:lnTo>
                    <a:pt x="220" y="46"/>
                  </a:lnTo>
                  <a:lnTo>
                    <a:pt x="216" y="42"/>
                  </a:lnTo>
                  <a:lnTo>
                    <a:pt x="212" y="38"/>
                  </a:lnTo>
                  <a:lnTo>
                    <a:pt x="210" y="32"/>
                  </a:lnTo>
                  <a:lnTo>
                    <a:pt x="210" y="32"/>
                  </a:lnTo>
                  <a:lnTo>
                    <a:pt x="212" y="26"/>
                  </a:lnTo>
                  <a:lnTo>
                    <a:pt x="216" y="20"/>
                  </a:lnTo>
                  <a:lnTo>
                    <a:pt x="220" y="18"/>
                  </a:lnTo>
                  <a:lnTo>
                    <a:pt x="228" y="16"/>
                  </a:lnTo>
                  <a:lnTo>
                    <a:pt x="228" y="16"/>
                  </a:lnTo>
                  <a:close/>
                  <a:moveTo>
                    <a:pt x="162" y="16"/>
                  </a:moveTo>
                  <a:lnTo>
                    <a:pt x="184" y="16"/>
                  </a:lnTo>
                  <a:lnTo>
                    <a:pt x="184" y="16"/>
                  </a:lnTo>
                  <a:lnTo>
                    <a:pt x="190" y="18"/>
                  </a:lnTo>
                  <a:lnTo>
                    <a:pt x="196" y="20"/>
                  </a:lnTo>
                  <a:lnTo>
                    <a:pt x="200" y="26"/>
                  </a:lnTo>
                  <a:lnTo>
                    <a:pt x="200" y="32"/>
                  </a:lnTo>
                  <a:lnTo>
                    <a:pt x="200" y="32"/>
                  </a:lnTo>
                  <a:lnTo>
                    <a:pt x="200" y="38"/>
                  </a:lnTo>
                  <a:lnTo>
                    <a:pt x="196" y="42"/>
                  </a:lnTo>
                  <a:lnTo>
                    <a:pt x="190" y="46"/>
                  </a:lnTo>
                  <a:lnTo>
                    <a:pt x="184" y="46"/>
                  </a:lnTo>
                  <a:lnTo>
                    <a:pt x="162" y="46"/>
                  </a:lnTo>
                  <a:lnTo>
                    <a:pt x="162" y="46"/>
                  </a:lnTo>
                  <a:lnTo>
                    <a:pt x="154" y="46"/>
                  </a:lnTo>
                  <a:lnTo>
                    <a:pt x="150" y="42"/>
                  </a:lnTo>
                  <a:lnTo>
                    <a:pt x="146" y="38"/>
                  </a:lnTo>
                  <a:lnTo>
                    <a:pt x="146" y="32"/>
                  </a:lnTo>
                  <a:lnTo>
                    <a:pt x="146" y="32"/>
                  </a:lnTo>
                  <a:lnTo>
                    <a:pt x="146" y="26"/>
                  </a:lnTo>
                  <a:lnTo>
                    <a:pt x="150" y="20"/>
                  </a:lnTo>
                  <a:lnTo>
                    <a:pt x="154" y="18"/>
                  </a:lnTo>
                  <a:lnTo>
                    <a:pt x="162" y="16"/>
                  </a:lnTo>
                  <a:lnTo>
                    <a:pt x="162" y="16"/>
                  </a:lnTo>
                  <a:close/>
                  <a:moveTo>
                    <a:pt x="96" y="16"/>
                  </a:moveTo>
                  <a:lnTo>
                    <a:pt x="118" y="16"/>
                  </a:lnTo>
                  <a:lnTo>
                    <a:pt x="118" y="16"/>
                  </a:lnTo>
                  <a:lnTo>
                    <a:pt x="124" y="18"/>
                  </a:lnTo>
                  <a:lnTo>
                    <a:pt x="130" y="20"/>
                  </a:lnTo>
                  <a:lnTo>
                    <a:pt x="134" y="26"/>
                  </a:lnTo>
                  <a:lnTo>
                    <a:pt x="134" y="32"/>
                  </a:lnTo>
                  <a:lnTo>
                    <a:pt x="134" y="32"/>
                  </a:lnTo>
                  <a:lnTo>
                    <a:pt x="134" y="38"/>
                  </a:lnTo>
                  <a:lnTo>
                    <a:pt x="130" y="42"/>
                  </a:lnTo>
                  <a:lnTo>
                    <a:pt x="124" y="46"/>
                  </a:lnTo>
                  <a:lnTo>
                    <a:pt x="118" y="46"/>
                  </a:lnTo>
                  <a:lnTo>
                    <a:pt x="96" y="46"/>
                  </a:lnTo>
                  <a:lnTo>
                    <a:pt x="96" y="46"/>
                  </a:lnTo>
                  <a:lnTo>
                    <a:pt x="90" y="46"/>
                  </a:lnTo>
                  <a:lnTo>
                    <a:pt x="84" y="42"/>
                  </a:lnTo>
                  <a:lnTo>
                    <a:pt x="80" y="38"/>
                  </a:lnTo>
                  <a:lnTo>
                    <a:pt x="80" y="32"/>
                  </a:lnTo>
                  <a:lnTo>
                    <a:pt x="80" y="32"/>
                  </a:lnTo>
                  <a:lnTo>
                    <a:pt x="80" y="26"/>
                  </a:lnTo>
                  <a:lnTo>
                    <a:pt x="84" y="20"/>
                  </a:lnTo>
                  <a:lnTo>
                    <a:pt x="90" y="18"/>
                  </a:lnTo>
                  <a:lnTo>
                    <a:pt x="96" y="16"/>
                  </a:lnTo>
                  <a:lnTo>
                    <a:pt x="96" y="16"/>
                  </a:lnTo>
                  <a:close/>
                  <a:moveTo>
                    <a:pt x="14" y="32"/>
                  </a:moveTo>
                  <a:lnTo>
                    <a:pt x="14" y="32"/>
                  </a:lnTo>
                  <a:lnTo>
                    <a:pt x="14" y="26"/>
                  </a:lnTo>
                  <a:lnTo>
                    <a:pt x="18" y="20"/>
                  </a:lnTo>
                  <a:lnTo>
                    <a:pt x="24" y="18"/>
                  </a:lnTo>
                  <a:lnTo>
                    <a:pt x="30" y="16"/>
                  </a:lnTo>
                  <a:lnTo>
                    <a:pt x="52" y="16"/>
                  </a:lnTo>
                  <a:lnTo>
                    <a:pt x="52" y="16"/>
                  </a:lnTo>
                  <a:lnTo>
                    <a:pt x="60" y="18"/>
                  </a:lnTo>
                  <a:lnTo>
                    <a:pt x="64" y="20"/>
                  </a:lnTo>
                  <a:lnTo>
                    <a:pt x="68" y="26"/>
                  </a:lnTo>
                  <a:lnTo>
                    <a:pt x="70" y="32"/>
                  </a:lnTo>
                  <a:lnTo>
                    <a:pt x="70" y="32"/>
                  </a:lnTo>
                  <a:lnTo>
                    <a:pt x="68" y="38"/>
                  </a:lnTo>
                  <a:lnTo>
                    <a:pt x="64" y="42"/>
                  </a:lnTo>
                  <a:lnTo>
                    <a:pt x="60" y="46"/>
                  </a:lnTo>
                  <a:lnTo>
                    <a:pt x="52" y="46"/>
                  </a:lnTo>
                  <a:lnTo>
                    <a:pt x="30" y="46"/>
                  </a:lnTo>
                  <a:lnTo>
                    <a:pt x="30" y="46"/>
                  </a:lnTo>
                  <a:lnTo>
                    <a:pt x="24" y="46"/>
                  </a:lnTo>
                  <a:lnTo>
                    <a:pt x="18" y="42"/>
                  </a:lnTo>
                  <a:lnTo>
                    <a:pt x="14" y="38"/>
                  </a:lnTo>
                  <a:lnTo>
                    <a:pt x="14" y="32"/>
                  </a:lnTo>
                  <a:lnTo>
                    <a:pt x="14" y="32"/>
                  </a:lnTo>
                  <a:close/>
                  <a:moveTo>
                    <a:pt x="52" y="284"/>
                  </a:moveTo>
                  <a:lnTo>
                    <a:pt x="30" y="284"/>
                  </a:lnTo>
                  <a:lnTo>
                    <a:pt x="30" y="284"/>
                  </a:lnTo>
                  <a:lnTo>
                    <a:pt x="24" y="284"/>
                  </a:lnTo>
                  <a:lnTo>
                    <a:pt x="18" y="280"/>
                  </a:lnTo>
                  <a:lnTo>
                    <a:pt x="14" y="276"/>
                  </a:lnTo>
                  <a:lnTo>
                    <a:pt x="14" y="270"/>
                  </a:lnTo>
                  <a:lnTo>
                    <a:pt x="14" y="270"/>
                  </a:lnTo>
                  <a:lnTo>
                    <a:pt x="14" y="264"/>
                  </a:lnTo>
                  <a:lnTo>
                    <a:pt x="18" y="258"/>
                  </a:lnTo>
                  <a:lnTo>
                    <a:pt x="24" y="256"/>
                  </a:lnTo>
                  <a:lnTo>
                    <a:pt x="30" y="254"/>
                  </a:lnTo>
                  <a:lnTo>
                    <a:pt x="52" y="254"/>
                  </a:lnTo>
                  <a:lnTo>
                    <a:pt x="52" y="254"/>
                  </a:lnTo>
                  <a:lnTo>
                    <a:pt x="60" y="256"/>
                  </a:lnTo>
                  <a:lnTo>
                    <a:pt x="64" y="258"/>
                  </a:lnTo>
                  <a:lnTo>
                    <a:pt x="68" y="264"/>
                  </a:lnTo>
                  <a:lnTo>
                    <a:pt x="70" y="270"/>
                  </a:lnTo>
                  <a:lnTo>
                    <a:pt x="70" y="270"/>
                  </a:lnTo>
                  <a:lnTo>
                    <a:pt x="68" y="276"/>
                  </a:lnTo>
                  <a:lnTo>
                    <a:pt x="64" y="280"/>
                  </a:lnTo>
                  <a:lnTo>
                    <a:pt x="60" y="284"/>
                  </a:lnTo>
                  <a:lnTo>
                    <a:pt x="52" y="284"/>
                  </a:lnTo>
                  <a:lnTo>
                    <a:pt x="52" y="284"/>
                  </a:lnTo>
                  <a:close/>
                  <a:moveTo>
                    <a:pt x="118" y="284"/>
                  </a:moveTo>
                  <a:lnTo>
                    <a:pt x="96" y="284"/>
                  </a:lnTo>
                  <a:lnTo>
                    <a:pt x="96" y="284"/>
                  </a:lnTo>
                  <a:lnTo>
                    <a:pt x="90" y="284"/>
                  </a:lnTo>
                  <a:lnTo>
                    <a:pt x="84" y="280"/>
                  </a:lnTo>
                  <a:lnTo>
                    <a:pt x="80" y="276"/>
                  </a:lnTo>
                  <a:lnTo>
                    <a:pt x="80" y="270"/>
                  </a:lnTo>
                  <a:lnTo>
                    <a:pt x="80" y="270"/>
                  </a:lnTo>
                  <a:lnTo>
                    <a:pt x="80" y="264"/>
                  </a:lnTo>
                  <a:lnTo>
                    <a:pt x="84" y="258"/>
                  </a:lnTo>
                  <a:lnTo>
                    <a:pt x="90" y="256"/>
                  </a:lnTo>
                  <a:lnTo>
                    <a:pt x="96" y="254"/>
                  </a:lnTo>
                  <a:lnTo>
                    <a:pt x="118" y="254"/>
                  </a:lnTo>
                  <a:lnTo>
                    <a:pt x="118" y="254"/>
                  </a:lnTo>
                  <a:lnTo>
                    <a:pt x="124" y="256"/>
                  </a:lnTo>
                  <a:lnTo>
                    <a:pt x="130" y="258"/>
                  </a:lnTo>
                  <a:lnTo>
                    <a:pt x="134" y="264"/>
                  </a:lnTo>
                  <a:lnTo>
                    <a:pt x="134" y="270"/>
                  </a:lnTo>
                  <a:lnTo>
                    <a:pt x="134" y="270"/>
                  </a:lnTo>
                  <a:lnTo>
                    <a:pt x="134" y="276"/>
                  </a:lnTo>
                  <a:lnTo>
                    <a:pt x="130" y="280"/>
                  </a:lnTo>
                  <a:lnTo>
                    <a:pt x="124" y="284"/>
                  </a:lnTo>
                  <a:lnTo>
                    <a:pt x="118" y="284"/>
                  </a:lnTo>
                  <a:lnTo>
                    <a:pt x="118" y="284"/>
                  </a:lnTo>
                  <a:close/>
                  <a:moveTo>
                    <a:pt x="184" y="284"/>
                  </a:moveTo>
                  <a:lnTo>
                    <a:pt x="162" y="284"/>
                  </a:lnTo>
                  <a:lnTo>
                    <a:pt x="162" y="284"/>
                  </a:lnTo>
                  <a:lnTo>
                    <a:pt x="154" y="284"/>
                  </a:lnTo>
                  <a:lnTo>
                    <a:pt x="150" y="280"/>
                  </a:lnTo>
                  <a:lnTo>
                    <a:pt x="146" y="276"/>
                  </a:lnTo>
                  <a:lnTo>
                    <a:pt x="146" y="270"/>
                  </a:lnTo>
                  <a:lnTo>
                    <a:pt x="146" y="270"/>
                  </a:lnTo>
                  <a:lnTo>
                    <a:pt x="146" y="264"/>
                  </a:lnTo>
                  <a:lnTo>
                    <a:pt x="150" y="258"/>
                  </a:lnTo>
                  <a:lnTo>
                    <a:pt x="154" y="256"/>
                  </a:lnTo>
                  <a:lnTo>
                    <a:pt x="162" y="254"/>
                  </a:lnTo>
                  <a:lnTo>
                    <a:pt x="184" y="254"/>
                  </a:lnTo>
                  <a:lnTo>
                    <a:pt x="184" y="254"/>
                  </a:lnTo>
                  <a:lnTo>
                    <a:pt x="190" y="256"/>
                  </a:lnTo>
                  <a:lnTo>
                    <a:pt x="196" y="258"/>
                  </a:lnTo>
                  <a:lnTo>
                    <a:pt x="200" y="264"/>
                  </a:lnTo>
                  <a:lnTo>
                    <a:pt x="200" y="270"/>
                  </a:lnTo>
                  <a:lnTo>
                    <a:pt x="200" y="270"/>
                  </a:lnTo>
                  <a:lnTo>
                    <a:pt x="200" y="276"/>
                  </a:lnTo>
                  <a:lnTo>
                    <a:pt x="196" y="280"/>
                  </a:lnTo>
                  <a:lnTo>
                    <a:pt x="190" y="284"/>
                  </a:lnTo>
                  <a:lnTo>
                    <a:pt x="184" y="284"/>
                  </a:lnTo>
                  <a:lnTo>
                    <a:pt x="184" y="284"/>
                  </a:lnTo>
                  <a:close/>
                  <a:moveTo>
                    <a:pt x="250" y="284"/>
                  </a:moveTo>
                  <a:lnTo>
                    <a:pt x="228" y="284"/>
                  </a:lnTo>
                  <a:lnTo>
                    <a:pt x="228" y="284"/>
                  </a:lnTo>
                  <a:lnTo>
                    <a:pt x="220" y="284"/>
                  </a:lnTo>
                  <a:lnTo>
                    <a:pt x="216" y="280"/>
                  </a:lnTo>
                  <a:lnTo>
                    <a:pt x="212" y="276"/>
                  </a:lnTo>
                  <a:lnTo>
                    <a:pt x="210" y="270"/>
                  </a:lnTo>
                  <a:lnTo>
                    <a:pt x="210" y="270"/>
                  </a:lnTo>
                  <a:lnTo>
                    <a:pt x="212" y="264"/>
                  </a:lnTo>
                  <a:lnTo>
                    <a:pt x="216" y="258"/>
                  </a:lnTo>
                  <a:lnTo>
                    <a:pt x="220" y="256"/>
                  </a:lnTo>
                  <a:lnTo>
                    <a:pt x="228" y="254"/>
                  </a:lnTo>
                  <a:lnTo>
                    <a:pt x="250" y="254"/>
                  </a:lnTo>
                  <a:lnTo>
                    <a:pt x="250" y="254"/>
                  </a:lnTo>
                  <a:lnTo>
                    <a:pt x="256" y="256"/>
                  </a:lnTo>
                  <a:lnTo>
                    <a:pt x="262" y="258"/>
                  </a:lnTo>
                  <a:lnTo>
                    <a:pt x="266" y="264"/>
                  </a:lnTo>
                  <a:lnTo>
                    <a:pt x="266" y="270"/>
                  </a:lnTo>
                  <a:lnTo>
                    <a:pt x="266" y="270"/>
                  </a:lnTo>
                  <a:lnTo>
                    <a:pt x="266" y="276"/>
                  </a:lnTo>
                  <a:lnTo>
                    <a:pt x="262" y="280"/>
                  </a:lnTo>
                  <a:lnTo>
                    <a:pt x="256" y="284"/>
                  </a:lnTo>
                  <a:lnTo>
                    <a:pt x="250" y="284"/>
                  </a:lnTo>
                  <a:lnTo>
                    <a:pt x="250" y="284"/>
                  </a:lnTo>
                  <a:close/>
                  <a:moveTo>
                    <a:pt x="332" y="270"/>
                  </a:moveTo>
                  <a:lnTo>
                    <a:pt x="332" y="270"/>
                  </a:lnTo>
                  <a:lnTo>
                    <a:pt x="332" y="276"/>
                  </a:lnTo>
                  <a:lnTo>
                    <a:pt x="328" y="280"/>
                  </a:lnTo>
                  <a:lnTo>
                    <a:pt x="322" y="284"/>
                  </a:lnTo>
                  <a:lnTo>
                    <a:pt x="316" y="284"/>
                  </a:lnTo>
                  <a:lnTo>
                    <a:pt x="294" y="284"/>
                  </a:lnTo>
                  <a:lnTo>
                    <a:pt x="294" y="284"/>
                  </a:lnTo>
                  <a:lnTo>
                    <a:pt x="286" y="284"/>
                  </a:lnTo>
                  <a:lnTo>
                    <a:pt x="282" y="280"/>
                  </a:lnTo>
                  <a:lnTo>
                    <a:pt x="278" y="276"/>
                  </a:lnTo>
                  <a:lnTo>
                    <a:pt x="276" y="270"/>
                  </a:lnTo>
                  <a:lnTo>
                    <a:pt x="276" y="270"/>
                  </a:lnTo>
                  <a:lnTo>
                    <a:pt x="278" y="264"/>
                  </a:lnTo>
                  <a:lnTo>
                    <a:pt x="282" y="258"/>
                  </a:lnTo>
                  <a:lnTo>
                    <a:pt x="286" y="256"/>
                  </a:lnTo>
                  <a:lnTo>
                    <a:pt x="294" y="254"/>
                  </a:lnTo>
                  <a:lnTo>
                    <a:pt x="316" y="254"/>
                  </a:lnTo>
                  <a:lnTo>
                    <a:pt x="316" y="254"/>
                  </a:lnTo>
                  <a:lnTo>
                    <a:pt x="322" y="256"/>
                  </a:lnTo>
                  <a:lnTo>
                    <a:pt x="328" y="258"/>
                  </a:lnTo>
                  <a:lnTo>
                    <a:pt x="332" y="264"/>
                  </a:lnTo>
                  <a:lnTo>
                    <a:pt x="332" y="270"/>
                  </a:lnTo>
                  <a:lnTo>
                    <a:pt x="332" y="270"/>
                  </a:lnTo>
                  <a:close/>
                  <a:moveTo>
                    <a:pt x="292" y="238"/>
                  </a:moveTo>
                  <a:lnTo>
                    <a:pt x="54" y="238"/>
                  </a:lnTo>
                  <a:lnTo>
                    <a:pt x="54" y="62"/>
                  </a:lnTo>
                  <a:lnTo>
                    <a:pt x="292" y="62"/>
                  </a:lnTo>
                  <a:lnTo>
                    <a:pt x="292" y="2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5" name="Freeform 31">
              <a:extLst>
                <a:ext uri="{FF2B5EF4-FFF2-40B4-BE49-F238E27FC236}">
                  <a16:creationId xmlns:a16="http://schemas.microsoft.com/office/drawing/2014/main" id="{A1B242FB-F860-4DA1-B842-86454D75A4B3}"/>
                </a:ext>
              </a:extLst>
            </p:cNvPr>
            <p:cNvSpPr>
              <a:spLocks/>
            </p:cNvSpPr>
            <p:nvPr/>
          </p:nvSpPr>
          <p:spPr bwMode="auto">
            <a:xfrm>
              <a:off x="7715250" y="2425700"/>
              <a:ext cx="149225" cy="177800"/>
            </a:xfrm>
            <a:custGeom>
              <a:avLst/>
              <a:gdLst>
                <a:gd name="T0" fmla="*/ 0 w 94"/>
                <a:gd name="T1" fmla="*/ 0 h 112"/>
                <a:gd name="T2" fmla="*/ 94 w 94"/>
                <a:gd name="T3" fmla="*/ 58 h 112"/>
                <a:gd name="T4" fmla="*/ 0 w 94"/>
                <a:gd name="T5" fmla="*/ 112 h 112"/>
                <a:gd name="T6" fmla="*/ 0 w 94"/>
                <a:gd name="T7" fmla="*/ 0 h 112"/>
              </a:gdLst>
              <a:ahLst/>
              <a:cxnLst>
                <a:cxn ang="0">
                  <a:pos x="T0" y="T1"/>
                </a:cxn>
                <a:cxn ang="0">
                  <a:pos x="T2" y="T3"/>
                </a:cxn>
                <a:cxn ang="0">
                  <a:pos x="T4" y="T5"/>
                </a:cxn>
                <a:cxn ang="0">
                  <a:pos x="T6" y="T7"/>
                </a:cxn>
              </a:cxnLst>
              <a:rect l="0" t="0" r="r" b="b"/>
              <a:pathLst>
                <a:path w="94" h="112">
                  <a:moveTo>
                    <a:pt x="0" y="0"/>
                  </a:moveTo>
                  <a:lnTo>
                    <a:pt x="94" y="58"/>
                  </a:lnTo>
                  <a:lnTo>
                    <a:pt x="0" y="112"/>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36" name="Freeform 174">
            <a:extLst>
              <a:ext uri="{FF2B5EF4-FFF2-40B4-BE49-F238E27FC236}">
                <a16:creationId xmlns:a16="http://schemas.microsoft.com/office/drawing/2014/main" id="{36AFDFCB-01A4-4BFA-8F8C-022A9F045F2C}"/>
              </a:ext>
            </a:extLst>
          </p:cNvPr>
          <p:cNvSpPr>
            <a:spLocks noEditPoints="1"/>
          </p:cNvSpPr>
          <p:nvPr/>
        </p:nvSpPr>
        <p:spPr bwMode="auto">
          <a:xfrm rot="19616420">
            <a:off x="140141" y="6055835"/>
            <a:ext cx="605548" cy="463367"/>
          </a:xfrm>
          <a:custGeom>
            <a:avLst/>
            <a:gdLst>
              <a:gd name="T0" fmla="*/ 40 w 240"/>
              <a:gd name="T1" fmla="*/ 130 h 194"/>
              <a:gd name="T2" fmla="*/ 24 w 240"/>
              <a:gd name="T3" fmla="*/ 130 h 194"/>
              <a:gd name="T4" fmla="*/ 18 w 240"/>
              <a:gd name="T5" fmla="*/ 106 h 194"/>
              <a:gd name="T6" fmla="*/ 8 w 240"/>
              <a:gd name="T7" fmla="*/ 106 h 194"/>
              <a:gd name="T8" fmla="*/ 6 w 240"/>
              <a:gd name="T9" fmla="*/ 106 h 194"/>
              <a:gd name="T10" fmla="*/ 0 w 240"/>
              <a:gd name="T11" fmla="*/ 102 h 194"/>
              <a:gd name="T12" fmla="*/ 0 w 240"/>
              <a:gd name="T13" fmla="*/ 90 h 194"/>
              <a:gd name="T14" fmla="*/ 0 w 240"/>
              <a:gd name="T15" fmla="*/ 86 h 194"/>
              <a:gd name="T16" fmla="*/ 6 w 240"/>
              <a:gd name="T17" fmla="*/ 82 h 194"/>
              <a:gd name="T18" fmla="*/ 8 w 240"/>
              <a:gd name="T19" fmla="*/ 82 h 194"/>
              <a:gd name="T20" fmla="*/ 18 w 240"/>
              <a:gd name="T21" fmla="*/ 82 h 194"/>
              <a:gd name="T22" fmla="*/ 24 w 240"/>
              <a:gd name="T23" fmla="*/ 58 h 194"/>
              <a:gd name="T24" fmla="*/ 82 w 240"/>
              <a:gd name="T25" fmla="*/ 130 h 194"/>
              <a:gd name="T26" fmla="*/ 66 w 240"/>
              <a:gd name="T27" fmla="*/ 138 h 194"/>
              <a:gd name="T28" fmla="*/ 80 w 240"/>
              <a:gd name="T29" fmla="*/ 154 h 194"/>
              <a:gd name="T30" fmla="*/ 82 w 240"/>
              <a:gd name="T31" fmla="*/ 194 h 194"/>
              <a:gd name="T32" fmla="*/ 90 w 240"/>
              <a:gd name="T33" fmla="*/ 130 h 194"/>
              <a:gd name="T34" fmla="*/ 90 w 240"/>
              <a:gd name="T35" fmla="*/ 58 h 194"/>
              <a:gd name="T36" fmla="*/ 108 w 240"/>
              <a:gd name="T37" fmla="*/ 56 h 194"/>
              <a:gd name="T38" fmla="*/ 142 w 240"/>
              <a:gd name="T39" fmla="*/ 48 h 194"/>
              <a:gd name="T40" fmla="*/ 168 w 240"/>
              <a:gd name="T41" fmla="*/ 36 h 194"/>
              <a:gd name="T42" fmla="*/ 196 w 240"/>
              <a:gd name="T43" fmla="*/ 16 h 194"/>
              <a:gd name="T44" fmla="*/ 196 w 240"/>
              <a:gd name="T45" fmla="*/ 172 h 194"/>
              <a:gd name="T46" fmla="*/ 168 w 240"/>
              <a:gd name="T47" fmla="*/ 152 h 194"/>
              <a:gd name="T48" fmla="*/ 142 w 240"/>
              <a:gd name="T49" fmla="*/ 140 h 194"/>
              <a:gd name="T50" fmla="*/ 108 w 240"/>
              <a:gd name="T51" fmla="*/ 132 h 194"/>
              <a:gd name="T52" fmla="*/ 90 w 240"/>
              <a:gd name="T53" fmla="*/ 130 h 194"/>
              <a:gd name="T54" fmla="*/ 220 w 240"/>
              <a:gd name="T55" fmla="*/ 178 h 194"/>
              <a:gd name="T56" fmla="*/ 218 w 240"/>
              <a:gd name="T57" fmla="*/ 184 h 194"/>
              <a:gd name="T58" fmla="*/ 212 w 240"/>
              <a:gd name="T59" fmla="*/ 188 h 194"/>
              <a:gd name="T60" fmla="*/ 208 w 240"/>
              <a:gd name="T61" fmla="*/ 186 h 194"/>
              <a:gd name="T62" fmla="*/ 202 w 240"/>
              <a:gd name="T63" fmla="*/ 8 h 194"/>
              <a:gd name="T64" fmla="*/ 208 w 240"/>
              <a:gd name="T65" fmla="*/ 2 h 194"/>
              <a:gd name="T66" fmla="*/ 212 w 240"/>
              <a:gd name="T67" fmla="*/ 0 h 194"/>
              <a:gd name="T68" fmla="*/ 218 w 240"/>
              <a:gd name="T69" fmla="*/ 4 h 194"/>
              <a:gd name="T70" fmla="*/ 220 w 240"/>
              <a:gd name="T71" fmla="*/ 74 h 194"/>
              <a:gd name="T72" fmla="*/ 228 w 240"/>
              <a:gd name="T73" fmla="*/ 76 h 194"/>
              <a:gd name="T74" fmla="*/ 238 w 240"/>
              <a:gd name="T75" fmla="*/ 86 h 194"/>
              <a:gd name="T76" fmla="*/ 240 w 240"/>
              <a:gd name="T77" fmla="*/ 94 h 194"/>
              <a:gd name="T78" fmla="*/ 234 w 240"/>
              <a:gd name="T79" fmla="*/ 108 h 194"/>
              <a:gd name="T80" fmla="*/ 220 w 240"/>
              <a:gd name="T81" fmla="*/ 11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0" h="194">
                <a:moveTo>
                  <a:pt x="56" y="194"/>
                </a:moveTo>
                <a:lnTo>
                  <a:pt x="40" y="130"/>
                </a:lnTo>
                <a:lnTo>
                  <a:pt x="24" y="130"/>
                </a:lnTo>
                <a:lnTo>
                  <a:pt x="24" y="130"/>
                </a:lnTo>
                <a:lnTo>
                  <a:pt x="22" y="124"/>
                </a:lnTo>
                <a:lnTo>
                  <a:pt x="18" y="106"/>
                </a:lnTo>
                <a:lnTo>
                  <a:pt x="18" y="106"/>
                </a:lnTo>
                <a:lnTo>
                  <a:pt x="8" y="106"/>
                </a:lnTo>
                <a:lnTo>
                  <a:pt x="8" y="106"/>
                </a:lnTo>
                <a:lnTo>
                  <a:pt x="6" y="106"/>
                </a:lnTo>
                <a:lnTo>
                  <a:pt x="2" y="104"/>
                </a:lnTo>
                <a:lnTo>
                  <a:pt x="0" y="102"/>
                </a:lnTo>
                <a:lnTo>
                  <a:pt x="0" y="98"/>
                </a:lnTo>
                <a:lnTo>
                  <a:pt x="0" y="90"/>
                </a:lnTo>
                <a:lnTo>
                  <a:pt x="0" y="90"/>
                </a:lnTo>
                <a:lnTo>
                  <a:pt x="0" y="86"/>
                </a:lnTo>
                <a:lnTo>
                  <a:pt x="2" y="84"/>
                </a:lnTo>
                <a:lnTo>
                  <a:pt x="6" y="82"/>
                </a:lnTo>
                <a:lnTo>
                  <a:pt x="8" y="82"/>
                </a:lnTo>
                <a:lnTo>
                  <a:pt x="8" y="82"/>
                </a:lnTo>
                <a:lnTo>
                  <a:pt x="18" y="82"/>
                </a:lnTo>
                <a:lnTo>
                  <a:pt x="18" y="82"/>
                </a:lnTo>
                <a:lnTo>
                  <a:pt x="22" y="64"/>
                </a:lnTo>
                <a:lnTo>
                  <a:pt x="24" y="58"/>
                </a:lnTo>
                <a:lnTo>
                  <a:pt x="82" y="58"/>
                </a:lnTo>
                <a:lnTo>
                  <a:pt x="82" y="130"/>
                </a:lnTo>
                <a:lnTo>
                  <a:pt x="64" y="130"/>
                </a:lnTo>
                <a:lnTo>
                  <a:pt x="66" y="138"/>
                </a:lnTo>
                <a:lnTo>
                  <a:pt x="76" y="138"/>
                </a:lnTo>
                <a:lnTo>
                  <a:pt x="80" y="154"/>
                </a:lnTo>
                <a:lnTo>
                  <a:pt x="72" y="154"/>
                </a:lnTo>
                <a:lnTo>
                  <a:pt x="82" y="194"/>
                </a:lnTo>
                <a:lnTo>
                  <a:pt x="56" y="194"/>
                </a:lnTo>
                <a:close/>
                <a:moveTo>
                  <a:pt x="90" y="130"/>
                </a:moveTo>
                <a:lnTo>
                  <a:pt x="90" y="130"/>
                </a:lnTo>
                <a:lnTo>
                  <a:pt x="90" y="58"/>
                </a:lnTo>
                <a:lnTo>
                  <a:pt x="90" y="58"/>
                </a:lnTo>
                <a:lnTo>
                  <a:pt x="108" y="56"/>
                </a:lnTo>
                <a:lnTo>
                  <a:pt x="126" y="54"/>
                </a:lnTo>
                <a:lnTo>
                  <a:pt x="142" y="48"/>
                </a:lnTo>
                <a:lnTo>
                  <a:pt x="156" y="42"/>
                </a:lnTo>
                <a:lnTo>
                  <a:pt x="168" y="36"/>
                </a:lnTo>
                <a:lnTo>
                  <a:pt x="180" y="30"/>
                </a:lnTo>
                <a:lnTo>
                  <a:pt x="196" y="16"/>
                </a:lnTo>
                <a:lnTo>
                  <a:pt x="196" y="172"/>
                </a:lnTo>
                <a:lnTo>
                  <a:pt x="196" y="172"/>
                </a:lnTo>
                <a:lnTo>
                  <a:pt x="180" y="158"/>
                </a:lnTo>
                <a:lnTo>
                  <a:pt x="168" y="152"/>
                </a:lnTo>
                <a:lnTo>
                  <a:pt x="156" y="144"/>
                </a:lnTo>
                <a:lnTo>
                  <a:pt x="142" y="140"/>
                </a:lnTo>
                <a:lnTo>
                  <a:pt x="126" y="134"/>
                </a:lnTo>
                <a:lnTo>
                  <a:pt x="108" y="132"/>
                </a:lnTo>
                <a:lnTo>
                  <a:pt x="90" y="130"/>
                </a:lnTo>
                <a:lnTo>
                  <a:pt x="90" y="130"/>
                </a:lnTo>
                <a:close/>
                <a:moveTo>
                  <a:pt x="220" y="114"/>
                </a:moveTo>
                <a:lnTo>
                  <a:pt x="220" y="178"/>
                </a:lnTo>
                <a:lnTo>
                  <a:pt x="220" y="178"/>
                </a:lnTo>
                <a:lnTo>
                  <a:pt x="218" y="184"/>
                </a:lnTo>
                <a:lnTo>
                  <a:pt x="214" y="186"/>
                </a:lnTo>
                <a:lnTo>
                  <a:pt x="212" y="188"/>
                </a:lnTo>
                <a:lnTo>
                  <a:pt x="212" y="188"/>
                </a:lnTo>
                <a:lnTo>
                  <a:pt x="208" y="186"/>
                </a:lnTo>
                <a:lnTo>
                  <a:pt x="202" y="180"/>
                </a:lnTo>
                <a:lnTo>
                  <a:pt x="202" y="8"/>
                </a:lnTo>
                <a:lnTo>
                  <a:pt x="202" y="8"/>
                </a:lnTo>
                <a:lnTo>
                  <a:pt x="208" y="2"/>
                </a:lnTo>
                <a:lnTo>
                  <a:pt x="212" y="0"/>
                </a:lnTo>
                <a:lnTo>
                  <a:pt x="212" y="0"/>
                </a:lnTo>
                <a:lnTo>
                  <a:pt x="216" y="2"/>
                </a:lnTo>
                <a:lnTo>
                  <a:pt x="218" y="4"/>
                </a:lnTo>
                <a:lnTo>
                  <a:pt x="220" y="8"/>
                </a:lnTo>
                <a:lnTo>
                  <a:pt x="220" y="74"/>
                </a:lnTo>
                <a:lnTo>
                  <a:pt x="220" y="74"/>
                </a:lnTo>
                <a:lnTo>
                  <a:pt x="228" y="76"/>
                </a:lnTo>
                <a:lnTo>
                  <a:pt x="234" y="80"/>
                </a:lnTo>
                <a:lnTo>
                  <a:pt x="238" y="86"/>
                </a:lnTo>
                <a:lnTo>
                  <a:pt x="240" y="94"/>
                </a:lnTo>
                <a:lnTo>
                  <a:pt x="240" y="94"/>
                </a:lnTo>
                <a:lnTo>
                  <a:pt x="238" y="102"/>
                </a:lnTo>
                <a:lnTo>
                  <a:pt x="234" y="108"/>
                </a:lnTo>
                <a:lnTo>
                  <a:pt x="228" y="114"/>
                </a:lnTo>
                <a:lnTo>
                  <a:pt x="220" y="114"/>
                </a:lnTo>
                <a:lnTo>
                  <a:pt x="220" y="11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sz="1500">
              <a:latin typeface="+mj-lt"/>
            </a:endParaRPr>
          </a:p>
        </p:txBody>
      </p:sp>
      <p:sp>
        <p:nvSpPr>
          <p:cNvPr id="3" name="TextBox 2">
            <a:extLst>
              <a:ext uri="{FF2B5EF4-FFF2-40B4-BE49-F238E27FC236}">
                <a16:creationId xmlns:a16="http://schemas.microsoft.com/office/drawing/2014/main" id="{61901F5B-B194-4938-9964-DD338DB428EE}"/>
              </a:ext>
            </a:extLst>
          </p:cNvPr>
          <p:cNvSpPr txBox="1"/>
          <p:nvPr/>
        </p:nvSpPr>
        <p:spPr>
          <a:xfrm>
            <a:off x="1008966" y="5535536"/>
            <a:ext cx="1126924" cy="784830"/>
          </a:xfrm>
          <a:prstGeom prst="rect">
            <a:avLst/>
          </a:prstGeom>
          <a:noFill/>
        </p:spPr>
        <p:txBody>
          <a:bodyPr wrap="square" rtlCol="0">
            <a:spAutoFit/>
          </a:bodyPr>
          <a:lstStyle/>
          <a:p>
            <a:r>
              <a:rPr lang="en-GB" sz="1500" b="1" dirty="0">
                <a:solidFill>
                  <a:schemeClr val="bg1"/>
                </a:solidFill>
                <a:latin typeface="+mj-lt"/>
              </a:rPr>
              <a:t>We want your feedback</a:t>
            </a:r>
          </a:p>
        </p:txBody>
      </p:sp>
      <p:sp>
        <p:nvSpPr>
          <p:cNvPr id="4" name="Rectangle 3">
            <a:extLst>
              <a:ext uri="{FF2B5EF4-FFF2-40B4-BE49-F238E27FC236}">
                <a16:creationId xmlns:a16="http://schemas.microsoft.com/office/drawing/2014/main" id="{ACEA1AE2-2784-48BD-BEA8-9DC6F3AC5306}"/>
              </a:ext>
            </a:extLst>
          </p:cNvPr>
          <p:cNvSpPr/>
          <p:nvPr/>
        </p:nvSpPr>
        <p:spPr>
          <a:xfrm rot="18630546">
            <a:off x="614652" y="5928176"/>
            <a:ext cx="217269"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00">
              <a:latin typeface="+mj-lt"/>
            </a:endParaRPr>
          </a:p>
        </p:txBody>
      </p:sp>
      <p:sp>
        <p:nvSpPr>
          <p:cNvPr id="37" name="Rectangle 36">
            <a:extLst>
              <a:ext uri="{FF2B5EF4-FFF2-40B4-BE49-F238E27FC236}">
                <a16:creationId xmlns:a16="http://schemas.microsoft.com/office/drawing/2014/main" id="{5D958BE8-735C-4B34-9669-DBAB9340A8F7}"/>
              </a:ext>
            </a:extLst>
          </p:cNvPr>
          <p:cNvSpPr/>
          <p:nvPr/>
        </p:nvSpPr>
        <p:spPr>
          <a:xfrm rot="20289707">
            <a:off x="727041" y="6047955"/>
            <a:ext cx="217269"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00">
              <a:latin typeface="+mj-lt"/>
            </a:endParaRPr>
          </a:p>
        </p:txBody>
      </p:sp>
      <p:sp>
        <p:nvSpPr>
          <p:cNvPr id="38" name="Rectangle 37">
            <a:extLst>
              <a:ext uri="{FF2B5EF4-FFF2-40B4-BE49-F238E27FC236}">
                <a16:creationId xmlns:a16="http://schemas.microsoft.com/office/drawing/2014/main" id="{BFDDD96F-8CF5-4B97-9735-56E643FC05FD}"/>
              </a:ext>
            </a:extLst>
          </p:cNvPr>
          <p:cNvSpPr/>
          <p:nvPr/>
        </p:nvSpPr>
        <p:spPr>
          <a:xfrm rot="21347242">
            <a:off x="775403" y="6188562"/>
            <a:ext cx="217269"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00">
              <a:latin typeface="+mj-lt"/>
            </a:endParaRPr>
          </a:p>
        </p:txBody>
      </p:sp>
      <p:sp>
        <p:nvSpPr>
          <p:cNvPr id="39" name="Rectangle 38">
            <a:extLst>
              <a:ext uri="{FF2B5EF4-FFF2-40B4-BE49-F238E27FC236}">
                <a16:creationId xmlns:a16="http://schemas.microsoft.com/office/drawing/2014/main" id="{CDABC6F0-36A2-435E-AD85-57BCED714EA6}"/>
              </a:ext>
            </a:extLst>
          </p:cNvPr>
          <p:cNvSpPr/>
          <p:nvPr/>
        </p:nvSpPr>
        <p:spPr>
          <a:xfrm>
            <a:off x="2199838" y="6072615"/>
            <a:ext cx="6340812" cy="1695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500" b="1" i="1" dirty="0">
                <a:solidFill>
                  <a:schemeClr val="tx1"/>
                </a:solidFill>
                <a:latin typeface="+mj-lt"/>
                <a:hlinkClick r:id="rId2">
                  <a:extLst>
                    <a:ext uri="{A12FA001-AC4F-418D-AE19-62706E023703}">
                      <ahyp:hlinkClr xmlns:ahyp="http://schemas.microsoft.com/office/drawing/2018/hyperlinkcolor" val="tx"/>
                    </a:ext>
                  </a:extLst>
                </a:hlinkClick>
              </a:rPr>
              <a:t>foscosfeedback.fssai@gmail.com</a:t>
            </a:r>
            <a:endParaRPr lang="en-US" sz="1500" b="1" i="1" dirty="0">
              <a:solidFill>
                <a:schemeClr val="tx1"/>
              </a:solidFill>
              <a:latin typeface="+mj-lt"/>
            </a:endParaRPr>
          </a:p>
          <a:p>
            <a:r>
              <a:rPr lang="en-US" sz="1500" b="1" i="1" dirty="0">
                <a:solidFill>
                  <a:schemeClr val="tx1"/>
                </a:solidFill>
                <a:latin typeface="+mj-lt"/>
                <a:hlinkClick r:id="rId3">
                  <a:extLst>
                    <a:ext uri="{A12FA001-AC4F-418D-AE19-62706E023703}">
                      <ahyp:hlinkClr xmlns:ahyp="http://schemas.microsoft.com/office/drawing/2018/hyperlinkcolor" val="tx"/>
                    </a:ext>
                  </a:extLst>
                </a:hlinkClick>
              </a:rPr>
              <a:t>Helpdesk-foscos@fssai.gov.in</a:t>
            </a:r>
            <a:endParaRPr lang="en-US" sz="1500" b="1" i="1" dirty="0">
              <a:solidFill>
                <a:schemeClr val="tx1"/>
              </a:solidFill>
              <a:latin typeface="+mj-lt"/>
            </a:endParaRPr>
          </a:p>
          <a:p>
            <a:endParaRPr lang="en-GB" sz="1500" b="1" i="1" dirty="0">
              <a:solidFill>
                <a:schemeClr val="tx1"/>
              </a:solidFill>
              <a:latin typeface="+mj-lt"/>
            </a:endParaRPr>
          </a:p>
        </p:txBody>
      </p:sp>
      <p:sp>
        <p:nvSpPr>
          <p:cNvPr id="21" name="Rectangle 20">
            <a:extLst>
              <a:ext uri="{FF2B5EF4-FFF2-40B4-BE49-F238E27FC236}">
                <a16:creationId xmlns:a16="http://schemas.microsoft.com/office/drawing/2014/main" id="{736BD632-4372-46A3-8E3A-8BBC78125F2C}"/>
              </a:ext>
            </a:extLst>
          </p:cNvPr>
          <p:cNvSpPr/>
          <p:nvPr/>
        </p:nvSpPr>
        <p:spPr>
          <a:xfrm>
            <a:off x="9226635" y="2012172"/>
            <a:ext cx="2191030" cy="2349464"/>
          </a:xfrm>
          <a:prstGeom prst="rect">
            <a:avLst/>
          </a:prstGeom>
          <a:solidFill>
            <a:srgbClr val="000000"/>
          </a:solidFill>
          <a:ln w="25400" cap="flat" cmpd="sng" algn="ctr">
            <a:noFill/>
            <a:prstDash val="solid"/>
          </a:ln>
          <a:effectLst/>
        </p:spPr>
        <p:txBody>
          <a:bodyPr rtlCol="0" anchor="t"/>
          <a:lstStyle/>
          <a:p>
            <a:pPr marL="0" marR="0" lvl="0" indent="0" algn="ctr" defTabSz="914400" eaLnBrk="1" fontAlgn="auto" latinLnBrk="0" hangingPunct="1">
              <a:lnSpc>
                <a:spcPct val="100000"/>
              </a:lnSpc>
              <a:spcBef>
                <a:spcPts val="0"/>
              </a:spcBef>
              <a:spcAft>
                <a:spcPts val="0"/>
              </a:spcAft>
              <a:buClr>
                <a:srgbClr val="FFFFFF"/>
              </a:buClr>
              <a:buSzTx/>
              <a:buFontTx/>
              <a:buNone/>
              <a:tabLst/>
              <a:defRPr/>
            </a:pPr>
            <a:r>
              <a:rPr lang="en-US" sz="1500" b="1" u="sng" dirty="0">
                <a:solidFill>
                  <a:srgbClr val="FFFFFF"/>
                </a:solidFill>
                <a:ea typeface="+mn-ea"/>
              </a:rPr>
              <a:t>Call Center</a:t>
            </a:r>
          </a:p>
          <a:p>
            <a:pPr marL="0" marR="0" lvl="0" indent="0" algn="ctr" defTabSz="914400" eaLnBrk="1" fontAlgn="auto" latinLnBrk="0" hangingPunct="1">
              <a:lnSpc>
                <a:spcPct val="100000"/>
              </a:lnSpc>
              <a:spcBef>
                <a:spcPts val="0"/>
              </a:spcBef>
              <a:spcAft>
                <a:spcPts val="0"/>
              </a:spcAft>
              <a:buClr>
                <a:srgbClr val="FFFFFF"/>
              </a:buClr>
              <a:buSzTx/>
              <a:buFontTx/>
              <a:buNone/>
              <a:tabLst/>
              <a:defRPr/>
            </a:pPr>
            <a:endParaRPr lang="en-US" sz="1500" b="1" u="sng" dirty="0">
              <a:solidFill>
                <a:srgbClr val="FFFFFF"/>
              </a:solidFill>
              <a:ea typeface="+mn-ea"/>
            </a:endParaRPr>
          </a:p>
          <a:p>
            <a:pPr marL="0" marR="0" lvl="0" indent="0" algn="ctr" defTabSz="914400" eaLnBrk="1" fontAlgn="auto" latinLnBrk="0" hangingPunct="1">
              <a:lnSpc>
                <a:spcPct val="100000"/>
              </a:lnSpc>
              <a:spcBef>
                <a:spcPts val="0"/>
              </a:spcBef>
              <a:spcAft>
                <a:spcPts val="0"/>
              </a:spcAft>
              <a:buClr>
                <a:srgbClr val="FFFFFF"/>
              </a:buClr>
              <a:buSzTx/>
              <a:buFontTx/>
              <a:buNone/>
              <a:tabLst/>
              <a:defRPr/>
            </a:pPr>
            <a:endParaRPr lang="en-US" sz="1500" b="1" u="sng" dirty="0">
              <a:solidFill>
                <a:srgbClr val="FFFFFF"/>
              </a:solidFill>
              <a:ea typeface="+mn-ea"/>
            </a:endParaRPr>
          </a:p>
        </p:txBody>
      </p:sp>
      <p:sp>
        <p:nvSpPr>
          <p:cNvPr id="22" name="Freeform 8">
            <a:extLst>
              <a:ext uri="{FF2B5EF4-FFF2-40B4-BE49-F238E27FC236}">
                <a16:creationId xmlns:a16="http://schemas.microsoft.com/office/drawing/2014/main" id="{9737DDA6-E53F-42A0-B186-F49F98BEA2EC}"/>
              </a:ext>
            </a:extLst>
          </p:cNvPr>
          <p:cNvSpPr>
            <a:spLocks noEditPoints="1"/>
          </p:cNvSpPr>
          <p:nvPr/>
        </p:nvSpPr>
        <p:spPr bwMode="auto">
          <a:xfrm>
            <a:off x="10030455" y="1227251"/>
            <a:ext cx="583389" cy="644452"/>
          </a:xfrm>
          <a:custGeom>
            <a:avLst/>
            <a:gdLst>
              <a:gd name="T0" fmla="*/ 56 w 452"/>
              <a:gd name="T1" fmla="*/ 56 h 474"/>
              <a:gd name="T2" fmla="*/ 160 w 452"/>
              <a:gd name="T3" fmla="*/ 368 h 474"/>
              <a:gd name="T4" fmla="*/ 0 w 452"/>
              <a:gd name="T5" fmla="*/ 0 h 474"/>
              <a:gd name="T6" fmla="*/ 84 w 452"/>
              <a:gd name="T7" fmla="*/ 432 h 474"/>
              <a:gd name="T8" fmla="*/ 134 w 452"/>
              <a:gd name="T9" fmla="*/ 418 h 474"/>
              <a:gd name="T10" fmla="*/ 84 w 452"/>
              <a:gd name="T11" fmla="*/ 446 h 474"/>
              <a:gd name="T12" fmla="*/ 134 w 452"/>
              <a:gd name="T13" fmla="*/ 438 h 474"/>
              <a:gd name="T14" fmla="*/ 452 w 452"/>
              <a:gd name="T15" fmla="*/ 432 h 474"/>
              <a:gd name="T16" fmla="*/ 0 w 452"/>
              <a:gd name="T17" fmla="*/ 0 h 474"/>
              <a:gd name="T18" fmla="*/ 176 w 452"/>
              <a:gd name="T19" fmla="*/ 384 h 474"/>
              <a:gd name="T20" fmla="*/ 108 w 452"/>
              <a:gd name="T21" fmla="*/ 390 h 474"/>
              <a:gd name="T22" fmla="*/ 134 w 452"/>
              <a:gd name="T23" fmla="*/ 408 h 474"/>
              <a:gd name="T24" fmla="*/ 84 w 452"/>
              <a:gd name="T25" fmla="*/ 418 h 474"/>
              <a:gd name="T26" fmla="*/ 100 w 452"/>
              <a:gd name="T27" fmla="*/ 396 h 474"/>
              <a:gd name="T28" fmla="*/ 40 w 452"/>
              <a:gd name="T29" fmla="*/ 384 h 474"/>
              <a:gd name="T30" fmla="*/ 176 w 452"/>
              <a:gd name="T31" fmla="*/ 40 h 474"/>
              <a:gd name="T32" fmla="*/ 264 w 452"/>
              <a:gd name="T33" fmla="*/ 244 h 474"/>
              <a:gd name="T34" fmla="*/ 216 w 452"/>
              <a:gd name="T35" fmla="*/ 268 h 474"/>
              <a:gd name="T36" fmla="*/ 264 w 452"/>
              <a:gd name="T37" fmla="*/ 244 h 474"/>
              <a:gd name="T38" fmla="*/ 216 w 452"/>
              <a:gd name="T39" fmla="*/ 202 h 474"/>
              <a:gd name="T40" fmla="*/ 264 w 452"/>
              <a:gd name="T41" fmla="*/ 224 h 474"/>
              <a:gd name="T42" fmla="*/ 264 w 452"/>
              <a:gd name="T43" fmla="*/ 354 h 474"/>
              <a:gd name="T44" fmla="*/ 216 w 452"/>
              <a:gd name="T45" fmla="*/ 332 h 474"/>
              <a:gd name="T46" fmla="*/ 264 w 452"/>
              <a:gd name="T47" fmla="*/ 354 h 474"/>
              <a:gd name="T48" fmla="*/ 216 w 452"/>
              <a:gd name="T49" fmla="*/ 312 h 474"/>
              <a:gd name="T50" fmla="*/ 264 w 452"/>
              <a:gd name="T51" fmla="*/ 288 h 474"/>
              <a:gd name="T52" fmla="*/ 330 w 452"/>
              <a:gd name="T53" fmla="*/ 244 h 474"/>
              <a:gd name="T54" fmla="*/ 282 w 452"/>
              <a:gd name="T55" fmla="*/ 268 h 474"/>
              <a:gd name="T56" fmla="*/ 330 w 452"/>
              <a:gd name="T57" fmla="*/ 244 h 474"/>
              <a:gd name="T58" fmla="*/ 282 w 452"/>
              <a:gd name="T59" fmla="*/ 202 h 474"/>
              <a:gd name="T60" fmla="*/ 330 w 452"/>
              <a:gd name="T61" fmla="*/ 224 h 474"/>
              <a:gd name="T62" fmla="*/ 332 w 452"/>
              <a:gd name="T63" fmla="*/ 354 h 474"/>
              <a:gd name="T64" fmla="*/ 284 w 452"/>
              <a:gd name="T65" fmla="*/ 332 h 474"/>
              <a:gd name="T66" fmla="*/ 332 w 452"/>
              <a:gd name="T67" fmla="*/ 354 h 474"/>
              <a:gd name="T68" fmla="*/ 284 w 452"/>
              <a:gd name="T69" fmla="*/ 312 h 474"/>
              <a:gd name="T70" fmla="*/ 332 w 452"/>
              <a:gd name="T71" fmla="*/ 288 h 474"/>
              <a:gd name="T72" fmla="*/ 396 w 452"/>
              <a:gd name="T73" fmla="*/ 244 h 474"/>
              <a:gd name="T74" fmla="*/ 348 w 452"/>
              <a:gd name="T75" fmla="*/ 268 h 474"/>
              <a:gd name="T76" fmla="*/ 396 w 452"/>
              <a:gd name="T77" fmla="*/ 244 h 474"/>
              <a:gd name="T78" fmla="*/ 348 w 452"/>
              <a:gd name="T79" fmla="*/ 202 h 474"/>
              <a:gd name="T80" fmla="*/ 396 w 452"/>
              <a:gd name="T81" fmla="*/ 224 h 474"/>
              <a:gd name="T82" fmla="*/ 398 w 452"/>
              <a:gd name="T83" fmla="*/ 354 h 474"/>
              <a:gd name="T84" fmla="*/ 350 w 452"/>
              <a:gd name="T85" fmla="*/ 332 h 474"/>
              <a:gd name="T86" fmla="*/ 398 w 452"/>
              <a:gd name="T87" fmla="*/ 354 h 474"/>
              <a:gd name="T88" fmla="*/ 350 w 452"/>
              <a:gd name="T89" fmla="*/ 312 h 474"/>
              <a:gd name="T90" fmla="*/ 398 w 452"/>
              <a:gd name="T91" fmla="*/ 288 h 474"/>
              <a:gd name="T92" fmla="*/ 400 w 452"/>
              <a:gd name="T93" fmla="*/ 130 h 474"/>
              <a:gd name="T94" fmla="*/ 214 w 452"/>
              <a:gd name="T95" fmla="*/ 90 h 474"/>
              <a:gd name="T96" fmla="*/ 400 w 452"/>
              <a:gd name="T97" fmla="*/ 130 h 474"/>
              <a:gd name="T98" fmla="*/ 134 w 452"/>
              <a:gd name="T99" fmla="*/ 456 h 474"/>
              <a:gd name="T100" fmla="*/ 84 w 452"/>
              <a:gd name="T101" fmla="*/ 464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52" h="474">
                <a:moveTo>
                  <a:pt x="160" y="56"/>
                </a:moveTo>
                <a:lnTo>
                  <a:pt x="56" y="56"/>
                </a:lnTo>
                <a:lnTo>
                  <a:pt x="56" y="368"/>
                </a:lnTo>
                <a:lnTo>
                  <a:pt x="160" y="368"/>
                </a:lnTo>
                <a:lnTo>
                  <a:pt x="160" y="56"/>
                </a:lnTo>
                <a:close/>
                <a:moveTo>
                  <a:pt x="0" y="0"/>
                </a:moveTo>
                <a:lnTo>
                  <a:pt x="0" y="432"/>
                </a:lnTo>
                <a:lnTo>
                  <a:pt x="84" y="432"/>
                </a:lnTo>
                <a:lnTo>
                  <a:pt x="84" y="436"/>
                </a:lnTo>
                <a:lnTo>
                  <a:pt x="134" y="418"/>
                </a:lnTo>
                <a:lnTo>
                  <a:pt x="134" y="428"/>
                </a:lnTo>
                <a:lnTo>
                  <a:pt x="84" y="446"/>
                </a:lnTo>
                <a:lnTo>
                  <a:pt x="84" y="456"/>
                </a:lnTo>
                <a:lnTo>
                  <a:pt x="134" y="438"/>
                </a:lnTo>
                <a:lnTo>
                  <a:pt x="134" y="432"/>
                </a:lnTo>
                <a:lnTo>
                  <a:pt x="452" y="432"/>
                </a:lnTo>
                <a:lnTo>
                  <a:pt x="452" y="0"/>
                </a:lnTo>
                <a:lnTo>
                  <a:pt x="0" y="0"/>
                </a:lnTo>
                <a:close/>
                <a:moveTo>
                  <a:pt x="176" y="376"/>
                </a:moveTo>
                <a:lnTo>
                  <a:pt x="176" y="384"/>
                </a:lnTo>
                <a:lnTo>
                  <a:pt x="108" y="384"/>
                </a:lnTo>
                <a:lnTo>
                  <a:pt x="108" y="390"/>
                </a:lnTo>
                <a:lnTo>
                  <a:pt x="134" y="400"/>
                </a:lnTo>
                <a:lnTo>
                  <a:pt x="134" y="408"/>
                </a:lnTo>
                <a:lnTo>
                  <a:pt x="84" y="426"/>
                </a:lnTo>
                <a:lnTo>
                  <a:pt x="84" y="418"/>
                </a:lnTo>
                <a:lnTo>
                  <a:pt x="122" y="404"/>
                </a:lnTo>
                <a:lnTo>
                  <a:pt x="100" y="396"/>
                </a:lnTo>
                <a:lnTo>
                  <a:pt x="100" y="384"/>
                </a:lnTo>
                <a:lnTo>
                  <a:pt x="40" y="384"/>
                </a:lnTo>
                <a:lnTo>
                  <a:pt x="40" y="40"/>
                </a:lnTo>
                <a:lnTo>
                  <a:pt x="176" y="40"/>
                </a:lnTo>
                <a:lnTo>
                  <a:pt x="176" y="376"/>
                </a:lnTo>
                <a:close/>
                <a:moveTo>
                  <a:pt x="264" y="244"/>
                </a:moveTo>
                <a:lnTo>
                  <a:pt x="264" y="268"/>
                </a:lnTo>
                <a:lnTo>
                  <a:pt x="216" y="268"/>
                </a:lnTo>
                <a:lnTo>
                  <a:pt x="216" y="244"/>
                </a:lnTo>
                <a:lnTo>
                  <a:pt x="264" y="244"/>
                </a:lnTo>
                <a:close/>
                <a:moveTo>
                  <a:pt x="216" y="224"/>
                </a:moveTo>
                <a:lnTo>
                  <a:pt x="216" y="202"/>
                </a:lnTo>
                <a:lnTo>
                  <a:pt x="264" y="202"/>
                </a:lnTo>
                <a:lnTo>
                  <a:pt x="264" y="224"/>
                </a:lnTo>
                <a:lnTo>
                  <a:pt x="216" y="224"/>
                </a:lnTo>
                <a:close/>
                <a:moveTo>
                  <a:pt x="264" y="354"/>
                </a:moveTo>
                <a:lnTo>
                  <a:pt x="216" y="354"/>
                </a:lnTo>
                <a:lnTo>
                  <a:pt x="216" y="332"/>
                </a:lnTo>
                <a:lnTo>
                  <a:pt x="264" y="332"/>
                </a:lnTo>
                <a:lnTo>
                  <a:pt x="264" y="354"/>
                </a:lnTo>
                <a:close/>
                <a:moveTo>
                  <a:pt x="264" y="312"/>
                </a:moveTo>
                <a:lnTo>
                  <a:pt x="216" y="312"/>
                </a:lnTo>
                <a:lnTo>
                  <a:pt x="216" y="288"/>
                </a:lnTo>
                <a:lnTo>
                  <a:pt x="264" y="288"/>
                </a:lnTo>
                <a:lnTo>
                  <a:pt x="264" y="312"/>
                </a:lnTo>
                <a:close/>
                <a:moveTo>
                  <a:pt x="330" y="244"/>
                </a:moveTo>
                <a:lnTo>
                  <a:pt x="330" y="268"/>
                </a:lnTo>
                <a:lnTo>
                  <a:pt x="282" y="268"/>
                </a:lnTo>
                <a:lnTo>
                  <a:pt x="282" y="244"/>
                </a:lnTo>
                <a:lnTo>
                  <a:pt x="330" y="244"/>
                </a:lnTo>
                <a:close/>
                <a:moveTo>
                  <a:pt x="282" y="224"/>
                </a:moveTo>
                <a:lnTo>
                  <a:pt x="282" y="202"/>
                </a:lnTo>
                <a:lnTo>
                  <a:pt x="330" y="202"/>
                </a:lnTo>
                <a:lnTo>
                  <a:pt x="330" y="224"/>
                </a:lnTo>
                <a:lnTo>
                  <a:pt x="282" y="224"/>
                </a:lnTo>
                <a:close/>
                <a:moveTo>
                  <a:pt x="332" y="354"/>
                </a:moveTo>
                <a:lnTo>
                  <a:pt x="284" y="354"/>
                </a:lnTo>
                <a:lnTo>
                  <a:pt x="284" y="332"/>
                </a:lnTo>
                <a:lnTo>
                  <a:pt x="332" y="332"/>
                </a:lnTo>
                <a:lnTo>
                  <a:pt x="332" y="354"/>
                </a:lnTo>
                <a:close/>
                <a:moveTo>
                  <a:pt x="332" y="312"/>
                </a:moveTo>
                <a:lnTo>
                  <a:pt x="284" y="312"/>
                </a:lnTo>
                <a:lnTo>
                  <a:pt x="284" y="288"/>
                </a:lnTo>
                <a:lnTo>
                  <a:pt x="332" y="288"/>
                </a:lnTo>
                <a:lnTo>
                  <a:pt x="332" y="312"/>
                </a:lnTo>
                <a:close/>
                <a:moveTo>
                  <a:pt x="396" y="244"/>
                </a:moveTo>
                <a:lnTo>
                  <a:pt x="396" y="268"/>
                </a:lnTo>
                <a:lnTo>
                  <a:pt x="348" y="268"/>
                </a:lnTo>
                <a:lnTo>
                  <a:pt x="348" y="244"/>
                </a:lnTo>
                <a:lnTo>
                  <a:pt x="396" y="244"/>
                </a:lnTo>
                <a:close/>
                <a:moveTo>
                  <a:pt x="348" y="224"/>
                </a:moveTo>
                <a:lnTo>
                  <a:pt x="348" y="202"/>
                </a:lnTo>
                <a:lnTo>
                  <a:pt x="396" y="202"/>
                </a:lnTo>
                <a:lnTo>
                  <a:pt x="396" y="224"/>
                </a:lnTo>
                <a:lnTo>
                  <a:pt x="348" y="224"/>
                </a:lnTo>
                <a:close/>
                <a:moveTo>
                  <a:pt x="398" y="354"/>
                </a:moveTo>
                <a:lnTo>
                  <a:pt x="350" y="354"/>
                </a:lnTo>
                <a:lnTo>
                  <a:pt x="350" y="332"/>
                </a:lnTo>
                <a:lnTo>
                  <a:pt x="398" y="332"/>
                </a:lnTo>
                <a:lnTo>
                  <a:pt x="398" y="354"/>
                </a:lnTo>
                <a:close/>
                <a:moveTo>
                  <a:pt x="398" y="312"/>
                </a:moveTo>
                <a:lnTo>
                  <a:pt x="350" y="312"/>
                </a:lnTo>
                <a:lnTo>
                  <a:pt x="350" y="288"/>
                </a:lnTo>
                <a:lnTo>
                  <a:pt x="398" y="288"/>
                </a:lnTo>
                <a:lnTo>
                  <a:pt x="398" y="312"/>
                </a:lnTo>
                <a:close/>
                <a:moveTo>
                  <a:pt x="400" y="130"/>
                </a:moveTo>
                <a:lnTo>
                  <a:pt x="214" y="130"/>
                </a:lnTo>
                <a:lnTo>
                  <a:pt x="214" y="90"/>
                </a:lnTo>
                <a:lnTo>
                  <a:pt x="400" y="90"/>
                </a:lnTo>
                <a:lnTo>
                  <a:pt x="400" y="130"/>
                </a:lnTo>
                <a:close/>
                <a:moveTo>
                  <a:pt x="84" y="474"/>
                </a:moveTo>
                <a:lnTo>
                  <a:pt x="134" y="456"/>
                </a:lnTo>
                <a:lnTo>
                  <a:pt x="134" y="448"/>
                </a:lnTo>
                <a:lnTo>
                  <a:pt x="84" y="464"/>
                </a:lnTo>
                <a:lnTo>
                  <a:pt x="84" y="474"/>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a:p>
        </p:txBody>
      </p:sp>
      <p:sp>
        <p:nvSpPr>
          <p:cNvPr id="24" name="Freeform 173">
            <a:extLst>
              <a:ext uri="{FF2B5EF4-FFF2-40B4-BE49-F238E27FC236}">
                <a16:creationId xmlns:a16="http://schemas.microsoft.com/office/drawing/2014/main" id="{85F1C43E-33AA-42DC-9996-2C916815AF19}"/>
              </a:ext>
            </a:extLst>
          </p:cNvPr>
          <p:cNvSpPr>
            <a:spLocks noEditPoints="1"/>
          </p:cNvSpPr>
          <p:nvPr/>
        </p:nvSpPr>
        <p:spPr bwMode="auto">
          <a:xfrm>
            <a:off x="9270443" y="2451340"/>
            <a:ext cx="313267" cy="282404"/>
          </a:xfrm>
          <a:custGeom>
            <a:avLst/>
            <a:gdLst>
              <a:gd name="T0" fmla="*/ 222 w 300"/>
              <a:gd name="T1" fmla="*/ 268 h 268"/>
              <a:gd name="T2" fmla="*/ 234 w 300"/>
              <a:gd name="T3" fmla="*/ 144 h 268"/>
              <a:gd name="T4" fmla="*/ 78 w 300"/>
              <a:gd name="T5" fmla="*/ 268 h 268"/>
              <a:gd name="T6" fmla="*/ 66 w 300"/>
              <a:gd name="T7" fmla="*/ 144 h 268"/>
              <a:gd name="T8" fmla="*/ 78 w 300"/>
              <a:gd name="T9" fmla="*/ 268 h 268"/>
              <a:gd name="T10" fmla="*/ 244 w 300"/>
              <a:gd name="T11" fmla="*/ 244 h 268"/>
              <a:gd name="T12" fmla="*/ 244 w 300"/>
              <a:gd name="T13" fmla="*/ 244 h 268"/>
              <a:gd name="T14" fmla="*/ 244 w 300"/>
              <a:gd name="T15" fmla="*/ 144 h 268"/>
              <a:gd name="T16" fmla="*/ 244 w 300"/>
              <a:gd name="T17" fmla="*/ 116 h 268"/>
              <a:gd name="T18" fmla="*/ 238 w 300"/>
              <a:gd name="T19" fmla="*/ 80 h 268"/>
              <a:gd name="T20" fmla="*/ 216 w 300"/>
              <a:gd name="T21" fmla="*/ 50 h 268"/>
              <a:gd name="T22" fmla="*/ 186 w 300"/>
              <a:gd name="T23" fmla="*/ 30 h 268"/>
              <a:gd name="T24" fmla="*/ 150 w 300"/>
              <a:gd name="T25" fmla="*/ 22 h 268"/>
              <a:gd name="T26" fmla="*/ 130 w 300"/>
              <a:gd name="T27" fmla="*/ 24 h 268"/>
              <a:gd name="T28" fmla="*/ 98 w 300"/>
              <a:gd name="T29" fmla="*/ 38 h 268"/>
              <a:gd name="T30" fmla="*/ 72 w 300"/>
              <a:gd name="T31" fmla="*/ 64 h 268"/>
              <a:gd name="T32" fmla="*/ 58 w 300"/>
              <a:gd name="T33" fmla="*/ 98 h 268"/>
              <a:gd name="T34" fmla="*/ 56 w 300"/>
              <a:gd name="T35" fmla="*/ 144 h 268"/>
              <a:gd name="T36" fmla="*/ 56 w 300"/>
              <a:gd name="T37" fmla="*/ 240 h 268"/>
              <a:gd name="T38" fmla="*/ 56 w 300"/>
              <a:gd name="T39" fmla="*/ 244 h 268"/>
              <a:gd name="T40" fmla="*/ 56 w 300"/>
              <a:gd name="T41" fmla="*/ 268 h 268"/>
              <a:gd name="T42" fmla="*/ 38 w 300"/>
              <a:gd name="T43" fmla="*/ 264 h 268"/>
              <a:gd name="T44" fmla="*/ 18 w 300"/>
              <a:gd name="T45" fmla="*/ 252 h 268"/>
              <a:gd name="T46" fmla="*/ 4 w 300"/>
              <a:gd name="T47" fmla="*/ 234 h 268"/>
              <a:gd name="T48" fmla="*/ 0 w 300"/>
              <a:gd name="T49" fmla="*/ 216 h 268"/>
              <a:gd name="T50" fmla="*/ 0 w 300"/>
              <a:gd name="T51" fmla="*/ 206 h 268"/>
              <a:gd name="T52" fmla="*/ 2 w 300"/>
              <a:gd name="T53" fmla="*/ 184 h 268"/>
              <a:gd name="T54" fmla="*/ 10 w 300"/>
              <a:gd name="T55" fmla="*/ 168 h 268"/>
              <a:gd name="T56" fmla="*/ 22 w 300"/>
              <a:gd name="T57" fmla="*/ 156 h 268"/>
              <a:gd name="T58" fmla="*/ 34 w 300"/>
              <a:gd name="T59" fmla="*/ 116 h 268"/>
              <a:gd name="T60" fmla="*/ 34 w 300"/>
              <a:gd name="T61" fmla="*/ 106 h 268"/>
              <a:gd name="T62" fmla="*/ 42 w 300"/>
              <a:gd name="T63" fmla="*/ 72 h 268"/>
              <a:gd name="T64" fmla="*/ 68 w 300"/>
              <a:gd name="T65" fmla="*/ 34 h 268"/>
              <a:gd name="T66" fmla="*/ 104 w 300"/>
              <a:gd name="T67" fmla="*/ 10 h 268"/>
              <a:gd name="T68" fmla="*/ 138 w 300"/>
              <a:gd name="T69" fmla="*/ 0 h 268"/>
              <a:gd name="T70" fmla="*/ 150 w 300"/>
              <a:gd name="T71" fmla="*/ 0 h 268"/>
              <a:gd name="T72" fmla="*/ 174 w 300"/>
              <a:gd name="T73" fmla="*/ 2 h 268"/>
              <a:gd name="T74" fmla="*/ 216 w 300"/>
              <a:gd name="T75" fmla="*/ 20 h 268"/>
              <a:gd name="T76" fmla="*/ 246 w 300"/>
              <a:gd name="T77" fmla="*/ 52 h 268"/>
              <a:gd name="T78" fmla="*/ 264 w 300"/>
              <a:gd name="T79" fmla="*/ 94 h 268"/>
              <a:gd name="T80" fmla="*/ 266 w 300"/>
              <a:gd name="T81" fmla="*/ 116 h 268"/>
              <a:gd name="T82" fmla="*/ 266 w 300"/>
              <a:gd name="T83" fmla="*/ 150 h 268"/>
              <a:gd name="T84" fmla="*/ 284 w 300"/>
              <a:gd name="T85" fmla="*/ 162 h 268"/>
              <a:gd name="T86" fmla="*/ 294 w 300"/>
              <a:gd name="T87" fmla="*/ 176 h 268"/>
              <a:gd name="T88" fmla="*/ 300 w 300"/>
              <a:gd name="T89" fmla="*/ 194 h 268"/>
              <a:gd name="T90" fmla="*/ 300 w 300"/>
              <a:gd name="T91" fmla="*/ 206 h 268"/>
              <a:gd name="T92" fmla="*/ 298 w 300"/>
              <a:gd name="T93" fmla="*/ 226 h 268"/>
              <a:gd name="T94" fmla="*/ 292 w 300"/>
              <a:gd name="T95" fmla="*/ 242 h 268"/>
              <a:gd name="T96" fmla="*/ 272 w 300"/>
              <a:gd name="T97" fmla="*/ 260 h 268"/>
              <a:gd name="T98" fmla="*/ 254 w 300"/>
              <a:gd name="T99" fmla="*/ 266 h 268"/>
              <a:gd name="T100" fmla="*/ 244 w 300"/>
              <a:gd name="T101" fmla="*/ 268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00" h="268">
                <a:moveTo>
                  <a:pt x="234" y="268"/>
                </a:moveTo>
                <a:lnTo>
                  <a:pt x="222" y="268"/>
                </a:lnTo>
                <a:lnTo>
                  <a:pt x="222" y="144"/>
                </a:lnTo>
                <a:lnTo>
                  <a:pt x="234" y="144"/>
                </a:lnTo>
                <a:lnTo>
                  <a:pt x="234" y="268"/>
                </a:lnTo>
                <a:close/>
                <a:moveTo>
                  <a:pt x="78" y="268"/>
                </a:moveTo>
                <a:lnTo>
                  <a:pt x="66" y="268"/>
                </a:lnTo>
                <a:lnTo>
                  <a:pt x="66" y="144"/>
                </a:lnTo>
                <a:lnTo>
                  <a:pt x="78" y="144"/>
                </a:lnTo>
                <a:lnTo>
                  <a:pt x="78" y="268"/>
                </a:lnTo>
                <a:close/>
                <a:moveTo>
                  <a:pt x="244" y="268"/>
                </a:moveTo>
                <a:lnTo>
                  <a:pt x="244" y="244"/>
                </a:lnTo>
                <a:lnTo>
                  <a:pt x="244" y="244"/>
                </a:lnTo>
                <a:lnTo>
                  <a:pt x="244" y="244"/>
                </a:lnTo>
                <a:lnTo>
                  <a:pt x="244" y="240"/>
                </a:lnTo>
                <a:lnTo>
                  <a:pt x="244" y="144"/>
                </a:lnTo>
                <a:lnTo>
                  <a:pt x="244" y="116"/>
                </a:lnTo>
                <a:lnTo>
                  <a:pt x="244" y="116"/>
                </a:lnTo>
                <a:lnTo>
                  <a:pt x="242" y="98"/>
                </a:lnTo>
                <a:lnTo>
                  <a:pt x="238" y="80"/>
                </a:lnTo>
                <a:lnTo>
                  <a:pt x="228" y="64"/>
                </a:lnTo>
                <a:lnTo>
                  <a:pt x="216" y="50"/>
                </a:lnTo>
                <a:lnTo>
                  <a:pt x="202" y="38"/>
                </a:lnTo>
                <a:lnTo>
                  <a:pt x="186" y="30"/>
                </a:lnTo>
                <a:lnTo>
                  <a:pt x="170" y="24"/>
                </a:lnTo>
                <a:lnTo>
                  <a:pt x="150" y="22"/>
                </a:lnTo>
                <a:lnTo>
                  <a:pt x="150" y="22"/>
                </a:lnTo>
                <a:lnTo>
                  <a:pt x="130" y="24"/>
                </a:lnTo>
                <a:lnTo>
                  <a:pt x="114" y="30"/>
                </a:lnTo>
                <a:lnTo>
                  <a:pt x="98" y="38"/>
                </a:lnTo>
                <a:lnTo>
                  <a:pt x="84" y="50"/>
                </a:lnTo>
                <a:lnTo>
                  <a:pt x="72" y="64"/>
                </a:lnTo>
                <a:lnTo>
                  <a:pt x="62" y="80"/>
                </a:lnTo>
                <a:lnTo>
                  <a:pt x="58" y="98"/>
                </a:lnTo>
                <a:lnTo>
                  <a:pt x="56" y="116"/>
                </a:lnTo>
                <a:lnTo>
                  <a:pt x="56" y="144"/>
                </a:lnTo>
                <a:lnTo>
                  <a:pt x="56" y="240"/>
                </a:lnTo>
                <a:lnTo>
                  <a:pt x="56" y="240"/>
                </a:lnTo>
                <a:lnTo>
                  <a:pt x="56" y="244"/>
                </a:lnTo>
                <a:lnTo>
                  <a:pt x="56" y="244"/>
                </a:lnTo>
                <a:lnTo>
                  <a:pt x="56" y="268"/>
                </a:lnTo>
                <a:lnTo>
                  <a:pt x="56" y="268"/>
                </a:lnTo>
                <a:lnTo>
                  <a:pt x="46" y="266"/>
                </a:lnTo>
                <a:lnTo>
                  <a:pt x="38" y="264"/>
                </a:lnTo>
                <a:lnTo>
                  <a:pt x="28" y="260"/>
                </a:lnTo>
                <a:lnTo>
                  <a:pt x="18" y="252"/>
                </a:lnTo>
                <a:lnTo>
                  <a:pt x="8" y="242"/>
                </a:lnTo>
                <a:lnTo>
                  <a:pt x="4" y="234"/>
                </a:lnTo>
                <a:lnTo>
                  <a:pt x="2" y="226"/>
                </a:lnTo>
                <a:lnTo>
                  <a:pt x="0" y="216"/>
                </a:lnTo>
                <a:lnTo>
                  <a:pt x="0" y="206"/>
                </a:lnTo>
                <a:lnTo>
                  <a:pt x="0" y="206"/>
                </a:lnTo>
                <a:lnTo>
                  <a:pt x="0" y="194"/>
                </a:lnTo>
                <a:lnTo>
                  <a:pt x="2" y="184"/>
                </a:lnTo>
                <a:lnTo>
                  <a:pt x="6" y="176"/>
                </a:lnTo>
                <a:lnTo>
                  <a:pt x="10" y="168"/>
                </a:lnTo>
                <a:lnTo>
                  <a:pt x="16" y="162"/>
                </a:lnTo>
                <a:lnTo>
                  <a:pt x="22" y="156"/>
                </a:lnTo>
                <a:lnTo>
                  <a:pt x="34" y="150"/>
                </a:lnTo>
                <a:lnTo>
                  <a:pt x="34" y="116"/>
                </a:lnTo>
                <a:lnTo>
                  <a:pt x="34" y="116"/>
                </a:lnTo>
                <a:lnTo>
                  <a:pt x="34" y="106"/>
                </a:lnTo>
                <a:lnTo>
                  <a:pt x="36" y="94"/>
                </a:lnTo>
                <a:lnTo>
                  <a:pt x="42" y="72"/>
                </a:lnTo>
                <a:lnTo>
                  <a:pt x="54" y="52"/>
                </a:lnTo>
                <a:lnTo>
                  <a:pt x="68" y="34"/>
                </a:lnTo>
                <a:lnTo>
                  <a:pt x="84" y="20"/>
                </a:lnTo>
                <a:lnTo>
                  <a:pt x="104" y="10"/>
                </a:lnTo>
                <a:lnTo>
                  <a:pt x="126" y="2"/>
                </a:lnTo>
                <a:lnTo>
                  <a:pt x="138" y="0"/>
                </a:lnTo>
                <a:lnTo>
                  <a:pt x="150" y="0"/>
                </a:lnTo>
                <a:lnTo>
                  <a:pt x="150" y="0"/>
                </a:lnTo>
                <a:lnTo>
                  <a:pt x="162" y="0"/>
                </a:lnTo>
                <a:lnTo>
                  <a:pt x="174" y="2"/>
                </a:lnTo>
                <a:lnTo>
                  <a:pt x="196" y="10"/>
                </a:lnTo>
                <a:lnTo>
                  <a:pt x="216" y="20"/>
                </a:lnTo>
                <a:lnTo>
                  <a:pt x="232" y="34"/>
                </a:lnTo>
                <a:lnTo>
                  <a:pt x="246" y="52"/>
                </a:lnTo>
                <a:lnTo>
                  <a:pt x="258" y="72"/>
                </a:lnTo>
                <a:lnTo>
                  <a:pt x="264" y="94"/>
                </a:lnTo>
                <a:lnTo>
                  <a:pt x="266" y="106"/>
                </a:lnTo>
                <a:lnTo>
                  <a:pt x="266" y="116"/>
                </a:lnTo>
                <a:lnTo>
                  <a:pt x="266" y="150"/>
                </a:lnTo>
                <a:lnTo>
                  <a:pt x="266" y="150"/>
                </a:lnTo>
                <a:lnTo>
                  <a:pt x="278" y="156"/>
                </a:lnTo>
                <a:lnTo>
                  <a:pt x="284" y="162"/>
                </a:lnTo>
                <a:lnTo>
                  <a:pt x="290" y="168"/>
                </a:lnTo>
                <a:lnTo>
                  <a:pt x="294" y="176"/>
                </a:lnTo>
                <a:lnTo>
                  <a:pt x="298" y="184"/>
                </a:lnTo>
                <a:lnTo>
                  <a:pt x="300" y="194"/>
                </a:lnTo>
                <a:lnTo>
                  <a:pt x="300" y="206"/>
                </a:lnTo>
                <a:lnTo>
                  <a:pt x="300" y="206"/>
                </a:lnTo>
                <a:lnTo>
                  <a:pt x="300" y="216"/>
                </a:lnTo>
                <a:lnTo>
                  <a:pt x="298" y="226"/>
                </a:lnTo>
                <a:lnTo>
                  <a:pt x="296" y="234"/>
                </a:lnTo>
                <a:lnTo>
                  <a:pt x="292" y="242"/>
                </a:lnTo>
                <a:lnTo>
                  <a:pt x="282" y="252"/>
                </a:lnTo>
                <a:lnTo>
                  <a:pt x="272" y="260"/>
                </a:lnTo>
                <a:lnTo>
                  <a:pt x="262" y="264"/>
                </a:lnTo>
                <a:lnTo>
                  <a:pt x="254" y="266"/>
                </a:lnTo>
                <a:lnTo>
                  <a:pt x="244" y="268"/>
                </a:lnTo>
                <a:lnTo>
                  <a:pt x="244" y="26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sz="1500"/>
          </a:p>
        </p:txBody>
      </p:sp>
      <p:sp>
        <p:nvSpPr>
          <p:cNvPr id="8" name="TextBox 7">
            <a:extLst>
              <a:ext uri="{FF2B5EF4-FFF2-40B4-BE49-F238E27FC236}">
                <a16:creationId xmlns:a16="http://schemas.microsoft.com/office/drawing/2014/main" id="{377FAE4F-521B-4226-B291-7ADE82B0225B}"/>
              </a:ext>
            </a:extLst>
          </p:cNvPr>
          <p:cNvSpPr txBox="1"/>
          <p:nvPr/>
        </p:nvSpPr>
        <p:spPr>
          <a:xfrm>
            <a:off x="9696866" y="2467116"/>
            <a:ext cx="1833955" cy="323165"/>
          </a:xfrm>
          <a:prstGeom prst="rect">
            <a:avLst/>
          </a:prstGeom>
          <a:noFill/>
        </p:spPr>
        <p:txBody>
          <a:bodyPr wrap="square" rtlCol="0">
            <a:spAutoFit/>
          </a:bodyPr>
          <a:lstStyle/>
          <a:p>
            <a:r>
              <a:rPr lang="en-GB" sz="1500" dirty="0">
                <a:solidFill>
                  <a:schemeClr val="bg1"/>
                </a:solidFill>
              </a:rPr>
              <a:t>1800112100</a:t>
            </a:r>
          </a:p>
        </p:txBody>
      </p:sp>
      <p:grpSp>
        <p:nvGrpSpPr>
          <p:cNvPr id="26" name="Group 235">
            <a:extLst>
              <a:ext uri="{FF2B5EF4-FFF2-40B4-BE49-F238E27FC236}">
                <a16:creationId xmlns:a16="http://schemas.microsoft.com/office/drawing/2014/main" id="{7D161EE5-4879-4CCD-8B67-B1306DD0467B}"/>
              </a:ext>
            </a:extLst>
          </p:cNvPr>
          <p:cNvGrpSpPr/>
          <p:nvPr/>
        </p:nvGrpSpPr>
        <p:grpSpPr>
          <a:xfrm>
            <a:off x="9270443" y="2892733"/>
            <a:ext cx="313267" cy="420603"/>
            <a:chOff x="4960406" y="5253181"/>
            <a:chExt cx="758559" cy="866114"/>
          </a:xfrm>
          <a:solidFill>
            <a:schemeClr val="bg1"/>
          </a:solidFill>
        </p:grpSpPr>
        <p:sp>
          <p:nvSpPr>
            <p:cNvPr id="27" name="Freeform 205">
              <a:extLst>
                <a:ext uri="{FF2B5EF4-FFF2-40B4-BE49-F238E27FC236}">
                  <a16:creationId xmlns:a16="http://schemas.microsoft.com/office/drawing/2014/main" id="{683935D6-8D90-4DCB-8A64-2ABCF1FACB06}"/>
                </a:ext>
              </a:extLst>
            </p:cNvPr>
            <p:cNvSpPr>
              <a:spLocks noEditPoints="1"/>
            </p:cNvSpPr>
            <p:nvPr/>
          </p:nvSpPr>
          <p:spPr bwMode="auto">
            <a:xfrm>
              <a:off x="4960406" y="5358610"/>
              <a:ext cx="754834" cy="760685"/>
            </a:xfrm>
            <a:custGeom>
              <a:avLst/>
              <a:gdLst/>
              <a:ahLst/>
              <a:cxnLst>
                <a:cxn ang="0">
                  <a:pos x="82" y="0"/>
                </a:cxn>
                <a:cxn ang="0">
                  <a:pos x="0" y="83"/>
                </a:cxn>
                <a:cxn ang="0">
                  <a:pos x="82" y="165"/>
                </a:cxn>
                <a:cxn ang="0">
                  <a:pos x="164" y="83"/>
                </a:cxn>
                <a:cxn ang="0">
                  <a:pos x="82" y="0"/>
                </a:cxn>
                <a:cxn ang="0">
                  <a:pos x="82" y="146"/>
                </a:cxn>
                <a:cxn ang="0">
                  <a:pos x="18" y="83"/>
                </a:cxn>
                <a:cxn ang="0">
                  <a:pos x="82" y="19"/>
                </a:cxn>
                <a:cxn ang="0">
                  <a:pos x="146" y="83"/>
                </a:cxn>
                <a:cxn ang="0">
                  <a:pos x="82" y="146"/>
                </a:cxn>
              </a:cxnLst>
              <a:rect l="0" t="0" r="r" b="b"/>
              <a:pathLst>
                <a:path w="164" h="165">
                  <a:moveTo>
                    <a:pt x="82" y="0"/>
                  </a:moveTo>
                  <a:cubicBezTo>
                    <a:pt x="37" y="0"/>
                    <a:pt x="0" y="37"/>
                    <a:pt x="0" y="83"/>
                  </a:cubicBezTo>
                  <a:cubicBezTo>
                    <a:pt x="0" y="128"/>
                    <a:pt x="37" y="165"/>
                    <a:pt x="82" y="165"/>
                  </a:cubicBezTo>
                  <a:cubicBezTo>
                    <a:pt x="128" y="165"/>
                    <a:pt x="164" y="128"/>
                    <a:pt x="164" y="83"/>
                  </a:cubicBezTo>
                  <a:cubicBezTo>
                    <a:pt x="164" y="37"/>
                    <a:pt x="128" y="0"/>
                    <a:pt x="82" y="0"/>
                  </a:cubicBezTo>
                  <a:close/>
                  <a:moveTo>
                    <a:pt x="82" y="146"/>
                  </a:moveTo>
                  <a:cubicBezTo>
                    <a:pt x="47" y="146"/>
                    <a:pt x="18" y="118"/>
                    <a:pt x="18" y="83"/>
                  </a:cubicBezTo>
                  <a:cubicBezTo>
                    <a:pt x="18" y="47"/>
                    <a:pt x="47" y="19"/>
                    <a:pt x="82" y="19"/>
                  </a:cubicBezTo>
                  <a:cubicBezTo>
                    <a:pt x="117" y="19"/>
                    <a:pt x="146" y="47"/>
                    <a:pt x="146" y="83"/>
                  </a:cubicBezTo>
                  <a:cubicBezTo>
                    <a:pt x="146" y="118"/>
                    <a:pt x="117" y="146"/>
                    <a:pt x="82" y="14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500"/>
            </a:p>
          </p:txBody>
        </p:sp>
        <p:sp>
          <p:nvSpPr>
            <p:cNvPr id="28" name="Oval 207">
              <a:extLst>
                <a:ext uri="{FF2B5EF4-FFF2-40B4-BE49-F238E27FC236}">
                  <a16:creationId xmlns:a16="http://schemas.microsoft.com/office/drawing/2014/main" id="{8FD462E7-02CA-4FAD-80A9-4D791D741EBE}"/>
                </a:ext>
              </a:extLst>
            </p:cNvPr>
            <p:cNvSpPr>
              <a:spLocks noChangeArrowheads="1"/>
            </p:cNvSpPr>
            <p:nvPr/>
          </p:nvSpPr>
          <p:spPr bwMode="auto">
            <a:xfrm>
              <a:off x="5276689" y="5683828"/>
              <a:ext cx="64366" cy="64366"/>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GB" sz="1500"/>
            </a:p>
          </p:txBody>
        </p:sp>
        <p:sp>
          <p:nvSpPr>
            <p:cNvPr id="29" name="Freeform 208">
              <a:extLst>
                <a:ext uri="{FF2B5EF4-FFF2-40B4-BE49-F238E27FC236}">
                  <a16:creationId xmlns:a16="http://schemas.microsoft.com/office/drawing/2014/main" id="{F17E21FE-921F-424A-8AD3-F6BD25A8E4F6}"/>
                </a:ext>
              </a:extLst>
            </p:cNvPr>
            <p:cNvSpPr>
              <a:spLocks/>
            </p:cNvSpPr>
            <p:nvPr/>
          </p:nvSpPr>
          <p:spPr bwMode="auto">
            <a:xfrm>
              <a:off x="5276689" y="5460464"/>
              <a:ext cx="64366" cy="257463"/>
            </a:xfrm>
            <a:custGeom>
              <a:avLst/>
              <a:gdLst/>
              <a:ahLst/>
              <a:cxnLst>
                <a:cxn ang="0">
                  <a:pos x="33" y="49"/>
                </a:cxn>
                <a:cxn ang="0">
                  <a:pos x="16" y="0"/>
                </a:cxn>
                <a:cxn ang="0">
                  <a:pos x="0" y="49"/>
                </a:cxn>
                <a:cxn ang="0">
                  <a:pos x="14" y="44"/>
                </a:cxn>
                <a:cxn ang="0">
                  <a:pos x="9" y="132"/>
                </a:cxn>
                <a:cxn ang="0">
                  <a:pos x="24" y="132"/>
                </a:cxn>
                <a:cxn ang="0">
                  <a:pos x="21" y="44"/>
                </a:cxn>
                <a:cxn ang="0">
                  <a:pos x="33" y="49"/>
                </a:cxn>
              </a:cxnLst>
              <a:rect l="0" t="0" r="r" b="b"/>
              <a:pathLst>
                <a:path w="33" h="132">
                  <a:moveTo>
                    <a:pt x="33" y="49"/>
                  </a:moveTo>
                  <a:lnTo>
                    <a:pt x="16" y="0"/>
                  </a:lnTo>
                  <a:lnTo>
                    <a:pt x="0" y="49"/>
                  </a:lnTo>
                  <a:lnTo>
                    <a:pt x="14" y="44"/>
                  </a:lnTo>
                  <a:lnTo>
                    <a:pt x="9" y="132"/>
                  </a:lnTo>
                  <a:lnTo>
                    <a:pt x="24" y="132"/>
                  </a:lnTo>
                  <a:lnTo>
                    <a:pt x="21" y="44"/>
                  </a:lnTo>
                  <a:lnTo>
                    <a:pt x="33"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500"/>
            </a:p>
          </p:txBody>
        </p:sp>
        <p:sp>
          <p:nvSpPr>
            <p:cNvPr id="30" name="Freeform 209">
              <a:extLst>
                <a:ext uri="{FF2B5EF4-FFF2-40B4-BE49-F238E27FC236}">
                  <a16:creationId xmlns:a16="http://schemas.microsoft.com/office/drawing/2014/main" id="{5266F941-ECC0-4A92-8B37-E7A5A0585A61}"/>
                </a:ext>
              </a:extLst>
            </p:cNvPr>
            <p:cNvSpPr>
              <a:spLocks/>
            </p:cNvSpPr>
            <p:nvPr/>
          </p:nvSpPr>
          <p:spPr bwMode="auto">
            <a:xfrm>
              <a:off x="5314216" y="5708845"/>
              <a:ext cx="230156" cy="142385"/>
            </a:xfrm>
            <a:custGeom>
              <a:avLst/>
              <a:gdLst/>
              <a:ahLst/>
              <a:cxnLst>
                <a:cxn ang="0">
                  <a:pos x="66" y="61"/>
                </a:cxn>
                <a:cxn ang="0">
                  <a:pos x="118" y="73"/>
                </a:cxn>
                <a:cxn ang="0">
                  <a:pos x="83" y="33"/>
                </a:cxn>
                <a:cxn ang="0">
                  <a:pos x="81" y="47"/>
                </a:cxn>
                <a:cxn ang="0">
                  <a:pos x="7" y="0"/>
                </a:cxn>
                <a:cxn ang="0">
                  <a:pos x="0" y="14"/>
                </a:cxn>
                <a:cxn ang="0">
                  <a:pos x="78" y="52"/>
                </a:cxn>
                <a:cxn ang="0">
                  <a:pos x="66" y="61"/>
                </a:cxn>
              </a:cxnLst>
              <a:rect l="0" t="0" r="r" b="b"/>
              <a:pathLst>
                <a:path w="118" h="73">
                  <a:moveTo>
                    <a:pt x="66" y="61"/>
                  </a:moveTo>
                  <a:lnTo>
                    <a:pt x="118" y="73"/>
                  </a:lnTo>
                  <a:lnTo>
                    <a:pt x="83" y="33"/>
                  </a:lnTo>
                  <a:lnTo>
                    <a:pt x="81" y="47"/>
                  </a:lnTo>
                  <a:lnTo>
                    <a:pt x="7" y="0"/>
                  </a:lnTo>
                  <a:lnTo>
                    <a:pt x="0" y="14"/>
                  </a:lnTo>
                  <a:lnTo>
                    <a:pt x="78" y="52"/>
                  </a:lnTo>
                  <a:lnTo>
                    <a:pt x="66" y="6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500"/>
            </a:p>
          </p:txBody>
        </p:sp>
        <p:sp>
          <p:nvSpPr>
            <p:cNvPr id="41" name="Freeform 210">
              <a:extLst>
                <a:ext uri="{FF2B5EF4-FFF2-40B4-BE49-F238E27FC236}">
                  <a16:creationId xmlns:a16="http://schemas.microsoft.com/office/drawing/2014/main" id="{DF504179-B219-49C1-8DC0-F6EE11FB4C47}"/>
                </a:ext>
              </a:extLst>
            </p:cNvPr>
            <p:cNvSpPr>
              <a:spLocks/>
            </p:cNvSpPr>
            <p:nvPr/>
          </p:nvSpPr>
          <p:spPr bwMode="auto">
            <a:xfrm>
              <a:off x="4960406" y="5253181"/>
              <a:ext cx="284769" cy="239909"/>
            </a:xfrm>
            <a:custGeom>
              <a:avLst/>
              <a:gdLst/>
              <a:ahLst/>
              <a:cxnLst>
                <a:cxn ang="0">
                  <a:pos x="20" y="9"/>
                </a:cxn>
                <a:cxn ang="0">
                  <a:pos x="21" y="4"/>
                </a:cxn>
                <a:cxn ang="0">
                  <a:pos x="16" y="3"/>
                </a:cxn>
                <a:cxn ang="0">
                  <a:pos x="15" y="8"/>
                </a:cxn>
                <a:cxn ang="0">
                  <a:pos x="19" y="9"/>
                </a:cxn>
                <a:cxn ang="0">
                  <a:pos x="9" y="52"/>
                </a:cxn>
                <a:cxn ang="0">
                  <a:pos x="62" y="19"/>
                </a:cxn>
                <a:cxn ang="0">
                  <a:pos x="20" y="9"/>
                </a:cxn>
              </a:cxnLst>
              <a:rect l="0" t="0" r="r" b="b"/>
              <a:pathLst>
                <a:path w="62" h="52">
                  <a:moveTo>
                    <a:pt x="20" y="9"/>
                  </a:moveTo>
                  <a:cubicBezTo>
                    <a:pt x="21" y="8"/>
                    <a:pt x="22" y="6"/>
                    <a:pt x="21" y="4"/>
                  </a:cubicBezTo>
                  <a:cubicBezTo>
                    <a:pt x="20" y="3"/>
                    <a:pt x="18" y="2"/>
                    <a:pt x="16" y="3"/>
                  </a:cubicBezTo>
                  <a:cubicBezTo>
                    <a:pt x="15" y="4"/>
                    <a:pt x="14" y="6"/>
                    <a:pt x="15" y="8"/>
                  </a:cubicBezTo>
                  <a:cubicBezTo>
                    <a:pt x="16" y="9"/>
                    <a:pt x="18" y="10"/>
                    <a:pt x="19" y="9"/>
                  </a:cubicBezTo>
                  <a:cubicBezTo>
                    <a:pt x="5" y="18"/>
                    <a:pt x="0" y="37"/>
                    <a:pt x="9" y="52"/>
                  </a:cubicBezTo>
                  <a:cubicBezTo>
                    <a:pt x="62" y="19"/>
                    <a:pt x="62" y="19"/>
                    <a:pt x="62" y="19"/>
                  </a:cubicBezTo>
                  <a:cubicBezTo>
                    <a:pt x="54" y="5"/>
                    <a:pt x="35" y="0"/>
                    <a:pt x="20" y="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500"/>
            </a:p>
          </p:txBody>
        </p:sp>
        <p:sp>
          <p:nvSpPr>
            <p:cNvPr id="42" name="Oval 212">
              <a:extLst>
                <a:ext uri="{FF2B5EF4-FFF2-40B4-BE49-F238E27FC236}">
                  <a16:creationId xmlns:a16="http://schemas.microsoft.com/office/drawing/2014/main" id="{EEA43835-06D5-44A6-80B8-8111BF0D9713}"/>
                </a:ext>
              </a:extLst>
            </p:cNvPr>
            <p:cNvSpPr>
              <a:spLocks noChangeArrowheads="1"/>
            </p:cNvSpPr>
            <p:nvPr/>
          </p:nvSpPr>
          <p:spPr bwMode="auto">
            <a:xfrm>
              <a:off x="4972914" y="5953654"/>
              <a:ext cx="152136" cy="152136"/>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GB" sz="1500"/>
            </a:p>
          </p:txBody>
        </p:sp>
        <p:sp>
          <p:nvSpPr>
            <p:cNvPr id="43" name="Oval 213">
              <a:extLst>
                <a:ext uri="{FF2B5EF4-FFF2-40B4-BE49-F238E27FC236}">
                  <a16:creationId xmlns:a16="http://schemas.microsoft.com/office/drawing/2014/main" id="{235C98FE-B9C3-404E-813F-1AA56F020D20}"/>
                </a:ext>
              </a:extLst>
            </p:cNvPr>
            <p:cNvSpPr>
              <a:spLocks noChangeArrowheads="1"/>
            </p:cNvSpPr>
            <p:nvPr/>
          </p:nvSpPr>
          <p:spPr bwMode="auto">
            <a:xfrm>
              <a:off x="5500056" y="5953654"/>
              <a:ext cx="152136" cy="152136"/>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GB" sz="1500"/>
            </a:p>
          </p:txBody>
        </p:sp>
        <p:sp>
          <p:nvSpPr>
            <p:cNvPr id="44" name="Freeform 210">
              <a:extLst>
                <a:ext uri="{FF2B5EF4-FFF2-40B4-BE49-F238E27FC236}">
                  <a16:creationId xmlns:a16="http://schemas.microsoft.com/office/drawing/2014/main" id="{FC9AE3DA-AAE9-421A-87CF-56E5AA75AC20}"/>
                </a:ext>
              </a:extLst>
            </p:cNvPr>
            <p:cNvSpPr>
              <a:spLocks/>
            </p:cNvSpPr>
            <p:nvPr/>
          </p:nvSpPr>
          <p:spPr bwMode="auto">
            <a:xfrm flipH="1">
              <a:off x="5434196" y="5253181"/>
              <a:ext cx="284769" cy="239909"/>
            </a:xfrm>
            <a:custGeom>
              <a:avLst/>
              <a:gdLst/>
              <a:ahLst/>
              <a:cxnLst>
                <a:cxn ang="0">
                  <a:pos x="20" y="9"/>
                </a:cxn>
                <a:cxn ang="0">
                  <a:pos x="21" y="4"/>
                </a:cxn>
                <a:cxn ang="0">
                  <a:pos x="16" y="3"/>
                </a:cxn>
                <a:cxn ang="0">
                  <a:pos x="15" y="8"/>
                </a:cxn>
                <a:cxn ang="0">
                  <a:pos x="19" y="9"/>
                </a:cxn>
                <a:cxn ang="0">
                  <a:pos x="9" y="52"/>
                </a:cxn>
                <a:cxn ang="0">
                  <a:pos x="62" y="19"/>
                </a:cxn>
                <a:cxn ang="0">
                  <a:pos x="20" y="9"/>
                </a:cxn>
              </a:cxnLst>
              <a:rect l="0" t="0" r="r" b="b"/>
              <a:pathLst>
                <a:path w="62" h="52">
                  <a:moveTo>
                    <a:pt x="20" y="9"/>
                  </a:moveTo>
                  <a:cubicBezTo>
                    <a:pt x="21" y="8"/>
                    <a:pt x="22" y="6"/>
                    <a:pt x="21" y="4"/>
                  </a:cubicBezTo>
                  <a:cubicBezTo>
                    <a:pt x="20" y="3"/>
                    <a:pt x="18" y="2"/>
                    <a:pt x="16" y="3"/>
                  </a:cubicBezTo>
                  <a:cubicBezTo>
                    <a:pt x="15" y="4"/>
                    <a:pt x="14" y="6"/>
                    <a:pt x="15" y="8"/>
                  </a:cubicBezTo>
                  <a:cubicBezTo>
                    <a:pt x="16" y="9"/>
                    <a:pt x="18" y="10"/>
                    <a:pt x="19" y="9"/>
                  </a:cubicBezTo>
                  <a:cubicBezTo>
                    <a:pt x="5" y="18"/>
                    <a:pt x="0" y="37"/>
                    <a:pt x="9" y="52"/>
                  </a:cubicBezTo>
                  <a:cubicBezTo>
                    <a:pt x="62" y="19"/>
                    <a:pt x="62" y="19"/>
                    <a:pt x="62" y="19"/>
                  </a:cubicBezTo>
                  <a:cubicBezTo>
                    <a:pt x="54" y="5"/>
                    <a:pt x="35" y="0"/>
                    <a:pt x="20" y="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500"/>
            </a:p>
          </p:txBody>
        </p:sp>
      </p:grpSp>
      <p:sp>
        <p:nvSpPr>
          <p:cNvPr id="45" name="TextBox 44">
            <a:extLst>
              <a:ext uri="{FF2B5EF4-FFF2-40B4-BE49-F238E27FC236}">
                <a16:creationId xmlns:a16="http://schemas.microsoft.com/office/drawing/2014/main" id="{EAFD1E42-FB38-4FC5-AB4E-1F9539DAD9A2}"/>
              </a:ext>
            </a:extLst>
          </p:cNvPr>
          <p:cNvSpPr txBox="1"/>
          <p:nvPr/>
        </p:nvSpPr>
        <p:spPr>
          <a:xfrm>
            <a:off x="9684764" y="2943932"/>
            <a:ext cx="1833955" cy="323165"/>
          </a:xfrm>
          <a:prstGeom prst="rect">
            <a:avLst/>
          </a:prstGeom>
          <a:noFill/>
        </p:spPr>
        <p:txBody>
          <a:bodyPr wrap="square" rtlCol="0">
            <a:spAutoFit/>
          </a:bodyPr>
          <a:lstStyle/>
          <a:p>
            <a:r>
              <a:rPr lang="en-GB" sz="1500" dirty="0">
                <a:solidFill>
                  <a:schemeClr val="bg1"/>
                </a:solidFill>
              </a:rPr>
              <a:t>07:00 to 23:00 hrs</a:t>
            </a:r>
          </a:p>
        </p:txBody>
      </p:sp>
      <p:sp>
        <p:nvSpPr>
          <p:cNvPr id="46" name="Freeform 28">
            <a:extLst>
              <a:ext uri="{FF2B5EF4-FFF2-40B4-BE49-F238E27FC236}">
                <a16:creationId xmlns:a16="http://schemas.microsoft.com/office/drawing/2014/main" id="{6B71CDC6-8B7F-4A09-8D27-CDBAA28E825B}"/>
              </a:ext>
            </a:extLst>
          </p:cNvPr>
          <p:cNvSpPr>
            <a:spLocks noEditPoints="1"/>
          </p:cNvSpPr>
          <p:nvPr/>
        </p:nvSpPr>
        <p:spPr bwMode="auto">
          <a:xfrm>
            <a:off x="9310242" y="3483417"/>
            <a:ext cx="311729" cy="253325"/>
          </a:xfrm>
          <a:custGeom>
            <a:avLst/>
            <a:gdLst>
              <a:gd name="T0" fmla="*/ 458 w 458"/>
              <a:gd name="T1" fmla="*/ 72 h 402"/>
              <a:gd name="T2" fmla="*/ 112 w 458"/>
              <a:gd name="T3" fmla="*/ 72 h 402"/>
              <a:gd name="T4" fmla="*/ 18 w 458"/>
              <a:gd name="T5" fmla="*/ 96 h 402"/>
              <a:gd name="T6" fmla="*/ 432 w 458"/>
              <a:gd name="T7" fmla="*/ 384 h 402"/>
              <a:gd name="T8" fmla="*/ 440 w 458"/>
              <a:gd name="T9" fmla="*/ 378 h 402"/>
              <a:gd name="T10" fmla="*/ 330 w 458"/>
              <a:gd name="T11" fmla="*/ 98 h 402"/>
              <a:gd name="T12" fmla="*/ 318 w 458"/>
              <a:gd name="T13" fmla="*/ 142 h 402"/>
              <a:gd name="T14" fmla="*/ 296 w 458"/>
              <a:gd name="T15" fmla="*/ 154 h 402"/>
              <a:gd name="T16" fmla="*/ 268 w 458"/>
              <a:gd name="T17" fmla="*/ 152 h 402"/>
              <a:gd name="T18" fmla="*/ 254 w 458"/>
              <a:gd name="T19" fmla="*/ 140 h 402"/>
              <a:gd name="T20" fmla="*/ 218 w 458"/>
              <a:gd name="T21" fmla="*/ 156 h 402"/>
              <a:gd name="T22" fmla="*/ 192 w 458"/>
              <a:gd name="T23" fmla="*/ 146 h 402"/>
              <a:gd name="T24" fmla="*/ 180 w 458"/>
              <a:gd name="T25" fmla="*/ 126 h 402"/>
              <a:gd name="T26" fmla="*/ 182 w 458"/>
              <a:gd name="T27" fmla="*/ 102 h 402"/>
              <a:gd name="T28" fmla="*/ 206 w 458"/>
              <a:gd name="T29" fmla="*/ 84 h 402"/>
              <a:gd name="T30" fmla="*/ 236 w 458"/>
              <a:gd name="T31" fmla="*/ 84 h 402"/>
              <a:gd name="T32" fmla="*/ 244 w 458"/>
              <a:gd name="T33" fmla="*/ 74 h 402"/>
              <a:gd name="T34" fmla="*/ 228 w 458"/>
              <a:gd name="T35" fmla="*/ 64 h 402"/>
              <a:gd name="T36" fmla="*/ 188 w 458"/>
              <a:gd name="T37" fmla="*/ 54 h 402"/>
              <a:gd name="T38" fmla="*/ 228 w 458"/>
              <a:gd name="T39" fmla="*/ 42 h 402"/>
              <a:gd name="T40" fmla="*/ 254 w 458"/>
              <a:gd name="T41" fmla="*/ 48 h 402"/>
              <a:gd name="T42" fmla="*/ 268 w 458"/>
              <a:gd name="T43" fmla="*/ 64 h 402"/>
              <a:gd name="T44" fmla="*/ 272 w 458"/>
              <a:gd name="T45" fmla="*/ 128 h 402"/>
              <a:gd name="T46" fmla="*/ 290 w 458"/>
              <a:gd name="T47" fmla="*/ 140 h 402"/>
              <a:gd name="T48" fmla="*/ 308 w 458"/>
              <a:gd name="T49" fmla="*/ 128 h 402"/>
              <a:gd name="T50" fmla="*/ 314 w 458"/>
              <a:gd name="T51" fmla="*/ 98 h 402"/>
              <a:gd name="T52" fmla="*/ 290 w 458"/>
              <a:gd name="T53" fmla="*/ 40 h 402"/>
              <a:gd name="T54" fmla="*/ 246 w 458"/>
              <a:gd name="T55" fmla="*/ 18 h 402"/>
              <a:gd name="T56" fmla="*/ 194 w 458"/>
              <a:gd name="T57" fmla="*/ 22 h 402"/>
              <a:gd name="T58" fmla="*/ 150 w 458"/>
              <a:gd name="T59" fmla="*/ 66 h 402"/>
              <a:gd name="T60" fmla="*/ 146 w 458"/>
              <a:gd name="T61" fmla="*/ 118 h 402"/>
              <a:gd name="T62" fmla="*/ 168 w 458"/>
              <a:gd name="T63" fmla="*/ 162 h 402"/>
              <a:gd name="T64" fmla="*/ 228 w 458"/>
              <a:gd name="T65" fmla="*/ 186 h 402"/>
              <a:gd name="T66" fmla="*/ 266 w 458"/>
              <a:gd name="T67" fmla="*/ 178 h 402"/>
              <a:gd name="T68" fmla="*/ 250 w 458"/>
              <a:gd name="T69" fmla="*/ 200 h 402"/>
              <a:gd name="T70" fmla="*/ 228 w 458"/>
              <a:gd name="T71" fmla="*/ 202 h 402"/>
              <a:gd name="T72" fmla="*/ 176 w 458"/>
              <a:gd name="T73" fmla="*/ 188 h 402"/>
              <a:gd name="T74" fmla="*/ 148 w 458"/>
              <a:gd name="T75" fmla="*/ 164 h 402"/>
              <a:gd name="T76" fmla="*/ 132 w 458"/>
              <a:gd name="T77" fmla="*/ 128 h 402"/>
              <a:gd name="T78" fmla="*/ 132 w 458"/>
              <a:gd name="T79" fmla="*/ 74 h 402"/>
              <a:gd name="T80" fmla="*/ 148 w 458"/>
              <a:gd name="T81" fmla="*/ 38 h 402"/>
              <a:gd name="T82" fmla="*/ 176 w 458"/>
              <a:gd name="T83" fmla="*/ 14 h 402"/>
              <a:gd name="T84" fmla="*/ 228 w 458"/>
              <a:gd name="T85" fmla="*/ 0 h 402"/>
              <a:gd name="T86" fmla="*/ 270 w 458"/>
              <a:gd name="T87" fmla="*/ 8 h 402"/>
              <a:gd name="T88" fmla="*/ 302 w 458"/>
              <a:gd name="T89" fmla="*/ 30 h 402"/>
              <a:gd name="T90" fmla="*/ 326 w 458"/>
              <a:gd name="T91" fmla="*/ 72 h 402"/>
              <a:gd name="T92" fmla="*/ 244 w 458"/>
              <a:gd name="T93" fmla="*/ 108 h 402"/>
              <a:gd name="T94" fmla="*/ 216 w 458"/>
              <a:gd name="T95" fmla="*/ 104 h 402"/>
              <a:gd name="T96" fmla="*/ 206 w 458"/>
              <a:gd name="T97" fmla="*/ 112 h 402"/>
              <a:gd name="T98" fmla="*/ 210 w 458"/>
              <a:gd name="T99" fmla="*/ 128 h 402"/>
              <a:gd name="T100" fmla="*/ 230 w 458"/>
              <a:gd name="T101" fmla="*/ 132 h 402"/>
              <a:gd name="T102" fmla="*/ 244 w 458"/>
              <a:gd name="T103" fmla="*/ 122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58" h="402">
                <a:moveTo>
                  <a:pt x="432" y="92"/>
                </a:moveTo>
                <a:lnTo>
                  <a:pt x="348" y="92"/>
                </a:lnTo>
                <a:lnTo>
                  <a:pt x="348" y="92"/>
                </a:lnTo>
                <a:lnTo>
                  <a:pt x="346" y="72"/>
                </a:lnTo>
                <a:lnTo>
                  <a:pt x="458" y="72"/>
                </a:lnTo>
                <a:lnTo>
                  <a:pt x="458" y="402"/>
                </a:lnTo>
                <a:lnTo>
                  <a:pt x="0" y="402"/>
                </a:lnTo>
                <a:lnTo>
                  <a:pt x="0" y="72"/>
                </a:lnTo>
                <a:lnTo>
                  <a:pt x="112" y="72"/>
                </a:lnTo>
                <a:lnTo>
                  <a:pt x="112" y="72"/>
                </a:lnTo>
                <a:lnTo>
                  <a:pt x="110" y="92"/>
                </a:lnTo>
                <a:lnTo>
                  <a:pt x="26" y="92"/>
                </a:lnTo>
                <a:lnTo>
                  <a:pt x="228" y="278"/>
                </a:lnTo>
                <a:lnTo>
                  <a:pt x="432" y="92"/>
                </a:lnTo>
                <a:close/>
                <a:moveTo>
                  <a:pt x="18" y="96"/>
                </a:moveTo>
                <a:lnTo>
                  <a:pt x="18" y="378"/>
                </a:lnTo>
                <a:lnTo>
                  <a:pt x="172" y="238"/>
                </a:lnTo>
                <a:lnTo>
                  <a:pt x="18" y="96"/>
                </a:lnTo>
                <a:close/>
                <a:moveTo>
                  <a:pt x="26" y="384"/>
                </a:moveTo>
                <a:lnTo>
                  <a:pt x="432" y="384"/>
                </a:lnTo>
                <a:lnTo>
                  <a:pt x="280" y="244"/>
                </a:lnTo>
                <a:lnTo>
                  <a:pt x="228" y="290"/>
                </a:lnTo>
                <a:lnTo>
                  <a:pt x="178" y="244"/>
                </a:lnTo>
                <a:lnTo>
                  <a:pt x="26" y="384"/>
                </a:lnTo>
                <a:close/>
                <a:moveTo>
                  <a:pt x="440" y="378"/>
                </a:moveTo>
                <a:lnTo>
                  <a:pt x="440" y="96"/>
                </a:lnTo>
                <a:lnTo>
                  <a:pt x="286" y="238"/>
                </a:lnTo>
                <a:lnTo>
                  <a:pt x="440" y="378"/>
                </a:lnTo>
                <a:close/>
                <a:moveTo>
                  <a:pt x="330" y="98"/>
                </a:moveTo>
                <a:lnTo>
                  <a:pt x="330" y="98"/>
                </a:lnTo>
                <a:lnTo>
                  <a:pt x="328" y="112"/>
                </a:lnTo>
                <a:lnTo>
                  <a:pt x="326" y="124"/>
                </a:lnTo>
                <a:lnTo>
                  <a:pt x="326" y="124"/>
                </a:lnTo>
                <a:lnTo>
                  <a:pt x="322" y="134"/>
                </a:lnTo>
                <a:lnTo>
                  <a:pt x="318" y="142"/>
                </a:lnTo>
                <a:lnTo>
                  <a:pt x="318" y="142"/>
                </a:lnTo>
                <a:lnTo>
                  <a:pt x="312" y="148"/>
                </a:lnTo>
                <a:lnTo>
                  <a:pt x="304" y="152"/>
                </a:lnTo>
                <a:lnTo>
                  <a:pt x="304" y="152"/>
                </a:lnTo>
                <a:lnTo>
                  <a:pt x="296" y="154"/>
                </a:lnTo>
                <a:lnTo>
                  <a:pt x="288" y="156"/>
                </a:lnTo>
                <a:lnTo>
                  <a:pt x="288" y="156"/>
                </a:lnTo>
                <a:lnTo>
                  <a:pt x="276" y="154"/>
                </a:lnTo>
                <a:lnTo>
                  <a:pt x="276" y="154"/>
                </a:lnTo>
                <a:lnTo>
                  <a:pt x="268" y="152"/>
                </a:lnTo>
                <a:lnTo>
                  <a:pt x="268" y="152"/>
                </a:lnTo>
                <a:lnTo>
                  <a:pt x="260" y="146"/>
                </a:lnTo>
                <a:lnTo>
                  <a:pt x="260" y="146"/>
                </a:lnTo>
                <a:lnTo>
                  <a:pt x="254" y="140"/>
                </a:lnTo>
                <a:lnTo>
                  <a:pt x="254" y="140"/>
                </a:lnTo>
                <a:lnTo>
                  <a:pt x="248" y="148"/>
                </a:lnTo>
                <a:lnTo>
                  <a:pt x="238" y="152"/>
                </a:lnTo>
                <a:lnTo>
                  <a:pt x="238" y="152"/>
                </a:lnTo>
                <a:lnTo>
                  <a:pt x="230" y="154"/>
                </a:lnTo>
                <a:lnTo>
                  <a:pt x="218" y="156"/>
                </a:lnTo>
                <a:lnTo>
                  <a:pt x="218" y="156"/>
                </a:lnTo>
                <a:lnTo>
                  <a:pt x="204" y="154"/>
                </a:lnTo>
                <a:lnTo>
                  <a:pt x="204" y="154"/>
                </a:lnTo>
                <a:lnTo>
                  <a:pt x="198" y="150"/>
                </a:lnTo>
                <a:lnTo>
                  <a:pt x="192" y="146"/>
                </a:lnTo>
                <a:lnTo>
                  <a:pt x="192" y="146"/>
                </a:lnTo>
                <a:lnTo>
                  <a:pt x="186" y="142"/>
                </a:lnTo>
                <a:lnTo>
                  <a:pt x="182" y="134"/>
                </a:lnTo>
                <a:lnTo>
                  <a:pt x="182" y="134"/>
                </a:lnTo>
                <a:lnTo>
                  <a:pt x="180" y="126"/>
                </a:lnTo>
                <a:lnTo>
                  <a:pt x="178" y="118"/>
                </a:lnTo>
                <a:lnTo>
                  <a:pt x="178" y="118"/>
                </a:lnTo>
                <a:lnTo>
                  <a:pt x="180" y="108"/>
                </a:lnTo>
                <a:lnTo>
                  <a:pt x="182" y="102"/>
                </a:lnTo>
                <a:lnTo>
                  <a:pt x="182" y="102"/>
                </a:lnTo>
                <a:lnTo>
                  <a:pt x="186" y="96"/>
                </a:lnTo>
                <a:lnTo>
                  <a:pt x="192" y="90"/>
                </a:lnTo>
                <a:lnTo>
                  <a:pt x="192" y="90"/>
                </a:lnTo>
                <a:lnTo>
                  <a:pt x="198" y="86"/>
                </a:lnTo>
                <a:lnTo>
                  <a:pt x="206" y="84"/>
                </a:lnTo>
                <a:lnTo>
                  <a:pt x="206" y="84"/>
                </a:lnTo>
                <a:lnTo>
                  <a:pt x="214" y="82"/>
                </a:lnTo>
                <a:lnTo>
                  <a:pt x="222" y="82"/>
                </a:lnTo>
                <a:lnTo>
                  <a:pt x="222" y="82"/>
                </a:lnTo>
                <a:lnTo>
                  <a:pt x="236" y="84"/>
                </a:lnTo>
                <a:lnTo>
                  <a:pt x="236" y="84"/>
                </a:lnTo>
                <a:lnTo>
                  <a:pt x="244" y="86"/>
                </a:lnTo>
                <a:lnTo>
                  <a:pt x="244" y="80"/>
                </a:lnTo>
                <a:lnTo>
                  <a:pt x="244" y="80"/>
                </a:lnTo>
                <a:lnTo>
                  <a:pt x="244" y="74"/>
                </a:lnTo>
                <a:lnTo>
                  <a:pt x="240" y="70"/>
                </a:lnTo>
                <a:lnTo>
                  <a:pt x="240" y="70"/>
                </a:lnTo>
                <a:lnTo>
                  <a:pt x="236" y="66"/>
                </a:lnTo>
                <a:lnTo>
                  <a:pt x="228" y="64"/>
                </a:lnTo>
                <a:lnTo>
                  <a:pt x="228" y="64"/>
                </a:lnTo>
                <a:lnTo>
                  <a:pt x="212" y="66"/>
                </a:lnTo>
                <a:lnTo>
                  <a:pt x="212" y="66"/>
                </a:lnTo>
                <a:lnTo>
                  <a:pt x="198" y="72"/>
                </a:lnTo>
                <a:lnTo>
                  <a:pt x="188" y="54"/>
                </a:lnTo>
                <a:lnTo>
                  <a:pt x="188" y="54"/>
                </a:lnTo>
                <a:lnTo>
                  <a:pt x="198" y="48"/>
                </a:lnTo>
                <a:lnTo>
                  <a:pt x="206" y="46"/>
                </a:lnTo>
                <a:lnTo>
                  <a:pt x="206" y="46"/>
                </a:lnTo>
                <a:lnTo>
                  <a:pt x="216" y="44"/>
                </a:lnTo>
                <a:lnTo>
                  <a:pt x="228" y="42"/>
                </a:lnTo>
                <a:lnTo>
                  <a:pt x="228" y="42"/>
                </a:lnTo>
                <a:lnTo>
                  <a:pt x="238" y="44"/>
                </a:lnTo>
                <a:lnTo>
                  <a:pt x="246" y="46"/>
                </a:lnTo>
                <a:lnTo>
                  <a:pt x="246" y="46"/>
                </a:lnTo>
                <a:lnTo>
                  <a:pt x="254" y="48"/>
                </a:lnTo>
                <a:lnTo>
                  <a:pt x="260" y="52"/>
                </a:lnTo>
                <a:lnTo>
                  <a:pt x="260" y="52"/>
                </a:lnTo>
                <a:lnTo>
                  <a:pt x="264" y="58"/>
                </a:lnTo>
                <a:lnTo>
                  <a:pt x="268" y="64"/>
                </a:lnTo>
                <a:lnTo>
                  <a:pt x="268" y="64"/>
                </a:lnTo>
                <a:lnTo>
                  <a:pt x="270" y="72"/>
                </a:lnTo>
                <a:lnTo>
                  <a:pt x="272" y="80"/>
                </a:lnTo>
                <a:lnTo>
                  <a:pt x="272" y="120"/>
                </a:lnTo>
                <a:lnTo>
                  <a:pt x="272" y="120"/>
                </a:lnTo>
                <a:lnTo>
                  <a:pt x="272" y="128"/>
                </a:lnTo>
                <a:lnTo>
                  <a:pt x="276" y="134"/>
                </a:lnTo>
                <a:lnTo>
                  <a:pt x="276" y="134"/>
                </a:lnTo>
                <a:lnTo>
                  <a:pt x="282" y="138"/>
                </a:lnTo>
                <a:lnTo>
                  <a:pt x="290" y="140"/>
                </a:lnTo>
                <a:lnTo>
                  <a:pt x="290" y="140"/>
                </a:lnTo>
                <a:lnTo>
                  <a:pt x="296" y="138"/>
                </a:lnTo>
                <a:lnTo>
                  <a:pt x="300" y="136"/>
                </a:lnTo>
                <a:lnTo>
                  <a:pt x="300" y="136"/>
                </a:lnTo>
                <a:lnTo>
                  <a:pt x="304" y="134"/>
                </a:lnTo>
                <a:lnTo>
                  <a:pt x="308" y="128"/>
                </a:lnTo>
                <a:lnTo>
                  <a:pt x="308" y="128"/>
                </a:lnTo>
                <a:lnTo>
                  <a:pt x="312" y="116"/>
                </a:lnTo>
                <a:lnTo>
                  <a:pt x="312" y="116"/>
                </a:lnTo>
                <a:lnTo>
                  <a:pt x="314" y="98"/>
                </a:lnTo>
                <a:lnTo>
                  <a:pt x="314" y="98"/>
                </a:lnTo>
                <a:lnTo>
                  <a:pt x="312" y="82"/>
                </a:lnTo>
                <a:lnTo>
                  <a:pt x="308" y="66"/>
                </a:lnTo>
                <a:lnTo>
                  <a:pt x="308" y="66"/>
                </a:lnTo>
                <a:lnTo>
                  <a:pt x="300" y="52"/>
                </a:lnTo>
                <a:lnTo>
                  <a:pt x="290" y="40"/>
                </a:lnTo>
                <a:lnTo>
                  <a:pt x="290" y="40"/>
                </a:lnTo>
                <a:lnTo>
                  <a:pt x="276" y="30"/>
                </a:lnTo>
                <a:lnTo>
                  <a:pt x="262" y="22"/>
                </a:lnTo>
                <a:lnTo>
                  <a:pt x="262" y="22"/>
                </a:lnTo>
                <a:lnTo>
                  <a:pt x="246" y="18"/>
                </a:lnTo>
                <a:lnTo>
                  <a:pt x="228" y="16"/>
                </a:lnTo>
                <a:lnTo>
                  <a:pt x="228" y="16"/>
                </a:lnTo>
                <a:lnTo>
                  <a:pt x="212" y="18"/>
                </a:lnTo>
                <a:lnTo>
                  <a:pt x="194" y="22"/>
                </a:lnTo>
                <a:lnTo>
                  <a:pt x="194" y="22"/>
                </a:lnTo>
                <a:lnTo>
                  <a:pt x="180" y="30"/>
                </a:lnTo>
                <a:lnTo>
                  <a:pt x="168" y="40"/>
                </a:lnTo>
                <a:lnTo>
                  <a:pt x="168" y="40"/>
                </a:lnTo>
                <a:lnTo>
                  <a:pt x="158" y="52"/>
                </a:lnTo>
                <a:lnTo>
                  <a:pt x="150" y="66"/>
                </a:lnTo>
                <a:lnTo>
                  <a:pt x="150" y="66"/>
                </a:lnTo>
                <a:lnTo>
                  <a:pt x="146" y="84"/>
                </a:lnTo>
                <a:lnTo>
                  <a:pt x="144" y="100"/>
                </a:lnTo>
                <a:lnTo>
                  <a:pt x="144" y="100"/>
                </a:lnTo>
                <a:lnTo>
                  <a:pt x="146" y="118"/>
                </a:lnTo>
                <a:lnTo>
                  <a:pt x="150" y="134"/>
                </a:lnTo>
                <a:lnTo>
                  <a:pt x="150" y="134"/>
                </a:lnTo>
                <a:lnTo>
                  <a:pt x="158" y="148"/>
                </a:lnTo>
                <a:lnTo>
                  <a:pt x="168" y="162"/>
                </a:lnTo>
                <a:lnTo>
                  <a:pt x="168" y="162"/>
                </a:lnTo>
                <a:lnTo>
                  <a:pt x="180" y="172"/>
                </a:lnTo>
                <a:lnTo>
                  <a:pt x="194" y="180"/>
                </a:lnTo>
                <a:lnTo>
                  <a:pt x="194" y="180"/>
                </a:lnTo>
                <a:lnTo>
                  <a:pt x="212" y="184"/>
                </a:lnTo>
                <a:lnTo>
                  <a:pt x="228" y="186"/>
                </a:lnTo>
                <a:lnTo>
                  <a:pt x="228" y="186"/>
                </a:lnTo>
                <a:lnTo>
                  <a:pt x="246" y="184"/>
                </a:lnTo>
                <a:lnTo>
                  <a:pt x="246" y="184"/>
                </a:lnTo>
                <a:lnTo>
                  <a:pt x="256" y="182"/>
                </a:lnTo>
                <a:lnTo>
                  <a:pt x="266" y="178"/>
                </a:lnTo>
                <a:lnTo>
                  <a:pt x="272" y="192"/>
                </a:lnTo>
                <a:lnTo>
                  <a:pt x="272" y="192"/>
                </a:lnTo>
                <a:lnTo>
                  <a:pt x="260" y="196"/>
                </a:lnTo>
                <a:lnTo>
                  <a:pt x="260" y="196"/>
                </a:lnTo>
                <a:lnTo>
                  <a:pt x="250" y="200"/>
                </a:lnTo>
                <a:lnTo>
                  <a:pt x="250" y="200"/>
                </a:lnTo>
                <a:lnTo>
                  <a:pt x="240" y="202"/>
                </a:lnTo>
                <a:lnTo>
                  <a:pt x="240" y="202"/>
                </a:lnTo>
                <a:lnTo>
                  <a:pt x="228" y="202"/>
                </a:lnTo>
                <a:lnTo>
                  <a:pt x="228" y="202"/>
                </a:lnTo>
                <a:lnTo>
                  <a:pt x="214" y="200"/>
                </a:lnTo>
                <a:lnTo>
                  <a:pt x="200" y="198"/>
                </a:lnTo>
                <a:lnTo>
                  <a:pt x="200" y="198"/>
                </a:lnTo>
                <a:lnTo>
                  <a:pt x="188" y="194"/>
                </a:lnTo>
                <a:lnTo>
                  <a:pt x="176" y="188"/>
                </a:lnTo>
                <a:lnTo>
                  <a:pt x="176" y="188"/>
                </a:lnTo>
                <a:lnTo>
                  <a:pt x="166" y="182"/>
                </a:lnTo>
                <a:lnTo>
                  <a:pt x="156" y="174"/>
                </a:lnTo>
                <a:lnTo>
                  <a:pt x="156" y="174"/>
                </a:lnTo>
                <a:lnTo>
                  <a:pt x="148" y="164"/>
                </a:lnTo>
                <a:lnTo>
                  <a:pt x="142" y="152"/>
                </a:lnTo>
                <a:lnTo>
                  <a:pt x="142" y="152"/>
                </a:lnTo>
                <a:lnTo>
                  <a:pt x="136" y="142"/>
                </a:lnTo>
                <a:lnTo>
                  <a:pt x="132" y="128"/>
                </a:lnTo>
                <a:lnTo>
                  <a:pt x="132" y="128"/>
                </a:lnTo>
                <a:lnTo>
                  <a:pt x="128" y="116"/>
                </a:lnTo>
                <a:lnTo>
                  <a:pt x="128" y="100"/>
                </a:lnTo>
                <a:lnTo>
                  <a:pt x="128" y="100"/>
                </a:lnTo>
                <a:lnTo>
                  <a:pt x="128" y="86"/>
                </a:lnTo>
                <a:lnTo>
                  <a:pt x="132" y="74"/>
                </a:lnTo>
                <a:lnTo>
                  <a:pt x="132" y="74"/>
                </a:lnTo>
                <a:lnTo>
                  <a:pt x="136" y="60"/>
                </a:lnTo>
                <a:lnTo>
                  <a:pt x="142" y="48"/>
                </a:lnTo>
                <a:lnTo>
                  <a:pt x="142" y="48"/>
                </a:lnTo>
                <a:lnTo>
                  <a:pt x="148" y="38"/>
                </a:lnTo>
                <a:lnTo>
                  <a:pt x="156" y="28"/>
                </a:lnTo>
                <a:lnTo>
                  <a:pt x="156" y="28"/>
                </a:lnTo>
                <a:lnTo>
                  <a:pt x="166" y="20"/>
                </a:lnTo>
                <a:lnTo>
                  <a:pt x="176" y="14"/>
                </a:lnTo>
                <a:lnTo>
                  <a:pt x="176" y="14"/>
                </a:lnTo>
                <a:lnTo>
                  <a:pt x="188" y="8"/>
                </a:lnTo>
                <a:lnTo>
                  <a:pt x="200" y="4"/>
                </a:lnTo>
                <a:lnTo>
                  <a:pt x="200" y="4"/>
                </a:lnTo>
                <a:lnTo>
                  <a:pt x="214" y="0"/>
                </a:lnTo>
                <a:lnTo>
                  <a:pt x="228" y="0"/>
                </a:lnTo>
                <a:lnTo>
                  <a:pt x="228" y="0"/>
                </a:lnTo>
                <a:lnTo>
                  <a:pt x="244" y="0"/>
                </a:lnTo>
                <a:lnTo>
                  <a:pt x="256" y="4"/>
                </a:lnTo>
                <a:lnTo>
                  <a:pt x="256" y="4"/>
                </a:lnTo>
                <a:lnTo>
                  <a:pt x="270" y="8"/>
                </a:lnTo>
                <a:lnTo>
                  <a:pt x="282" y="14"/>
                </a:lnTo>
                <a:lnTo>
                  <a:pt x="282" y="14"/>
                </a:lnTo>
                <a:lnTo>
                  <a:pt x="292" y="20"/>
                </a:lnTo>
                <a:lnTo>
                  <a:pt x="302" y="30"/>
                </a:lnTo>
                <a:lnTo>
                  <a:pt x="302" y="30"/>
                </a:lnTo>
                <a:lnTo>
                  <a:pt x="310" y="38"/>
                </a:lnTo>
                <a:lnTo>
                  <a:pt x="316" y="50"/>
                </a:lnTo>
                <a:lnTo>
                  <a:pt x="316" y="50"/>
                </a:lnTo>
                <a:lnTo>
                  <a:pt x="322" y="60"/>
                </a:lnTo>
                <a:lnTo>
                  <a:pt x="326" y="72"/>
                </a:lnTo>
                <a:lnTo>
                  <a:pt x="326" y="72"/>
                </a:lnTo>
                <a:lnTo>
                  <a:pt x="328" y="86"/>
                </a:lnTo>
                <a:lnTo>
                  <a:pt x="330" y="98"/>
                </a:lnTo>
                <a:close/>
                <a:moveTo>
                  <a:pt x="244" y="108"/>
                </a:moveTo>
                <a:lnTo>
                  <a:pt x="244" y="108"/>
                </a:lnTo>
                <a:lnTo>
                  <a:pt x="236" y="104"/>
                </a:lnTo>
                <a:lnTo>
                  <a:pt x="236" y="104"/>
                </a:lnTo>
                <a:lnTo>
                  <a:pt x="224" y="102"/>
                </a:lnTo>
                <a:lnTo>
                  <a:pt x="224" y="102"/>
                </a:lnTo>
                <a:lnTo>
                  <a:pt x="216" y="104"/>
                </a:lnTo>
                <a:lnTo>
                  <a:pt x="216" y="104"/>
                </a:lnTo>
                <a:lnTo>
                  <a:pt x="210" y="106"/>
                </a:lnTo>
                <a:lnTo>
                  <a:pt x="210" y="106"/>
                </a:lnTo>
                <a:lnTo>
                  <a:pt x="206" y="112"/>
                </a:lnTo>
                <a:lnTo>
                  <a:pt x="206" y="112"/>
                </a:lnTo>
                <a:lnTo>
                  <a:pt x="206" y="118"/>
                </a:lnTo>
                <a:lnTo>
                  <a:pt x="206" y="118"/>
                </a:lnTo>
                <a:lnTo>
                  <a:pt x="208" y="124"/>
                </a:lnTo>
                <a:lnTo>
                  <a:pt x="210" y="128"/>
                </a:lnTo>
                <a:lnTo>
                  <a:pt x="210" y="128"/>
                </a:lnTo>
                <a:lnTo>
                  <a:pt x="216" y="132"/>
                </a:lnTo>
                <a:lnTo>
                  <a:pt x="224" y="132"/>
                </a:lnTo>
                <a:lnTo>
                  <a:pt x="224" y="132"/>
                </a:lnTo>
                <a:lnTo>
                  <a:pt x="230" y="132"/>
                </a:lnTo>
                <a:lnTo>
                  <a:pt x="230" y="132"/>
                </a:lnTo>
                <a:lnTo>
                  <a:pt x="236" y="130"/>
                </a:lnTo>
                <a:lnTo>
                  <a:pt x="236" y="130"/>
                </a:lnTo>
                <a:lnTo>
                  <a:pt x="242" y="126"/>
                </a:lnTo>
                <a:lnTo>
                  <a:pt x="242" y="126"/>
                </a:lnTo>
                <a:lnTo>
                  <a:pt x="244" y="122"/>
                </a:lnTo>
                <a:lnTo>
                  <a:pt x="244" y="108"/>
                </a:lnTo>
                <a:close/>
              </a:path>
            </a:pathLst>
          </a:custGeom>
          <a:solidFill>
            <a:schemeClr val="bg1"/>
          </a:solidFill>
          <a:ln>
            <a:solidFill>
              <a:schemeClr val="bg1"/>
            </a:solidFill>
          </a:ln>
        </p:spPr>
        <p:txBody>
          <a:bodyPr vert="horz" wrap="square" lIns="91440" tIns="45720" rIns="91440" bIns="45720" numCol="1" anchor="t" anchorCtr="0" compatLnSpc="1">
            <a:prstTxWarp prst="textNoShape">
              <a:avLst/>
            </a:prstTxWarp>
          </a:bodyPr>
          <a:lstStyle/>
          <a:p>
            <a:endParaRPr lang="en-GB" sz="1500"/>
          </a:p>
        </p:txBody>
      </p:sp>
      <p:sp>
        <p:nvSpPr>
          <p:cNvPr id="47" name="TextBox 46">
            <a:extLst>
              <a:ext uri="{FF2B5EF4-FFF2-40B4-BE49-F238E27FC236}">
                <a16:creationId xmlns:a16="http://schemas.microsoft.com/office/drawing/2014/main" id="{5387E56B-7DAF-416D-9D0A-211E8BAE0324}"/>
              </a:ext>
            </a:extLst>
          </p:cNvPr>
          <p:cNvSpPr txBox="1"/>
          <p:nvPr/>
        </p:nvSpPr>
        <p:spPr>
          <a:xfrm>
            <a:off x="9706046" y="3456744"/>
            <a:ext cx="1833955" cy="784830"/>
          </a:xfrm>
          <a:prstGeom prst="rect">
            <a:avLst/>
          </a:prstGeom>
          <a:noFill/>
        </p:spPr>
        <p:txBody>
          <a:bodyPr wrap="square" rtlCol="0">
            <a:spAutoFit/>
          </a:bodyPr>
          <a:lstStyle/>
          <a:p>
            <a:r>
              <a:rPr lang="en-GB" sz="1500" dirty="0">
                <a:solidFill>
                  <a:schemeClr val="bg1"/>
                </a:solidFill>
              </a:rPr>
              <a:t>helpdesk-foscos@fssai.gov.in</a:t>
            </a:r>
          </a:p>
        </p:txBody>
      </p:sp>
    </p:spTree>
    <p:extLst>
      <p:ext uri="{BB962C8B-B14F-4D97-AF65-F5344CB8AC3E}">
        <p14:creationId xmlns:p14="http://schemas.microsoft.com/office/powerpoint/2010/main" val="34381126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15"/>
        <p:cNvGrpSpPr/>
        <p:nvPr/>
      </p:nvGrpSpPr>
      <p:grpSpPr>
        <a:xfrm>
          <a:off x="0" y="0"/>
          <a:ext cx="0" cy="0"/>
          <a:chOff x="0" y="0"/>
          <a:chExt cx="0" cy="0"/>
        </a:xfrm>
      </p:grpSpPr>
    </p:spTree>
    <p:extLst>
      <p:ext uri="{BB962C8B-B14F-4D97-AF65-F5344CB8AC3E}">
        <p14:creationId xmlns:p14="http://schemas.microsoft.com/office/powerpoint/2010/main" val="10550661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674CD-73A8-4718-A77E-E03E6063F956}"/>
              </a:ext>
            </a:extLst>
          </p:cNvPr>
          <p:cNvSpPr>
            <a:spLocks noGrp="1"/>
          </p:cNvSpPr>
          <p:nvPr>
            <p:ph type="title"/>
          </p:nvPr>
        </p:nvSpPr>
        <p:spPr/>
        <p:txBody>
          <a:bodyPr/>
          <a:lstStyle/>
          <a:p>
            <a:r>
              <a:rPr lang="en-GB" dirty="0"/>
              <a:t>Process flow for Petty FBO Log-in</a:t>
            </a:r>
          </a:p>
        </p:txBody>
      </p:sp>
      <p:sp>
        <p:nvSpPr>
          <p:cNvPr id="3" name="Slide Number Placeholder 2">
            <a:extLst>
              <a:ext uri="{FF2B5EF4-FFF2-40B4-BE49-F238E27FC236}">
                <a16:creationId xmlns:a16="http://schemas.microsoft.com/office/drawing/2014/main" id="{79D2EFA1-2301-49C7-B151-76B8E0D3576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dirty="0"/>
          </a:p>
        </p:txBody>
      </p:sp>
      <p:pic>
        <p:nvPicPr>
          <p:cNvPr id="4" name="Picture 3">
            <a:extLst>
              <a:ext uri="{FF2B5EF4-FFF2-40B4-BE49-F238E27FC236}">
                <a16:creationId xmlns:a16="http://schemas.microsoft.com/office/drawing/2014/main" id="{69F09556-8250-483F-9AC3-7C52877FC930}"/>
              </a:ext>
            </a:extLst>
          </p:cNvPr>
          <p:cNvPicPr>
            <a:picLocks noChangeAspect="1"/>
          </p:cNvPicPr>
          <p:nvPr/>
        </p:nvPicPr>
        <p:blipFill>
          <a:blip r:embed="rId2"/>
          <a:stretch>
            <a:fillRect/>
          </a:stretch>
        </p:blipFill>
        <p:spPr>
          <a:xfrm>
            <a:off x="2869324" y="1012236"/>
            <a:ext cx="5328744" cy="5554102"/>
          </a:xfrm>
          <a:prstGeom prst="rect">
            <a:avLst/>
          </a:prstGeom>
        </p:spPr>
      </p:pic>
      <p:sp>
        <p:nvSpPr>
          <p:cNvPr id="6" name="TextBox 5">
            <a:extLst>
              <a:ext uri="{FF2B5EF4-FFF2-40B4-BE49-F238E27FC236}">
                <a16:creationId xmlns:a16="http://schemas.microsoft.com/office/drawing/2014/main" id="{BEDA8B37-64CA-4F36-93F6-3A93664703B4}"/>
              </a:ext>
            </a:extLst>
          </p:cNvPr>
          <p:cNvSpPr txBox="1"/>
          <p:nvPr/>
        </p:nvSpPr>
        <p:spPr>
          <a:xfrm>
            <a:off x="10609942" y="5939833"/>
            <a:ext cx="943773" cy="369332"/>
          </a:xfrm>
          <a:prstGeom prst="rect">
            <a:avLst/>
          </a:prstGeom>
          <a:solidFill>
            <a:schemeClr val="bg1"/>
          </a:solidFill>
        </p:spPr>
        <p:txBody>
          <a:bodyPr wrap="square" rtlCol="0">
            <a:spAutoFit/>
          </a:bodyPr>
          <a:lstStyle/>
          <a:p>
            <a:r>
              <a:rPr lang="en-GB" sz="1800" b="1" dirty="0">
                <a:solidFill>
                  <a:schemeClr val="tx1"/>
                </a:solidFill>
                <a:hlinkClick r:id="rId3" action="ppaction://hlinksldjump">
                  <a:extLst>
                    <a:ext uri="{A12FA001-AC4F-418D-AE19-62706E023703}">
                      <ahyp:hlinkClr xmlns:ahyp="http://schemas.microsoft.com/office/drawing/2018/hyperlinkcolor" val="tx"/>
                    </a:ext>
                  </a:extLst>
                </a:hlinkClick>
              </a:rPr>
              <a:t>Back</a:t>
            </a:r>
            <a:endParaRPr lang="en-GB" sz="1800" b="1" dirty="0">
              <a:solidFill>
                <a:schemeClr val="tx1"/>
              </a:solidFill>
            </a:endParaRPr>
          </a:p>
        </p:txBody>
      </p:sp>
    </p:spTree>
    <p:extLst>
      <p:ext uri="{BB962C8B-B14F-4D97-AF65-F5344CB8AC3E}">
        <p14:creationId xmlns:p14="http://schemas.microsoft.com/office/powerpoint/2010/main" val="17598734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FE65B3-A25E-422C-A356-CC49F25053F3}"/>
              </a:ext>
            </a:extLst>
          </p:cNvPr>
          <p:cNvSpPr>
            <a:spLocks noGrp="1"/>
          </p:cNvSpPr>
          <p:nvPr>
            <p:ph type="title"/>
          </p:nvPr>
        </p:nvSpPr>
        <p:spPr/>
        <p:txBody>
          <a:bodyPr/>
          <a:lstStyle/>
          <a:p>
            <a:r>
              <a:rPr lang="en-US" dirty="0"/>
              <a:t>FBO/ DO/ FSO Login</a:t>
            </a:r>
          </a:p>
        </p:txBody>
      </p:sp>
      <p:sp>
        <p:nvSpPr>
          <p:cNvPr id="6" name="Slide Number Placeholder 5">
            <a:extLst>
              <a:ext uri="{FF2B5EF4-FFF2-40B4-BE49-F238E27FC236}">
                <a16:creationId xmlns:a16="http://schemas.microsoft.com/office/drawing/2014/main" id="{F2A177FF-C9C8-468C-B6DC-FC3A5424AB3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dirty="0"/>
          </a:p>
        </p:txBody>
      </p:sp>
      <p:sp>
        <p:nvSpPr>
          <p:cNvPr id="16" name="Rectangle 2">
            <a:extLst>
              <a:ext uri="{FF2B5EF4-FFF2-40B4-BE49-F238E27FC236}">
                <a16:creationId xmlns:a16="http://schemas.microsoft.com/office/drawing/2014/main" id="{C4362B4F-1297-4660-8DE6-7FCD1B0D405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 name="Picture 1">
            <a:extLst>
              <a:ext uri="{FF2B5EF4-FFF2-40B4-BE49-F238E27FC236}">
                <a16:creationId xmlns:a16="http://schemas.microsoft.com/office/drawing/2014/main" id="{A9E19F09-AA2E-4063-831B-ED20694ED5C1}"/>
              </a:ext>
            </a:extLst>
          </p:cNvPr>
          <p:cNvPicPr>
            <a:picLocks noChangeAspect="1"/>
          </p:cNvPicPr>
          <p:nvPr/>
        </p:nvPicPr>
        <p:blipFill>
          <a:blip r:embed="rId2"/>
          <a:stretch>
            <a:fillRect/>
          </a:stretch>
        </p:blipFill>
        <p:spPr>
          <a:xfrm>
            <a:off x="1561600" y="1358200"/>
            <a:ext cx="9068800" cy="4585400"/>
          </a:xfrm>
          <a:prstGeom prst="rect">
            <a:avLst/>
          </a:prstGeom>
        </p:spPr>
      </p:pic>
      <p:sp>
        <p:nvSpPr>
          <p:cNvPr id="9" name="TextBox 8">
            <a:extLst>
              <a:ext uri="{FF2B5EF4-FFF2-40B4-BE49-F238E27FC236}">
                <a16:creationId xmlns:a16="http://schemas.microsoft.com/office/drawing/2014/main" id="{7A8F90D9-5259-405C-AA56-941BF9833B1C}"/>
              </a:ext>
            </a:extLst>
          </p:cNvPr>
          <p:cNvSpPr txBox="1"/>
          <p:nvPr/>
        </p:nvSpPr>
        <p:spPr>
          <a:xfrm>
            <a:off x="10615886" y="5939833"/>
            <a:ext cx="941832" cy="369332"/>
          </a:xfrm>
          <a:prstGeom prst="rect">
            <a:avLst/>
          </a:prstGeom>
          <a:solidFill>
            <a:schemeClr val="bg1"/>
          </a:solidFill>
        </p:spPr>
        <p:txBody>
          <a:bodyPr wrap="square" rtlCol="0">
            <a:spAutoFit/>
          </a:bodyPr>
          <a:lstStyle/>
          <a:p>
            <a:r>
              <a:rPr lang="en-GB" sz="1800" b="1" dirty="0">
                <a:solidFill>
                  <a:schemeClr val="tx1"/>
                </a:solidFill>
                <a:hlinkClick r:id="rId3" action="ppaction://hlinksldjump">
                  <a:extLst>
                    <a:ext uri="{A12FA001-AC4F-418D-AE19-62706E023703}">
                      <ahyp:hlinkClr xmlns:ahyp="http://schemas.microsoft.com/office/drawing/2018/hyperlinkcolor" val="tx"/>
                    </a:ext>
                  </a:extLst>
                </a:hlinkClick>
              </a:rPr>
              <a:t>Back</a:t>
            </a:r>
            <a:endParaRPr lang="en-GB" sz="1800" b="1" dirty="0">
              <a:solidFill>
                <a:schemeClr val="tx1"/>
              </a:solidFill>
            </a:endParaRPr>
          </a:p>
        </p:txBody>
      </p:sp>
    </p:spTree>
    <p:extLst>
      <p:ext uri="{BB962C8B-B14F-4D97-AF65-F5344CB8AC3E}">
        <p14:creationId xmlns:p14="http://schemas.microsoft.com/office/powerpoint/2010/main" val="20913348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C43B57-3378-4E89-A125-B3A4F58E26AB}"/>
              </a:ext>
            </a:extLst>
          </p:cNvPr>
          <p:cNvSpPr>
            <a:spLocks noGrp="1"/>
          </p:cNvSpPr>
          <p:nvPr>
            <p:ph type="title"/>
          </p:nvPr>
        </p:nvSpPr>
        <p:spPr/>
        <p:txBody>
          <a:bodyPr/>
          <a:lstStyle/>
          <a:p>
            <a:r>
              <a:rPr lang="en-US" dirty="0"/>
              <a:t>FBO New Application</a:t>
            </a:r>
          </a:p>
        </p:txBody>
      </p:sp>
      <p:sp>
        <p:nvSpPr>
          <p:cNvPr id="6" name="Slide Number Placeholder 5">
            <a:extLst>
              <a:ext uri="{FF2B5EF4-FFF2-40B4-BE49-F238E27FC236}">
                <a16:creationId xmlns:a16="http://schemas.microsoft.com/office/drawing/2014/main" id="{0D021FA1-1056-4C22-B184-BFD3B8305D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dirty="0"/>
          </a:p>
        </p:txBody>
      </p:sp>
      <p:sp>
        <p:nvSpPr>
          <p:cNvPr id="7" name="Rectangle 2">
            <a:extLst>
              <a:ext uri="{FF2B5EF4-FFF2-40B4-BE49-F238E27FC236}">
                <a16:creationId xmlns:a16="http://schemas.microsoft.com/office/drawing/2014/main" id="{35005B40-A316-4A9D-A5D5-B4AEA2926D18}"/>
              </a:ext>
            </a:extLst>
          </p:cNvPr>
          <p:cNvSpPr>
            <a:spLocks noChangeArrowheads="1"/>
          </p:cNvSpPr>
          <p:nvPr/>
        </p:nvSpPr>
        <p:spPr bwMode="auto">
          <a:xfrm>
            <a:off x="614150" y="10321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TextBox 10">
            <a:extLst>
              <a:ext uri="{FF2B5EF4-FFF2-40B4-BE49-F238E27FC236}">
                <a16:creationId xmlns:a16="http://schemas.microsoft.com/office/drawing/2014/main" id="{EC4F3F4E-81F8-4F4C-8437-2A80B4C6975B}"/>
              </a:ext>
            </a:extLst>
          </p:cNvPr>
          <p:cNvSpPr txBox="1"/>
          <p:nvPr/>
        </p:nvSpPr>
        <p:spPr>
          <a:xfrm>
            <a:off x="10616982" y="5939833"/>
            <a:ext cx="941832" cy="369332"/>
          </a:xfrm>
          <a:prstGeom prst="rect">
            <a:avLst/>
          </a:prstGeom>
          <a:solidFill>
            <a:schemeClr val="bg1"/>
          </a:solidFill>
        </p:spPr>
        <p:txBody>
          <a:bodyPr wrap="square" rtlCol="0">
            <a:spAutoFit/>
          </a:bodyPr>
          <a:lstStyle/>
          <a:p>
            <a:r>
              <a:rPr lang="en-GB" sz="1800" b="1" dirty="0">
                <a:solidFill>
                  <a:schemeClr val="tx1"/>
                </a:solidFill>
                <a:hlinkClick r:id="rId3" action="ppaction://hlinksldjump">
                  <a:extLst>
                    <a:ext uri="{A12FA001-AC4F-418D-AE19-62706E023703}">
                      <ahyp:hlinkClr xmlns:ahyp="http://schemas.microsoft.com/office/drawing/2018/hyperlinkcolor" val="tx"/>
                    </a:ext>
                  </a:extLst>
                </a:hlinkClick>
              </a:rPr>
              <a:t>Back</a:t>
            </a:r>
            <a:endParaRPr lang="en-GB" sz="1800" b="1" dirty="0">
              <a:solidFill>
                <a:schemeClr val="tx1"/>
              </a:solidFill>
            </a:endParaRPr>
          </a:p>
        </p:txBody>
      </p:sp>
      <p:sp>
        <p:nvSpPr>
          <p:cNvPr id="4" name="Rectangle 2">
            <a:extLst>
              <a:ext uri="{FF2B5EF4-FFF2-40B4-BE49-F238E27FC236}">
                <a16:creationId xmlns:a16="http://schemas.microsoft.com/office/drawing/2014/main" id="{C93E1B7B-F00C-4183-B102-4FEBB8FB60FB}"/>
              </a:ext>
            </a:extLst>
          </p:cNvPr>
          <p:cNvSpPr>
            <a:spLocks noChangeArrowheads="1"/>
          </p:cNvSpPr>
          <p:nvPr/>
        </p:nvSpPr>
        <p:spPr bwMode="auto">
          <a:xfrm>
            <a:off x="2364888" y="997527"/>
            <a:ext cx="1358495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graphicFrame>
        <p:nvGraphicFramePr>
          <p:cNvPr id="5" name="Object 4">
            <a:extLst>
              <a:ext uri="{FF2B5EF4-FFF2-40B4-BE49-F238E27FC236}">
                <a16:creationId xmlns:a16="http://schemas.microsoft.com/office/drawing/2014/main" id="{7D64D7FD-5D8C-4C1A-9C12-CC33ECF66AB0}"/>
              </a:ext>
            </a:extLst>
          </p:cNvPr>
          <p:cNvGraphicFramePr>
            <a:graphicFrameLocks noChangeAspect="1"/>
          </p:cNvGraphicFramePr>
          <p:nvPr>
            <p:extLst>
              <p:ext uri="{D42A27DB-BD31-4B8C-83A1-F6EECF244321}">
                <p14:modId xmlns:p14="http://schemas.microsoft.com/office/powerpoint/2010/main" val="2884548861"/>
              </p:ext>
            </p:extLst>
          </p:nvPr>
        </p:nvGraphicFramePr>
        <p:xfrm>
          <a:off x="2714171" y="997527"/>
          <a:ext cx="7367507" cy="5311637"/>
        </p:xfrm>
        <a:graphic>
          <a:graphicData uri="http://schemas.openxmlformats.org/presentationml/2006/ole">
            <mc:AlternateContent xmlns:mc="http://schemas.openxmlformats.org/markup-compatibility/2006">
              <mc:Choice xmlns:v="urn:schemas-microsoft-com:vml" Requires="v">
                <p:oleObj spid="_x0000_s1037" name="Visio" r:id="rId4" imgW="8020243" imgH="6143824" progId="Visio.Drawing.15">
                  <p:embed/>
                </p:oleObj>
              </mc:Choice>
              <mc:Fallback>
                <p:oleObj name="Visio" r:id="rId4" imgW="8020243" imgH="6143824"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14171" y="997527"/>
                        <a:ext cx="7367507" cy="5311637"/>
                      </a:xfrm>
                      <a:prstGeom prst="rect">
                        <a:avLst/>
                      </a:prstGeom>
                      <a:noFill/>
                    </p:spPr>
                  </p:pic>
                </p:oleObj>
              </mc:Fallback>
            </mc:AlternateContent>
          </a:graphicData>
        </a:graphic>
      </p:graphicFrame>
    </p:spTree>
    <p:extLst>
      <p:ext uri="{BB962C8B-B14F-4D97-AF65-F5344CB8AC3E}">
        <p14:creationId xmlns:p14="http://schemas.microsoft.com/office/powerpoint/2010/main" val="5991464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A79A46-5C41-4526-BA25-8E8CD1446907}"/>
              </a:ext>
            </a:extLst>
          </p:cNvPr>
          <p:cNvSpPr>
            <a:spLocks noGrp="1"/>
          </p:cNvSpPr>
          <p:nvPr>
            <p:ph type="title"/>
          </p:nvPr>
        </p:nvSpPr>
        <p:spPr/>
        <p:txBody>
          <a:bodyPr/>
          <a:lstStyle/>
          <a:p>
            <a:r>
              <a:rPr lang="en-GB" dirty="0"/>
              <a:t>Submit Modification Application</a:t>
            </a:r>
          </a:p>
        </p:txBody>
      </p:sp>
      <p:sp>
        <p:nvSpPr>
          <p:cNvPr id="6" name="Slide Number Placeholder 5">
            <a:extLst>
              <a:ext uri="{FF2B5EF4-FFF2-40B4-BE49-F238E27FC236}">
                <a16:creationId xmlns:a16="http://schemas.microsoft.com/office/drawing/2014/main" id="{052D3C19-247D-4296-853B-49EB11E42E7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dirty="0"/>
          </a:p>
        </p:txBody>
      </p:sp>
      <p:pic>
        <p:nvPicPr>
          <p:cNvPr id="7" name="Picture 6">
            <a:extLst>
              <a:ext uri="{FF2B5EF4-FFF2-40B4-BE49-F238E27FC236}">
                <a16:creationId xmlns:a16="http://schemas.microsoft.com/office/drawing/2014/main" id="{C60C1E3B-25BD-44EA-AF65-51C62A71D357}"/>
              </a:ext>
            </a:extLst>
          </p:cNvPr>
          <p:cNvPicPr>
            <a:picLocks noChangeAspect="1"/>
          </p:cNvPicPr>
          <p:nvPr/>
        </p:nvPicPr>
        <p:blipFill>
          <a:blip r:embed="rId2"/>
          <a:stretch>
            <a:fillRect/>
          </a:stretch>
        </p:blipFill>
        <p:spPr>
          <a:xfrm>
            <a:off x="3019607" y="1144706"/>
            <a:ext cx="5378805" cy="5353644"/>
          </a:xfrm>
          <a:prstGeom prst="rect">
            <a:avLst/>
          </a:prstGeom>
        </p:spPr>
      </p:pic>
      <p:sp>
        <p:nvSpPr>
          <p:cNvPr id="9" name="TextBox 8">
            <a:extLst>
              <a:ext uri="{FF2B5EF4-FFF2-40B4-BE49-F238E27FC236}">
                <a16:creationId xmlns:a16="http://schemas.microsoft.com/office/drawing/2014/main" id="{8E78A5A4-9D1B-4561-897C-CFB41664FE2C}"/>
              </a:ext>
            </a:extLst>
          </p:cNvPr>
          <p:cNvSpPr txBox="1"/>
          <p:nvPr/>
        </p:nvSpPr>
        <p:spPr>
          <a:xfrm>
            <a:off x="10616982" y="5939833"/>
            <a:ext cx="941832" cy="369332"/>
          </a:xfrm>
          <a:prstGeom prst="rect">
            <a:avLst/>
          </a:prstGeom>
          <a:solidFill>
            <a:schemeClr val="bg1"/>
          </a:solidFill>
        </p:spPr>
        <p:txBody>
          <a:bodyPr wrap="square" rtlCol="0">
            <a:spAutoFit/>
          </a:bodyPr>
          <a:lstStyle/>
          <a:p>
            <a:r>
              <a:rPr lang="en-GB" sz="1800" b="1" dirty="0">
                <a:solidFill>
                  <a:schemeClr val="tx1"/>
                </a:solidFill>
                <a:hlinkClick r:id="rId3" action="ppaction://hlinksldjump">
                  <a:extLst>
                    <a:ext uri="{A12FA001-AC4F-418D-AE19-62706E023703}">
                      <ahyp:hlinkClr xmlns:ahyp="http://schemas.microsoft.com/office/drawing/2018/hyperlinkcolor" val="tx"/>
                    </a:ext>
                  </a:extLst>
                </a:hlinkClick>
              </a:rPr>
              <a:t>Back</a:t>
            </a:r>
            <a:endParaRPr lang="en-GB" sz="1800" b="1" dirty="0">
              <a:solidFill>
                <a:schemeClr val="tx1"/>
              </a:solidFill>
            </a:endParaRPr>
          </a:p>
        </p:txBody>
      </p:sp>
    </p:spTree>
    <p:extLst>
      <p:ext uri="{BB962C8B-B14F-4D97-AF65-F5344CB8AC3E}">
        <p14:creationId xmlns:p14="http://schemas.microsoft.com/office/powerpoint/2010/main" val="1948279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C43B57-3378-4E89-A125-B3A4F58E26AB}"/>
              </a:ext>
            </a:extLst>
          </p:cNvPr>
          <p:cNvSpPr>
            <a:spLocks noGrp="1"/>
          </p:cNvSpPr>
          <p:nvPr>
            <p:ph type="title"/>
          </p:nvPr>
        </p:nvSpPr>
        <p:spPr/>
        <p:txBody>
          <a:bodyPr/>
          <a:lstStyle/>
          <a:p>
            <a:r>
              <a:rPr lang="en-US" dirty="0"/>
              <a:t>To process new application</a:t>
            </a:r>
          </a:p>
        </p:txBody>
      </p:sp>
      <p:sp>
        <p:nvSpPr>
          <p:cNvPr id="6" name="Slide Number Placeholder 5">
            <a:extLst>
              <a:ext uri="{FF2B5EF4-FFF2-40B4-BE49-F238E27FC236}">
                <a16:creationId xmlns:a16="http://schemas.microsoft.com/office/drawing/2014/main" id="{0D021FA1-1056-4C22-B184-BFD3B8305D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dirty="0"/>
          </a:p>
        </p:txBody>
      </p:sp>
      <p:sp>
        <p:nvSpPr>
          <p:cNvPr id="7" name="Rectangle 2">
            <a:extLst>
              <a:ext uri="{FF2B5EF4-FFF2-40B4-BE49-F238E27FC236}">
                <a16:creationId xmlns:a16="http://schemas.microsoft.com/office/drawing/2014/main" id="{35005B40-A316-4A9D-A5D5-B4AEA2926D18}"/>
              </a:ext>
            </a:extLst>
          </p:cNvPr>
          <p:cNvSpPr>
            <a:spLocks noChangeArrowheads="1"/>
          </p:cNvSpPr>
          <p:nvPr/>
        </p:nvSpPr>
        <p:spPr bwMode="auto">
          <a:xfrm>
            <a:off x="614150" y="10321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TextBox 10">
            <a:extLst>
              <a:ext uri="{FF2B5EF4-FFF2-40B4-BE49-F238E27FC236}">
                <a16:creationId xmlns:a16="http://schemas.microsoft.com/office/drawing/2014/main" id="{EC4F3F4E-81F8-4F4C-8437-2A80B4C6975B}"/>
              </a:ext>
            </a:extLst>
          </p:cNvPr>
          <p:cNvSpPr txBox="1"/>
          <p:nvPr/>
        </p:nvSpPr>
        <p:spPr>
          <a:xfrm>
            <a:off x="10616982" y="5939833"/>
            <a:ext cx="941832" cy="369332"/>
          </a:xfrm>
          <a:prstGeom prst="rect">
            <a:avLst/>
          </a:prstGeom>
          <a:solidFill>
            <a:schemeClr val="bg1"/>
          </a:solidFill>
        </p:spPr>
        <p:txBody>
          <a:bodyPr wrap="square" rtlCol="0">
            <a:spAutoFit/>
          </a:bodyPr>
          <a:lstStyle/>
          <a:p>
            <a:r>
              <a:rPr lang="en-GB" sz="1800" b="1" dirty="0">
                <a:solidFill>
                  <a:schemeClr val="tx1"/>
                </a:solidFill>
                <a:hlinkClick r:id="rId3" action="ppaction://hlinksldjump">
                  <a:extLst>
                    <a:ext uri="{A12FA001-AC4F-418D-AE19-62706E023703}">
                      <ahyp:hlinkClr xmlns:ahyp="http://schemas.microsoft.com/office/drawing/2018/hyperlinkcolor" val="tx"/>
                    </a:ext>
                  </a:extLst>
                </a:hlinkClick>
              </a:rPr>
              <a:t>Back</a:t>
            </a:r>
            <a:endParaRPr lang="en-GB" sz="1800" b="1" dirty="0">
              <a:solidFill>
                <a:schemeClr val="tx1"/>
              </a:solidFill>
            </a:endParaRPr>
          </a:p>
        </p:txBody>
      </p:sp>
      <p:sp>
        <p:nvSpPr>
          <p:cNvPr id="4" name="Rectangle 2">
            <a:extLst>
              <a:ext uri="{FF2B5EF4-FFF2-40B4-BE49-F238E27FC236}">
                <a16:creationId xmlns:a16="http://schemas.microsoft.com/office/drawing/2014/main" id="{B7D20588-2C93-4700-BC8D-CF29B85BBE59}"/>
              </a:ext>
            </a:extLst>
          </p:cNvPr>
          <p:cNvSpPr>
            <a:spLocks noChangeArrowheads="1"/>
          </p:cNvSpPr>
          <p:nvPr/>
        </p:nvSpPr>
        <p:spPr bwMode="auto">
          <a:xfrm>
            <a:off x="2210306" y="228600"/>
            <a:ext cx="1369556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graphicFrame>
        <p:nvGraphicFramePr>
          <p:cNvPr id="5" name="Object 4">
            <a:extLst>
              <a:ext uri="{FF2B5EF4-FFF2-40B4-BE49-F238E27FC236}">
                <a16:creationId xmlns:a16="http://schemas.microsoft.com/office/drawing/2014/main" id="{BD15A3FA-9592-4BF5-BA6F-37D860FB184C}"/>
              </a:ext>
            </a:extLst>
          </p:cNvPr>
          <p:cNvGraphicFramePr>
            <a:graphicFrameLocks noChangeAspect="1"/>
          </p:cNvGraphicFramePr>
          <p:nvPr>
            <p:extLst>
              <p:ext uri="{D42A27DB-BD31-4B8C-83A1-F6EECF244321}">
                <p14:modId xmlns:p14="http://schemas.microsoft.com/office/powerpoint/2010/main" val="246738011"/>
              </p:ext>
            </p:extLst>
          </p:nvPr>
        </p:nvGraphicFramePr>
        <p:xfrm>
          <a:off x="2960915" y="841829"/>
          <a:ext cx="6858482" cy="6044746"/>
        </p:xfrm>
        <a:graphic>
          <a:graphicData uri="http://schemas.openxmlformats.org/presentationml/2006/ole">
            <mc:AlternateContent xmlns:mc="http://schemas.openxmlformats.org/markup-compatibility/2006">
              <mc:Choice xmlns:v="urn:schemas-microsoft-com:vml" Requires="v">
                <p:oleObj spid="_x0000_s2061" name="Visio" r:id="rId4" imgW="10334436" imgH="11258329" progId="Visio.Drawing.15">
                  <p:embed/>
                </p:oleObj>
              </mc:Choice>
              <mc:Fallback>
                <p:oleObj name="Visio" r:id="rId4" imgW="10334436" imgH="11258329"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0915" y="841829"/>
                        <a:ext cx="6858482" cy="6044746"/>
                      </a:xfrm>
                      <a:prstGeom prst="rect">
                        <a:avLst/>
                      </a:prstGeom>
                      <a:noFill/>
                    </p:spPr>
                  </p:pic>
                </p:oleObj>
              </mc:Fallback>
            </mc:AlternateContent>
          </a:graphicData>
        </a:graphic>
      </p:graphicFrame>
    </p:spTree>
    <p:extLst>
      <p:ext uri="{BB962C8B-B14F-4D97-AF65-F5344CB8AC3E}">
        <p14:creationId xmlns:p14="http://schemas.microsoft.com/office/powerpoint/2010/main" val="27640767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C43B57-3378-4E89-A125-B3A4F58E26AB}"/>
              </a:ext>
            </a:extLst>
          </p:cNvPr>
          <p:cNvSpPr>
            <a:spLocks noGrp="1"/>
          </p:cNvSpPr>
          <p:nvPr>
            <p:ph type="title"/>
          </p:nvPr>
        </p:nvSpPr>
        <p:spPr/>
        <p:txBody>
          <a:bodyPr/>
          <a:lstStyle/>
          <a:p>
            <a:r>
              <a:rPr lang="en-US" dirty="0"/>
              <a:t>To process modification request</a:t>
            </a:r>
          </a:p>
        </p:txBody>
      </p:sp>
      <p:sp>
        <p:nvSpPr>
          <p:cNvPr id="6" name="Slide Number Placeholder 5">
            <a:extLst>
              <a:ext uri="{FF2B5EF4-FFF2-40B4-BE49-F238E27FC236}">
                <a16:creationId xmlns:a16="http://schemas.microsoft.com/office/drawing/2014/main" id="{0D021FA1-1056-4C22-B184-BFD3B8305D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37</a:t>
            </a:fld>
            <a:endParaRPr lang="en-US" dirty="0"/>
          </a:p>
        </p:txBody>
      </p:sp>
      <p:sp>
        <p:nvSpPr>
          <p:cNvPr id="7" name="Rectangle 2">
            <a:extLst>
              <a:ext uri="{FF2B5EF4-FFF2-40B4-BE49-F238E27FC236}">
                <a16:creationId xmlns:a16="http://schemas.microsoft.com/office/drawing/2014/main" id="{35005B40-A316-4A9D-A5D5-B4AEA2926D18}"/>
              </a:ext>
            </a:extLst>
          </p:cNvPr>
          <p:cNvSpPr>
            <a:spLocks noChangeArrowheads="1"/>
          </p:cNvSpPr>
          <p:nvPr/>
        </p:nvSpPr>
        <p:spPr bwMode="auto">
          <a:xfrm>
            <a:off x="614150" y="10321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TextBox 10">
            <a:extLst>
              <a:ext uri="{FF2B5EF4-FFF2-40B4-BE49-F238E27FC236}">
                <a16:creationId xmlns:a16="http://schemas.microsoft.com/office/drawing/2014/main" id="{EC4F3F4E-81F8-4F4C-8437-2A80B4C6975B}"/>
              </a:ext>
            </a:extLst>
          </p:cNvPr>
          <p:cNvSpPr txBox="1"/>
          <p:nvPr/>
        </p:nvSpPr>
        <p:spPr>
          <a:xfrm>
            <a:off x="10616982" y="5939833"/>
            <a:ext cx="941832" cy="369332"/>
          </a:xfrm>
          <a:prstGeom prst="rect">
            <a:avLst/>
          </a:prstGeom>
          <a:solidFill>
            <a:schemeClr val="bg1"/>
          </a:solidFill>
        </p:spPr>
        <p:txBody>
          <a:bodyPr wrap="square" rtlCol="0">
            <a:spAutoFit/>
          </a:bodyPr>
          <a:lstStyle/>
          <a:p>
            <a:r>
              <a:rPr lang="en-GB" sz="1800" b="1" dirty="0">
                <a:solidFill>
                  <a:schemeClr val="tx1"/>
                </a:solidFill>
                <a:hlinkClick r:id="rId3" action="ppaction://hlinksldjump">
                  <a:extLst>
                    <a:ext uri="{A12FA001-AC4F-418D-AE19-62706E023703}">
                      <ahyp:hlinkClr xmlns:ahyp="http://schemas.microsoft.com/office/drawing/2018/hyperlinkcolor" val="tx"/>
                    </a:ext>
                  </a:extLst>
                </a:hlinkClick>
              </a:rPr>
              <a:t>Back</a:t>
            </a:r>
            <a:endParaRPr lang="en-GB" sz="1800" b="1" dirty="0">
              <a:solidFill>
                <a:schemeClr val="tx1"/>
              </a:solidFill>
            </a:endParaRPr>
          </a:p>
        </p:txBody>
      </p:sp>
      <p:sp>
        <p:nvSpPr>
          <p:cNvPr id="2" name="Rectangle 2">
            <a:extLst>
              <a:ext uri="{FF2B5EF4-FFF2-40B4-BE49-F238E27FC236}">
                <a16:creationId xmlns:a16="http://schemas.microsoft.com/office/drawing/2014/main" id="{8D0A1197-AFD2-4220-B2E5-43C4CA547D9C}"/>
              </a:ext>
            </a:extLst>
          </p:cNvPr>
          <p:cNvSpPr>
            <a:spLocks noChangeArrowheads="1"/>
          </p:cNvSpPr>
          <p:nvPr/>
        </p:nvSpPr>
        <p:spPr bwMode="auto">
          <a:xfrm>
            <a:off x="1919517" y="295275"/>
            <a:ext cx="14694522"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graphicFrame>
        <p:nvGraphicFramePr>
          <p:cNvPr id="5" name="Object 4">
            <a:extLst>
              <a:ext uri="{FF2B5EF4-FFF2-40B4-BE49-F238E27FC236}">
                <a16:creationId xmlns:a16="http://schemas.microsoft.com/office/drawing/2014/main" id="{4F143512-480F-4E4E-B01B-3E7A153A084A}"/>
              </a:ext>
            </a:extLst>
          </p:cNvPr>
          <p:cNvGraphicFramePr>
            <a:graphicFrameLocks noChangeAspect="1"/>
          </p:cNvGraphicFramePr>
          <p:nvPr>
            <p:extLst>
              <p:ext uri="{D42A27DB-BD31-4B8C-83A1-F6EECF244321}">
                <p14:modId xmlns:p14="http://schemas.microsoft.com/office/powerpoint/2010/main" val="148312590"/>
              </p:ext>
            </p:extLst>
          </p:nvPr>
        </p:nvGraphicFramePr>
        <p:xfrm>
          <a:off x="2365829" y="769257"/>
          <a:ext cx="7358741" cy="6088743"/>
        </p:xfrm>
        <a:graphic>
          <a:graphicData uri="http://schemas.openxmlformats.org/presentationml/2006/ole">
            <mc:AlternateContent xmlns:mc="http://schemas.openxmlformats.org/markup-compatibility/2006">
              <mc:Choice xmlns:v="urn:schemas-microsoft-com:vml" Requires="v">
                <p:oleObj spid="_x0000_s3085" name="Visio" r:id="rId4" imgW="10334436" imgH="11096450" progId="Visio.Drawing.15">
                  <p:embed/>
                </p:oleObj>
              </mc:Choice>
              <mc:Fallback>
                <p:oleObj name="Visio" r:id="rId4" imgW="10334436" imgH="11096450"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5829" y="769257"/>
                        <a:ext cx="7358741" cy="6088743"/>
                      </a:xfrm>
                      <a:prstGeom prst="rect">
                        <a:avLst/>
                      </a:prstGeom>
                      <a:noFill/>
                    </p:spPr>
                  </p:pic>
                </p:oleObj>
              </mc:Fallback>
            </mc:AlternateContent>
          </a:graphicData>
        </a:graphic>
      </p:graphicFrame>
    </p:spTree>
    <p:extLst>
      <p:ext uri="{BB962C8B-B14F-4D97-AF65-F5344CB8AC3E}">
        <p14:creationId xmlns:p14="http://schemas.microsoft.com/office/powerpoint/2010/main" val="10444187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34155C-74EE-4D54-AC36-7F0414742517}"/>
              </a:ext>
            </a:extLst>
          </p:cNvPr>
          <p:cNvSpPr>
            <a:spLocks noGrp="1"/>
          </p:cNvSpPr>
          <p:nvPr>
            <p:ph type="title"/>
          </p:nvPr>
        </p:nvSpPr>
        <p:spPr/>
        <p:txBody>
          <a:bodyPr/>
          <a:lstStyle/>
          <a:p>
            <a:r>
              <a:rPr lang="en-GB" dirty="0"/>
              <a:t>Inspection</a:t>
            </a:r>
          </a:p>
        </p:txBody>
      </p:sp>
      <p:sp>
        <p:nvSpPr>
          <p:cNvPr id="10" name="TextBox 9">
            <a:extLst>
              <a:ext uri="{FF2B5EF4-FFF2-40B4-BE49-F238E27FC236}">
                <a16:creationId xmlns:a16="http://schemas.microsoft.com/office/drawing/2014/main" id="{291F5B60-AE39-4646-B72A-FF9BA8AAB283}"/>
              </a:ext>
            </a:extLst>
          </p:cNvPr>
          <p:cNvSpPr txBox="1"/>
          <p:nvPr/>
        </p:nvSpPr>
        <p:spPr>
          <a:xfrm>
            <a:off x="10616982" y="5939833"/>
            <a:ext cx="941832" cy="369332"/>
          </a:xfrm>
          <a:prstGeom prst="rect">
            <a:avLst/>
          </a:prstGeom>
          <a:solidFill>
            <a:schemeClr val="bg1"/>
          </a:solidFill>
        </p:spPr>
        <p:txBody>
          <a:bodyPr wrap="square" rtlCol="0">
            <a:spAutoFit/>
          </a:bodyPr>
          <a:lstStyle/>
          <a:p>
            <a:r>
              <a:rPr lang="en-GB" sz="1800" b="1" dirty="0">
                <a:solidFill>
                  <a:schemeClr val="tx1"/>
                </a:solidFill>
                <a:hlinkClick r:id="rId3" action="ppaction://hlinksldjump">
                  <a:extLst>
                    <a:ext uri="{A12FA001-AC4F-418D-AE19-62706E023703}">
                      <ahyp:hlinkClr xmlns:ahyp="http://schemas.microsoft.com/office/drawing/2018/hyperlinkcolor" val="tx"/>
                    </a:ext>
                  </a:extLst>
                </a:hlinkClick>
              </a:rPr>
              <a:t>Back</a:t>
            </a:r>
            <a:endParaRPr lang="en-GB" sz="1800" b="1" dirty="0">
              <a:solidFill>
                <a:schemeClr val="tx1"/>
              </a:solidFill>
            </a:endParaRPr>
          </a:p>
        </p:txBody>
      </p:sp>
      <p:sp>
        <p:nvSpPr>
          <p:cNvPr id="2" name="Rectangle 2">
            <a:extLst>
              <a:ext uri="{FF2B5EF4-FFF2-40B4-BE49-F238E27FC236}">
                <a16:creationId xmlns:a16="http://schemas.microsoft.com/office/drawing/2014/main" id="{E42A3F4B-7A85-4690-9F61-84A928FBB67A}"/>
              </a:ext>
            </a:extLst>
          </p:cNvPr>
          <p:cNvSpPr>
            <a:spLocks noChangeArrowheads="1"/>
          </p:cNvSpPr>
          <p:nvPr/>
        </p:nvSpPr>
        <p:spPr bwMode="auto">
          <a:xfrm>
            <a:off x="2293034" y="97887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4" name="Object 3">
            <a:extLst>
              <a:ext uri="{FF2B5EF4-FFF2-40B4-BE49-F238E27FC236}">
                <a16:creationId xmlns:a16="http://schemas.microsoft.com/office/drawing/2014/main" id="{53B0C63D-2345-4D2E-BE56-73CFC4584AA4}"/>
              </a:ext>
            </a:extLst>
          </p:cNvPr>
          <p:cNvGraphicFramePr>
            <a:graphicFrameLocks noChangeAspect="1"/>
          </p:cNvGraphicFramePr>
          <p:nvPr>
            <p:extLst>
              <p:ext uri="{D42A27DB-BD31-4B8C-83A1-F6EECF244321}">
                <p14:modId xmlns:p14="http://schemas.microsoft.com/office/powerpoint/2010/main" val="30855814"/>
              </p:ext>
            </p:extLst>
          </p:nvPr>
        </p:nvGraphicFramePr>
        <p:xfrm>
          <a:off x="2293034" y="978876"/>
          <a:ext cx="6115050" cy="5553075"/>
        </p:xfrm>
        <a:graphic>
          <a:graphicData uri="http://schemas.openxmlformats.org/presentationml/2006/ole">
            <mc:AlternateContent xmlns:mc="http://schemas.openxmlformats.org/markup-compatibility/2006">
              <mc:Choice xmlns:v="urn:schemas-microsoft-com:vml" Requires="v">
                <p:oleObj spid="_x0000_s4109" name="Visio" r:id="rId4" imgW="8620358" imgH="7829624" progId="Visio.Drawing.15">
                  <p:embed/>
                </p:oleObj>
              </mc:Choice>
              <mc:Fallback>
                <p:oleObj name="Visio" r:id="rId4" imgW="8620358" imgH="7829624"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93034" y="978876"/>
                        <a:ext cx="6115050" cy="555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079146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11835F18-E86E-4EDB-9F76-5DDE0DC4C9F8}"/>
              </a:ext>
            </a:extLst>
          </p:cNvPr>
          <p:cNvGrpSpPr/>
          <p:nvPr/>
        </p:nvGrpSpPr>
        <p:grpSpPr>
          <a:xfrm>
            <a:off x="726549" y="952850"/>
            <a:ext cx="9529554" cy="2154704"/>
            <a:chOff x="569742" y="954257"/>
            <a:chExt cx="9529554" cy="2154704"/>
          </a:xfrm>
        </p:grpSpPr>
        <p:pic>
          <p:nvPicPr>
            <p:cNvPr id="57" name="Content Placeholder 3">
              <a:extLst>
                <a:ext uri="{FF2B5EF4-FFF2-40B4-BE49-F238E27FC236}">
                  <a16:creationId xmlns:a16="http://schemas.microsoft.com/office/drawing/2014/main" id="{397B9BB0-6582-433E-A4B4-1E6E22F046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742" y="954257"/>
              <a:ext cx="4733778" cy="2154704"/>
            </a:xfrm>
            <a:prstGeom prst="rect">
              <a:avLst/>
            </a:prstGeom>
            <a:ln>
              <a:solidFill>
                <a:schemeClr val="tx1"/>
              </a:solidFill>
            </a:ln>
          </p:spPr>
        </p:pic>
        <p:sp>
          <p:nvSpPr>
            <p:cNvPr id="4" name="TextBox 3">
              <a:extLst>
                <a:ext uri="{FF2B5EF4-FFF2-40B4-BE49-F238E27FC236}">
                  <a16:creationId xmlns:a16="http://schemas.microsoft.com/office/drawing/2014/main" id="{F9A15B25-20C0-4A94-887D-478E20E6A128}"/>
                </a:ext>
              </a:extLst>
            </p:cNvPr>
            <p:cNvSpPr txBox="1"/>
            <p:nvPr/>
          </p:nvSpPr>
          <p:spPr>
            <a:xfrm>
              <a:off x="5752380" y="1368119"/>
              <a:ext cx="4346916" cy="584775"/>
            </a:xfrm>
            <a:prstGeom prst="rect">
              <a:avLst/>
            </a:prstGeom>
            <a:noFill/>
            <a:ln>
              <a:noFill/>
            </a:ln>
          </p:spPr>
          <p:txBody>
            <a:bodyPr wrap="square" rtlCol="0">
              <a:spAutoFit/>
            </a:bodyPr>
            <a:lstStyle/>
            <a:p>
              <a:r>
                <a:rPr lang="en-GB" sz="1600" b="1" i="1" dirty="0">
                  <a:latin typeface="+mj-lt"/>
                </a:rPr>
                <a:t>Capturing FBO business specific details such as CIN, GST and PAN No.</a:t>
              </a:r>
            </a:p>
          </p:txBody>
        </p:sp>
        <p:sp>
          <p:nvSpPr>
            <p:cNvPr id="11" name="Right Brace 10">
              <a:extLst>
                <a:ext uri="{FF2B5EF4-FFF2-40B4-BE49-F238E27FC236}">
                  <a16:creationId xmlns:a16="http://schemas.microsoft.com/office/drawing/2014/main" id="{2FCAF645-03B6-46F0-9CE0-671987AB7FCF}"/>
                </a:ext>
              </a:extLst>
            </p:cNvPr>
            <p:cNvSpPr/>
            <p:nvPr/>
          </p:nvSpPr>
          <p:spPr>
            <a:xfrm>
              <a:off x="2940148" y="2321168"/>
              <a:ext cx="225083" cy="731521"/>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mj-lt"/>
              </a:endParaRPr>
            </a:p>
          </p:txBody>
        </p:sp>
        <p:sp>
          <p:nvSpPr>
            <p:cNvPr id="46" name="Oval 45">
              <a:extLst>
                <a:ext uri="{FF2B5EF4-FFF2-40B4-BE49-F238E27FC236}">
                  <a16:creationId xmlns:a16="http://schemas.microsoft.com/office/drawing/2014/main" id="{D050EEE0-AD37-4E97-BEF3-741F0D5FF3A2}"/>
                </a:ext>
              </a:extLst>
            </p:cNvPr>
            <p:cNvSpPr/>
            <p:nvPr/>
          </p:nvSpPr>
          <p:spPr>
            <a:xfrm>
              <a:off x="3243122" y="2545111"/>
              <a:ext cx="293077" cy="2939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mj-lt"/>
                </a:rPr>
                <a:t>1</a:t>
              </a:r>
            </a:p>
          </p:txBody>
        </p:sp>
        <p:sp>
          <p:nvSpPr>
            <p:cNvPr id="47" name="Oval 46">
              <a:extLst>
                <a:ext uri="{FF2B5EF4-FFF2-40B4-BE49-F238E27FC236}">
                  <a16:creationId xmlns:a16="http://schemas.microsoft.com/office/drawing/2014/main" id="{88843CEF-7DAC-4AD3-89E9-79454967368D}"/>
                </a:ext>
              </a:extLst>
            </p:cNvPr>
            <p:cNvSpPr/>
            <p:nvPr/>
          </p:nvSpPr>
          <p:spPr>
            <a:xfrm>
              <a:off x="5444196" y="1432344"/>
              <a:ext cx="293077" cy="2939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mj-lt"/>
                </a:rPr>
                <a:t>1</a:t>
              </a:r>
            </a:p>
          </p:txBody>
        </p:sp>
      </p:grpSp>
      <p:grpSp>
        <p:nvGrpSpPr>
          <p:cNvPr id="15" name="Group 14">
            <a:extLst>
              <a:ext uri="{FF2B5EF4-FFF2-40B4-BE49-F238E27FC236}">
                <a16:creationId xmlns:a16="http://schemas.microsoft.com/office/drawing/2014/main" id="{474A24EF-50A4-4AB8-A632-52AE51A7E639}"/>
              </a:ext>
            </a:extLst>
          </p:cNvPr>
          <p:cNvGrpSpPr/>
          <p:nvPr/>
        </p:nvGrpSpPr>
        <p:grpSpPr>
          <a:xfrm>
            <a:off x="492911" y="2685493"/>
            <a:ext cx="8533860" cy="2390225"/>
            <a:chOff x="418121" y="2951531"/>
            <a:chExt cx="8533860" cy="2390225"/>
          </a:xfrm>
        </p:grpSpPr>
        <p:pic>
          <p:nvPicPr>
            <p:cNvPr id="22" name="Content Placeholder 3">
              <a:extLst>
                <a:ext uri="{FF2B5EF4-FFF2-40B4-BE49-F238E27FC236}">
                  <a16:creationId xmlns:a16="http://schemas.microsoft.com/office/drawing/2014/main" id="{6DA02582-A81C-41B2-93D0-46330580CE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5389" y="2951531"/>
              <a:ext cx="4736592" cy="2390225"/>
            </a:xfrm>
            <a:prstGeom prst="rect">
              <a:avLst/>
            </a:prstGeom>
            <a:ln>
              <a:solidFill>
                <a:schemeClr val="tx1"/>
              </a:solidFill>
            </a:ln>
          </p:spPr>
        </p:pic>
        <p:sp>
          <p:nvSpPr>
            <p:cNvPr id="12" name="Left Brace 11">
              <a:extLst>
                <a:ext uri="{FF2B5EF4-FFF2-40B4-BE49-F238E27FC236}">
                  <a16:creationId xmlns:a16="http://schemas.microsoft.com/office/drawing/2014/main" id="{3C5796E4-C53F-477B-8E90-FD106D0A7A3A}"/>
                </a:ext>
              </a:extLst>
            </p:cNvPr>
            <p:cNvSpPr/>
            <p:nvPr/>
          </p:nvSpPr>
          <p:spPr>
            <a:xfrm>
              <a:off x="3587262" y="3235571"/>
              <a:ext cx="253218" cy="1561512"/>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mj-lt"/>
              </a:endParaRPr>
            </a:p>
          </p:txBody>
        </p:sp>
        <p:sp>
          <p:nvSpPr>
            <p:cNvPr id="25" name="TextBox 24">
              <a:extLst>
                <a:ext uri="{FF2B5EF4-FFF2-40B4-BE49-F238E27FC236}">
                  <a16:creationId xmlns:a16="http://schemas.microsoft.com/office/drawing/2014/main" id="{6CBA4B1E-28DE-4A73-B66C-FD2E0231475C}"/>
                </a:ext>
              </a:extLst>
            </p:cNvPr>
            <p:cNvSpPr txBox="1"/>
            <p:nvPr/>
          </p:nvSpPr>
          <p:spPr>
            <a:xfrm>
              <a:off x="720624" y="3732195"/>
              <a:ext cx="3161240" cy="338554"/>
            </a:xfrm>
            <a:prstGeom prst="rect">
              <a:avLst/>
            </a:prstGeom>
            <a:noFill/>
          </p:spPr>
          <p:txBody>
            <a:bodyPr wrap="square" rtlCol="0">
              <a:spAutoFit/>
            </a:bodyPr>
            <a:lstStyle/>
            <a:p>
              <a:r>
                <a:rPr lang="en-GB" sz="1600" b="1" i="1" dirty="0" err="1">
                  <a:latin typeface="+mj-lt"/>
                </a:rPr>
                <a:t>KoB</a:t>
              </a:r>
              <a:r>
                <a:rPr lang="en-GB" sz="1600" b="1" i="1" dirty="0">
                  <a:latin typeface="+mj-lt"/>
                </a:rPr>
                <a:t> wise Documentation</a:t>
              </a:r>
            </a:p>
          </p:txBody>
        </p:sp>
        <p:sp>
          <p:nvSpPr>
            <p:cNvPr id="29" name="Oval 28">
              <a:extLst>
                <a:ext uri="{FF2B5EF4-FFF2-40B4-BE49-F238E27FC236}">
                  <a16:creationId xmlns:a16="http://schemas.microsoft.com/office/drawing/2014/main" id="{494ACBE1-B994-4F30-9B0B-3AA2EE433CAD}"/>
                </a:ext>
              </a:extLst>
            </p:cNvPr>
            <p:cNvSpPr/>
            <p:nvPr/>
          </p:nvSpPr>
          <p:spPr>
            <a:xfrm>
              <a:off x="427547" y="3754515"/>
              <a:ext cx="293077" cy="2939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mj-lt"/>
                </a:rPr>
                <a:t>1</a:t>
              </a:r>
            </a:p>
          </p:txBody>
        </p:sp>
        <p:sp>
          <p:nvSpPr>
            <p:cNvPr id="30" name="Oval 29">
              <a:extLst>
                <a:ext uri="{FF2B5EF4-FFF2-40B4-BE49-F238E27FC236}">
                  <a16:creationId xmlns:a16="http://schemas.microsoft.com/office/drawing/2014/main" id="{49500039-9A41-4F8D-96F4-4CE06E1FEEED}"/>
                </a:ext>
              </a:extLst>
            </p:cNvPr>
            <p:cNvSpPr/>
            <p:nvPr/>
          </p:nvSpPr>
          <p:spPr>
            <a:xfrm>
              <a:off x="418121" y="4235883"/>
              <a:ext cx="293077" cy="2939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mj-lt"/>
                </a:rPr>
                <a:t>2</a:t>
              </a:r>
            </a:p>
          </p:txBody>
        </p:sp>
        <p:sp>
          <p:nvSpPr>
            <p:cNvPr id="31" name="Oval 30">
              <a:extLst>
                <a:ext uri="{FF2B5EF4-FFF2-40B4-BE49-F238E27FC236}">
                  <a16:creationId xmlns:a16="http://schemas.microsoft.com/office/drawing/2014/main" id="{658942DB-F488-491F-B9CE-90143C89E5B8}"/>
                </a:ext>
              </a:extLst>
            </p:cNvPr>
            <p:cNvSpPr/>
            <p:nvPr/>
          </p:nvSpPr>
          <p:spPr>
            <a:xfrm>
              <a:off x="3922312" y="4644671"/>
              <a:ext cx="293077" cy="2939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mj-lt"/>
                </a:rPr>
                <a:t>2</a:t>
              </a:r>
            </a:p>
          </p:txBody>
        </p:sp>
        <p:sp>
          <p:nvSpPr>
            <p:cNvPr id="32" name="Oval 31">
              <a:extLst>
                <a:ext uri="{FF2B5EF4-FFF2-40B4-BE49-F238E27FC236}">
                  <a16:creationId xmlns:a16="http://schemas.microsoft.com/office/drawing/2014/main" id="{2E04A2DD-FAB9-4B45-84A8-82DA599F97A1}"/>
                </a:ext>
              </a:extLst>
            </p:cNvPr>
            <p:cNvSpPr/>
            <p:nvPr/>
          </p:nvSpPr>
          <p:spPr>
            <a:xfrm>
              <a:off x="3922312" y="3135085"/>
              <a:ext cx="293077" cy="2939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mj-lt"/>
                </a:rPr>
                <a:t>1</a:t>
              </a:r>
            </a:p>
          </p:txBody>
        </p:sp>
        <p:sp>
          <p:nvSpPr>
            <p:cNvPr id="33" name="TextBox 32">
              <a:extLst>
                <a:ext uri="{FF2B5EF4-FFF2-40B4-BE49-F238E27FC236}">
                  <a16:creationId xmlns:a16="http://schemas.microsoft.com/office/drawing/2014/main" id="{9D233852-1FA9-4E6F-BDBA-715E9FD316F8}"/>
                </a:ext>
              </a:extLst>
            </p:cNvPr>
            <p:cNvSpPr txBox="1"/>
            <p:nvPr/>
          </p:nvSpPr>
          <p:spPr>
            <a:xfrm>
              <a:off x="720624" y="4191244"/>
              <a:ext cx="3161240" cy="338554"/>
            </a:xfrm>
            <a:prstGeom prst="rect">
              <a:avLst/>
            </a:prstGeom>
            <a:noFill/>
          </p:spPr>
          <p:txBody>
            <a:bodyPr wrap="square" rtlCol="0">
              <a:spAutoFit/>
            </a:bodyPr>
            <a:lstStyle/>
            <a:p>
              <a:r>
                <a:rPr lang="en-GB" sz="1600" b="1" i="1" dirty="0">
                  <a:latin typeface="+mj-lt"/>
                </a:rPr>
                <a:t>Check box declarations</a:t>
              </a:r>
            </a:p>
          </p:txBody>
        </p:sp>
      </p:grpSp>
      <p:grpSp>
        <p:nvGrpSpPr>
          <p:cNvPr id="16" name="Group 15">
            <a:extLst>
              <a:ext uri="{FF2B5EF4-FFF2-40B4-BE49-F238E27FC236}">
                <a16:creationId xmlns:a16="http://schemas.microsoft.com/office/drawing/2014/main" id="{625851A1-E5F4-422F-85BA-15C798DA2A14}"/>
              </a:ext>
            </a:extLst>
          </p:cNvPr>
          <p:cNvGrpSpPr/>
          <p:nvPr/>
        </p:nvGrpSpPr>
        <p:grpSpPr>
          <a:xfrm>
            <a:off x="2486299" y="3629007"/>
            <a:ext cx="9076752" cy="2888160"/>
            <a:chOff x="1839777" y="3754515"/>
            <a:chExt cx="9076752" cy="2888160"/>
          </a:xfrm>
        </p:grpSpPr>
        <p:grpSp>
          <p:nvGrpSpPr>
            <p:cNvPr id="34" name="Group 33">
              <a:extLst>
                <a:ext uri="{FF2B5EF4-FFF2-40B4-BE49-F238E27FC236}">
                  <a16:creationId xmlns:a16="http://schemas.microsoft.com/office/drawing/2014/main" id="{288C372A-C80C-4773-AAC2-E418636A677A}"/>
                </a:ext>
              </a:extLst>
            </p:cNvPr>
            <p:cNvGrpSpPr/>
            <p:nvPr/>
          </p:nvGrpSpPr>
          <p:grpSpPr>
            <a:xfrm>
              <a:off x="5444196" y="3754515"/>
              <a:ext cx="5472333" cy="2888160"/>
              <a:chOff x="270803" y="1908518"/>
              <a:chExt cx="4736593" cy="2441330"/>
            </a:xfrm>
          </p:grpSpPr>
          <p:pic>
            <p:nvPicPr>
              <p:cNvPr id="35" name="Content Placeholder 4">
                <a:extLst>
                  <a:ext uri="{FF2B5EF4-FFF2-40B4-BE49-F238E27FC236}">
                    <a16:creationId xmlns:a16="http://schemas.microsoft.com/office/drawing/2014/main" id="{358AD8E4-00D6-4E3C-8FBE-F5C21AB6C5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0803" y="1908518"/>
                <a:ext cx="4736592" cy="1184613"/>
              </a:xfrm>
              <a:prstGeom prst="rect">
                <a:avLst/>
              </a:prstGeom>
              <a:ln>
                <a:solidFill>
                  <a:schemeClr val="tx1"/>
                </a:solidFill>
              </a:ln>
            </p:spPr>
          </p:pic>
          <p:pic>
            <p:nvPicPr>
              <p:cNvPr id="36" name="Picture 35">
                <a:extLst>
                  <a:ext uri="{FF2B5EF4-FFF2-40B4-BE49-F238E27FC236}">
                    <a16:creationId xmlns:a16="http://schemas.microsoft.com/office/drawing/2014/main" id="{B0475620-9A68-4DE5-BB13-6A42B9BD5F9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0804" y="3167577"/>
                <a:ext cx="4736592" cy="1182271"/>
              </a:xfrm>
              <a:prstGeom prst="rect">
                <a:avLst/>
              </a:prstGeom>
              <a:ln>
                <a:solidFill>
                  <a:schemeClr val="tx1"/>
                </a:solidFill>
              </a:ln>
            </p:spPr>
          </p:pic>
        </p:grpSp>
        <p:sp>
          <p:nvSpPr>
            <p:cNvPr id="38" name="Oval 37">
              <a:extLst>
                <a:ext uri="{FF2B5EF4-FFF2-40B4-BE49-F238E27FC236}">
                  <a16:creationId xmlns:a16="http://schemas.microsoft.com/office/drawing/2014/main" id="{FB69B4C4-C9BB-4DD8-AD87-0F5682918FCF}"/>
                </a:ext>
              </a:extLst>
            </p:cNvPr>
            <p:cNvSpPr/>
            <p:nvPr/>
          </p:nvSpPr>
          <p:spPr>
            <a:xfrm>
              <a:off x="5459304" y="4845059"/>
              <a:ext cx="293077" cy="2939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mj-lt"/>
                </a:rPr>
                <a:t>1</a:t>
              </a:r>
            </a:p>
          </p:txBody>
        </p:sp>
        <p:sp>
          <p:nvSpPr>
            <p:cNvPr id="39" name="Oval 38">
              <a:extLst>
                <a:ext uri="{FF2B5EF4-FFF2-40B4-BE49-F238E27FC236}">
                  <a16:creationId xmlns:a16="http://schemas.microsoft.com/office/drawing/2014/main" id="{48CEE737-1ACA-421C-AE64-3EECFBC0B775}"/>
                </a:ext>
              </a:extLst>
            </p:cNvPr>
            <p:cNvSpPr/>
            <p:nvPr/>
          </p:nvSpPr>
          <p:spPr>
            <a:xfrm>
              <a:off x="5605842" y="6145174"/>
              <a:ext cx="293077" cy="2939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mj-lt"/>
                </a:rPr>
                <a:t>2</a:t>
              </a:r>
            </a:p>
          </p:txBody>
        </p:sp>
        <p:sp>
          <p:nvSpPr>
            <p:cNvPr id="42" name="TextBox 41">
              <a:extLst>
                <a:ext uri="{FF2B5EF4-FFF2-40B4-BE49-F238E27FC236}">
                  <a16:creationId xmlns:a16="http://schemas.microsoft.com/office/drawing/2014/main" id="{97DDD39D-76CE-4957-889E-4458F868F546}"/>
                </a:ext>
              </a:extLst>
            </p:cNvPr>
            <p:cNvSpPr txBox="1"/>
            <p:nvPr/>
          </p:nvSpPr>
          <p:spPr>
            <a:xfrm>
              <a:off x="2142280" y="5602855"/>
              <a:ext cx="3463562" cy="338554"/>
            </a:xfrm>
            <a:prstGeom prst="rect">
              <a:avLst/>
            </a:prstGeom>
            <a:noFill/>
          </p:spPr>
          <p:txBody>
            <a:bodyPr wrap="square" rtlCol="0">
              <a:spAutoFit/>
            </a:bodyPr>
            <a:lstStyle/>
            <a:p>
              <a:r>
                <a:rPr lang="en-GB" sz="1600" b="1" i="1" dirty="0">
                  <a:latin typeface="+mj-lt"/>
                </a:rPr>
                <a:t>Capturing </a:t>
              </a:r>
              <a:r>
                <a:rPr lang="en-GB" sz="1600" b="1" i="1" dirty="0" err="1">
                  <a:latin typeface="+mj-lt"/>
                </a:rPr>
                <a:t>FoSTaC</a:t>
              </a:r>
              <a:r>
                <a:rPr lang="en-GB" sz="1600" b="1" i="1" dirty="0">
                  <a:latin typeface="+mj-lt"/>
                </a:rPr>
                <a:t> certificate No.</a:t>
              </a:r>
            </a:p>
          </p:txBody>
        </p:sp>
        <p:sp>
          <p:nvSpPr>
            <p:cNvPr id="43" name="Oval 42">
              <a:extLst>
                <a:ext uri="{FF2B5EF4-FFF2-40B4-BE49-F238E27FC236}">
                  <a16:creationId xmlns:a16="http://schemas.microsoft.com/office/drawing/2014/main" id="{73FDBEAC-2014-4301-A25F-BB4BF85E6B94}"/>
                </a:ext>
              </a:extLst>
            </p:cNvPr>
            <p:cNvSpPr/>
            <p:nvPr/>
          </p:nvSpPr>
          <p:spPr>
            <a:xfrm>
              <a:off x="1849203" y="5625175"/>
              <a:ext cx="293077" cy="2939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mj-lt"/>
                </a:rPr>
                <a:t>1</a:t>
              </a:r>
            </a:p>
          </p:txBody>
        </p:sp>
        <p:sp>
          <p:nvSpPr>
            <p:cNvPr id="44" name="Oval 43">
              <a:extLst>
                <a:ext uri="{FF2B5EF4-FFF2-40B4-BE49-F238E27FC236}">
                  <a16:creationId xmlns:a16="http://schemas.microsoft.com/office/drawing/2014/main" id="{CEA5E8DF-ED01-422D-AC89-D4252B3252A8}"/>
                </a:ext>
              </a:extLst>
            </p:cNvPr>
            <p:cNvSpPr/>
            <p:nvPr/>
          </p:nvSpPr>
          <p:spPr>
            <a:xfrm>
              <a:off x="1839777" y="6106543"/>
              <a:ext cx="293077" cy="2939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mj-lt"/>
                </a:rPr>
                <a:t>2</a:t>
              </a:r>
            </a:p>
          </p:txBody>
        </p:sp>
        <p:sp>
          <p:nvSpPr>
            <p:cNvPr id="45" name="TextBox 44">
              <a:extLst>
                <a:ext uri="{FF2B5EF4-FFF2-40B4-BE49-F238E27FC236}">
                  <a16:creationId xmlns:a16="http://schemas.microsoft.com/office/drawing/2014/main" id="{C4B62556-47AD-4495-BE43-784EE0114BA6}"/>
                </a:ext>
              </a:extLst>
            </p:cNvPr>
            <p:cNvSpPr txBox="1"/>
            <p:nvPr/>
          </p:nvSpPr>
          <p:spPr>
            <a:xfrm>
              <a:off x="2142280" y="6061904"/>
              <a:ext cx="3161240" cy="338554"/>
            </a:xfrm>
            <a:prstGeom prst="rect">
              <a:avLst/>
            </a:prstGeom>
            <a:noFill/>
          </p:spPr>
          <p:txBody>
            <a:bodyPr wrap="square" rtlCol="0">
              <a:spAutoFit/>
            </a:bodyPr>
            <a:lstStyle/>
            <a:p>
              <a:r>
                <a:rPr lang="en-GB" sz="1600" b="1" i="1" dirty="0">
                  <a:latin typeface="+mj-lt"/>
                </a:rPr>
                <a:t>Capturing FSM ID</a:t>
              </a:r>
            </a:p>
          </p:txBody>
        </p:sp>
      </p:grpSp>
      <p:sp>
        <p:nvSpPr>
          <p:cNvPr id="5" name="Title 4">
            <a:extLst>
              <a:ext uri="{FF2B5EF4-FFF2-40B4-BE49-F238E27FC236}">
                <a16:creationId xmlns:a16="http://schemas.microsoft.com/office/drawing/2014/main" id="{D80A5249-66B8-4D63-AA5C-609A200172B4}"/>
              </a:ext>
            </a:extLst>
          </p:cNvPr>
          <p:cNvSpPr>
            <a:spLocks noGrp="1"/>
          </p:cNvSpPr>
          <p:nvPr>
            <p:ph type="title"/>
          </p:nvPr>
        </p:nvSpPr>
        <p:spPr/>
        <p:txBody>
          <a:bodyPr/>
          <a:lstStyle/>
          <a:p>
            <a:r>
              <a:rPr lang="en-US" dirty="0" err="1"/>
              <a:t>FoSCoS</a:t>
            </a:r>
            <a:r>
              <a:rPr lang="en-US" dirty="0"/>
              <a:t> Key Features (Continued)</a:t>
            </a:r>
            <a:br>
              <a:rPr lang="en-US" dirty="0"/>
            </a:br>
            <a:endParaRPr lang="en-US" dirty="0"/>
          </a:p>
        </p:txBody>
      </p:sp>
    </p:spTree>
    <p:extLst>
      <p:ext uri="{BB962C8B-B14F-4D97-AF65-F5344CB8AC3E}">
        <p14:creationId xmlns:p14="http://schemas.microsoft.com/office/powerpoint/2010/main" val="4001503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1000"/>
                                        <p:tgtEl>
                                          <p:spTgt spid="16"/>
                                        </p:tgtEl>
                                      </p:cBhvr>
                                    </p:animEffect>
                                    <p:anim calcmode="lin" valueType="num">
                                      <p:cBhvr>
                                        <p:cTn id="22" dur="1000" fill="hold"/>
                                        <p:tgtEl>
                                          <p:spTgt spid="16"/>
                                        </p:tgtEl>
                                        <p:attrNameLst>
                                          <p:attrName>ppt_x</p:attrName>
                                        </p:attrNameLst>
                                      </p:cBhvr>
                                      <p:tavLst>
                                        <p:tav tm="0">
                                          <p:val>
                                            <p:strVal val="#ppt_x"/>
                                          </p:val>
                                        </p:tav>
                                        <p:tav tm="100000">
                                          <p:val>
                                            <p:strVal val="#ppt_x"/>
                                          </p:val>
                                        </p:tav>
                                      </p:tavLst>
                                    </p:anim>
                                    <p:anim calcmode="lin" valueType="num">
                                      <p:cBhvr>
                                        <p:cTn id="2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LASTSLIDEVIEWED" val="325,16,Apply Modification of License"/>
</p:tagLst>
</file>

<file path=ppt/theme/theme1.xml><?xml version="1.0" encoding="utf-8"?>
<a:theme xmlns:a="http://schemas.openxmlformats.org/drawingml/2006/main" name="PwC">
  <a:themeElements>
    <a:clrScheme name="PwC Orange">
      <a:dk1>
        <a:srgbClr val="000000"/>
      </a:dk1>
      <a:lt1>
        <a:srgbClr val="FFFFFF"/>
      </a:lt1>
      <a:dk2>
        <a:srgbClr val="DC6900"/>
      </a:dk2>
      <a:lt2>
        <a:srgbClr val="FFFFFF"/>
      </a:lt2>
      <a:accent1>
        <a:srgbClr val="DC6900"/>
      </a:accent1>
      <a:accent2>
        <a:srgbClr val="FFB600"/>
      </a:accent2>
      <a:accent3>
        <a:srgbClr val="602320"/>
      </a:accent3>
      <a:accent4>
        <a:srgbClr val="DB536A"/>
      </a:accent4>
      <a:accent5>
        <a:srgbClr val="A32020"/>
      </a:accent5>
      <a:accent6>
        <a:srgbClr val="E0301E"/>
      </a:accent6>
      <a:hlink>
        <a:srgbClr val="DC6900"/>
      </a:hlink>
      <a:folHlink>
        <a:srgbClr val="DC6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9273</TotalTime>
  <Words>2333</Words>
  <Application>Microsoft Office PowerPoint</Application>
  <PresentationFormat>Widescreen</PresentationFormat>
  <Paragraphs>323</Paragraphs>
  <Slides>39</Slides>
  <Notes>9</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39</vt:i4>
      </vt:variant>
    </vt:vector>
  </HeadingPairs>
  <TitlesOfParts>
    <vt:vector size="45" baseType="lpstr">
      <vt:lpstr>Arial</vt:lpstr>
      <vt:lpstr>Arial (Headings)</vt:lpstr>
      <vt:lpstr>Calibri</vt:lpstr>
      <vt:lpstr>Georgia</vt:lpstr>
      <vt:lpstr>PwC</vt:lpstr>
      <vt:lpstr>Visio</vt:lpstr>
      <vt:lpstr>PowerPoint Presentation</vt:lpstr>
      <vt:lpstr>Table of Contents</vt:lpstr>
      <vt:lpstr>PowerPoint Presentation</vt:lpstr>
      <vt:lpstr>Objective of FoSCoS</vt:lpstr>
      <vt:lpstr>Introduction</vt:lpstr>
      <vt:lpstr>New features  </vt:lpstr>
      <vt:lpstr>PowerPoint Presentation</vt:lpstr>
      <vt:lpstr>Search Standardized food products and Business eligibility criteria </vt:lpstr>
      <vt:lpstr>Quick Login to FoSCoS  </vt:lpstr>
      <vt:lpstr>PowerPoint Presentation</vt:lpstr>
      <vt:lpstr>Petty FBO Sign-In</vt:lpstr>
      <vt:lpstr>How to retrieve user name or password</vt:lpstr>
      <vt:lpstr>Dashboard is the default landing page </vt:lpstr>
      <vt:lpstr>How to Submit new application?</vt:lpstr>
      <vt:lpstr>Check box vs text box approach for Manufacturers</vt:lpstr>
      <vt:lpstr>Apply Modification of License</vt:lpstr>
      <vt:lpstr>What have we covered in this section..</vt:lpstr>
      <vt:lpstr>PowerPoint Presentation</vt:lpstr>
      <vt:lpstr>Processing of license in ONLY two stages</vt:lpstr>
      <vt:lpstr>Processing of license if inspection is required</vt:lpstr>
      <vt:lpstr>Process Modification Request</vt:lpstr>
      <vt:lpstr>Search Console with export to excel feature</vt:lpstr>
      <vt:lpstr>What have we covered in this section..</vt:lpstr>
      <vt:lpstr>PowerPoint Presentation</vt:lpstr>
      <vt:lpstr>Inspection module</vt:lpstr>
      <vt:lpstr>What have we covered in this section..</vt:lpstr>
      <vt:lpstr>PowerPoint Presentation</vt:lpstr>
      <vt:lpstr>Generating  Registration Certificates</vt:lpstr>
      <vt:lpstr>PowerPoint Presentation</vt:lpstr>
      <vt:lpstr>Support from FSSAI</vt:lpstr>
      <vt:lpstr>PowerPoint Presentation</vt:lpstr>
      <vt:lpstr>Process flow for Petty FBO Log-in</vt:lpstr>
      <vt:lpstr>FBO/ DO/ FSO Login</vt:lpstr>
      <vt:lpstr>FBO New Application</vt:lpstr>
      <vt:lpstr>Submit Modification Application</vt:lpstr>
      <vt:lpstr>To process new application</vt:lpstr>
      <vt:lpstr>To process modification request</vt:lpstr>
      <vt:lpstr>Inspection</vt:lpstr>
      <vt:lpstr>FoSCoS Key Features (Continued)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Saumya Chaturvedi</dc:creator>
  <cp:lastModifiedBy>Aman Kaushik</cp:lastModifiedBy>
  <cp:revision>367</cp:revision>
  <dcterms:modified xsi:type="dcterms:W3CDTF">2020-03-03T04:54:31Z</dcterms:modified>
</cp:coreProperties>
</file>